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9" r:id="rId1"/>
  </p:sldMasterIdLst>
  <p:notesMasterIdLst>
    <p:notesMasterId r:id="rId42"/>
  </p:notesMasterIdLst>
  <p:sldIdLst>
    <p:sldId id="487" r:id="rId2"/>
    <p:sldId id="462" r:id="rId3"/>
    <p:sldId id="427" r:id="rId4"/>
    <p:sldId id="428" r:id="rId5"/>
    <p:sldId id="485" r:id="rId6"/>
    <p:sldId id="429" r:id="rId7"/>
    <p:sldId id="430" r:id="rId8"/>
    <p:sldId id="463" r:id="rId9"/>
    <p:sldId id="496" r:id="rId10"/>
    <p:sldId id="486" r:id="rId11"/>
    <p:sldId id="434" r:id="rId12"/>
    <p:sldId id="435" r:id="rId13"/>
    <p:sldId id="479" r:id="rId14"/>
    <p:sldId id="497" r:id="rId15"/>
    <p:sldId id="437" r:id="rId16"/>
    <p:sldId id="490" r:id="rId17"/>
    <p:sldId id="346" r:id="rId18"/>
    <p:sldId id="347" r:id="rId19"/>
    <p:sldId id="491" r:id="rId20"/>
    <p:sldId id="499" r:id="rId21"/>
    <p:sldId id="348" r:id="rId22"/>
    <p:sldId id="498" r:id="rId23"/>
    <p:sldId id="465" r:id="rId24"/>
    <p:sldId id="467" r:id="rId25"/>
    <p:sldId id="492" r:id="rId26"/>
    <p:sldId id="471" r:id="rId27"/>
    <p:sldId id="444" r:id="rId28"/>
    <p:sldId id="370" r:id="rId29"/>
    <p:sldId id="371" r:id="rId30"/>
    <p:sldId id="372" r:id="rId31"/>
    <p:sldId id="373" r:id="rId32"/>
    <p:sldId id="374" r:id="rId33"/>
    <p:sldId id="375" r:id="rId34"/>
    <p:sldId id="493" r:id="rId35"/>
    <p:sldId id="489" r:id="rId36"/>
    <p:sldId id="488" r:id="rId37"/>
    <p:sldId id="495" r:id="rId38"/>
    <p:sldId id="456" r:id="rId39"/>
    <p:sldId id="457" r:id="rId40"/>
    <p:sldId id="458" r:id="rId41"/>
  </p:sldIdLst>
  <p:sldSz cx="12192000" cy="6858000"/>
  <p:notesSz cx="6858000" cy="9144000"/>
  <p:custDataLst>
    <p:tags r:id="rId43"/>
  </p:custDataLst>
  <p:defaultTextStyle>
    <a:defPPr>
      <a:defRPr lang="zh-CN"/>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modifyVerifier cryptProviderType="rsaFull" cryptAlgorithmClass="hash" cryptAlgorithmType="typeAny" cryptAlgorithmSid="4" spinCount="50000" saltData="EqEbJP9T8QxHvJ1ARn2HKw==" hashData="8jq2wFopsfYHA+te6gtFa7LSjmY="/>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220" autoAdjust="0"/>
    <p:restoredTop sz="94251" autoAdjust="0"/>
  </p:normalViewPr>
  <p:slideViewPr>
    <p:cSldViewPr>
      <p:cViewPr varScale="1">
        <p:scale>
          <a:sx n="108" d="100"/>
          <a:sy n="108" d="100"/>
        </p:scale>
        <p:origin x="180" y="96"/>
      </p:cViewPr>
      <p:guideLst>
        <p:guide orient="horz" pos="2160"/>
        <p:guide pos="3840"/>
      </p:guideLst>
    </p:cSldViewPr>
  </p:slideViewPr>
  <p:notesTextViewPr>
    <p:cViewPr>
      <p:scale>
        <a:sx n="50" d="100"/>
        <a:sy n="50" d="100"/>
      </p:scale>
      <p:origin x="0" y="0"/>
    </p:cViewPr>
  </p:notesTextViewPr>
  <p:sorterViewPr>
    <p:cViewPr>
      <p:scale>
        <a:sx n="66" d="100"/>
        <a:sy n="66" d="100"/>
      </p:scale>
      <p:origin x="0" y="0"/>
    </p:cViewPr>
  </p:sorterViewPr>
  <p:notesViewPr>
    <p:cSldViewPr>
      <p:cViewPr varScale="1">
        <p:scale>
          <a:sx n="68" d="100"/>
          <a:sy n="68" d="100"/>
        </p:scale>
        <p:origin x="-2808" y="-96"/>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pitchFamily="2" charset="-122"/>
              </a:defRPr>
            </a:lvl1pPr>
          </a:lstStyle>
          <a:p>
            <a:pPr>
              <a:defRPr/>
            </a:pPr>
            <a:fld id="{F85E9C45-86B1-419E-A761-AC46FDF3DE65}" type="datetimeFigureOut">
              <a:rPr lang="zh-CN" altLang="en-US"/>
              <a:pPr>
                <a:defRPr/>
              </a:pPr>
              <a:t>2020/5/19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AA53FF6-175E-4345-9B73-DC0C81C4A821}" type="slidenum">
              <a:rPr lang="zh-CN" altLang="en-US"/>
              <a:pPr>
                <a:defRPr/>
              </a:pPr>
              <a:t>‹#›</a:t>
            </a:fld>
            <a:endParaRPr lang="zh-CN" altLang="en-US"/>
          </a:p>
        </p:txBody>
      </p:sp>
    </p:spTree>
    <p:extLst>
      <p:ext uri="{BB962C8B-B14F-4D97-AF65-F5344CB8AC3E}">
        <p14:creationId xmlns:p14="http://schemas.microsoft.com/office/powerpoint/2010/main" val="20760444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93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59396" name="灯片编号占位符 3"/>
          <p:cNvSpPr>
            <a:spLocks noGrp="1"/>
          </p:cNvSpPr>
          <p:nvPr>
            <p:ph type="sldNum" sz="quarter" idx="5"/>
          </p:nvPr>
        </p:nvSpPr>
        <p:spPr bwMode="auto">
          <a:noFill/>
          <a:ln>
            <a:miter lim="800000"/>
            <a:headEnd/>
            <a:tailEnd/>
          </a:ln>
        </p:spPr>
        <p:txBody>
          <a:bodyPr/>
          <a:lstStyle/>
          <a:p>
            <a:fld id="{91662268-C6FB-4A76-BC89-75BAD72E6EEA}" type="slidenum">
              <a:rPr lang="en-US" altLang="zh-CN" smtClean="0"/>
              <a:pPr/>
              <a:t>35</a:t>
            </a:fld>
            <a:endParaRPr lang="en-US" altLang="zh-CN"/>
          </a:p>
        </p:txBody>
      </p:sp>
    </p:spTree>
    <p:extLst>
      <p:ext uri="{BB962C8B-B14F-4D97-AF65-F5344CB8AC3E}">
        <p14:creationId xmlns:p14="http://schemas.microsoft.com/office/powerpoint/2010/main" val="713131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noFill/>
          <a:ln>
            <a:miter lim="800000"/>
            <a:headEnd/>
            <a:tailEnd/>
          </a:ln>
        </p:spPr>
        <p:txBody>
          <a:bodyPr/>
          <a:lstStyle/>
          <a:p>
            <a:fld id="{D423D1B1-2281-4805-AC76-E68FEBB3F552}" type="slidenum">
              <a:rPr lang="en-US" altLang="zh-CN" smtClean="0"/>
              <a:pPr/>
              <a:t>38</a:t>
            </a:fld>
            <a:endParaRPr lang="en-US" altLang="zh-CN"/>
          </a:p>
        </p:txBody>
      </p:sp>
      <p:sp>
        <p:nvSpPr>
          <p:cNvPr id="60419"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60420" name="Rectangle 3"/>
          <p:cNvSpPr>
            <a:spLocks noGrp="1" noChangeArrowheads="1"/>
          </p:cNvSpPr>
          <p:nvPr>
            <p:ph type="body" idx="1"/>
          </p:nvPr>
        </p:nvSpPr>
        <p:spPr bwMode="auto">
          <a:xfrm>
            <a:off x="914400" y="6262688"/>
            <a:ext cx="5029200" cy="274637"/>
          </a:xfrm>
          <a:noFill/>
        </p:spPr>
        <p:txBody>
          <a:bodyPr wrap="square" numCol="1" anchor="t" anchorCtr="0" compatLnSpc="1">
            <a:prstTxWarp prst="textNoShape">
              <a:avLst/>
            </a:prstTxWarp>
          </a:bodyPr>
          <a:lstStyle/>
          <a:p>
            <a:pPr eaLnBrk="1" hangingPunct="1">
              <a:spcBef>
                <a:spcPct val="0"/>
              </a:spcBef>
            </a:pPr>
            <a:endParaRPr lang="zh-CN" altLang="zh-CN"/>
          </a:p>
        </p:txBody>
      </p:sp>
    </p:spTree>
    <p:extLst>
      <p:ext uri="{BB962C8B-B14F-4D97-AF65-F5344CB8AC3E}">
        <p14:creationId xmlns:p14="http://schemas.microsoft.com/office/powerpoint/2010/main" val="791360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lvl1pPr eaLnBrk="1" hangingPunct="1">
              <a:defRPr>
                <a:latin typeface="Arial" charset="0"/>
              </a:defRPr>
            </a:lvl1pPr>
          </a:lstStyle>
          <a:p>
            <a:pPr>
              <a:defRPr/>
            </a:pPr>
            <a:endParaRPr lang="en-US" altLang="zh-CN"/>
          </a:p>
        </p:txBody>
      </p:sp>
      <p:sp>
        <p:nvSpPr>
          <p:cNvPr id="5" name="页脚占位符 4"/>
          <p:cNvSpPr>
            <a:spLocks noGrp="1"/>
          </p:cNvSpPr>
          <p:nvPr>
            <p:ph type="ftr" sz="quarter" idx="11"/>
          </p:nvPr>
        </p:nvSpPr>
        <p:spPr>
          <a:xfrm>
            <a:off x="4165600" y="6356351"/>
            <a:ext cx="3860800" cy="365125"/>
          </a:xfrm>
          <a:prstGeom prst="rect">
            <a:avLst/>
          </a:prstGeom>
        </p:spPr>
        <p:txBody>
          <a:bodyPr/>
          <a:lstStyle>
            <a:lvl1pPr eaLnBrk="1" hangingPunct="1">
              <a:defRPr>
                <a:latin typeface="Arial" charset="0"/>
              </a:defRPr>
            </a:lvl1pPr>
          </a:lstStyle>
          <a:p>
            <a:pPr>
              <a:defRPr/>
            </a:pPr>
            <a:endParaRPr lang="en-US" altLang="zh-CN"/>
          </a:p>
        </p:txBody>
      </p:sp>
      <p:sp>
        <p:nvSpPr>
          <p:cNvPr id="6" name="灯片编号占位符 5"/>
          <p:cNvSpPr>
            <a:spLocks noGrp="1"/>
          </p:cNvSpPr>
          <p:nvPr>
            <p:ph type="sldNum" sz="quarter" idx="12"/>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30E7ADA-718C-4D26-93B9-54CF05EC7BD3}"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lvl1pPr eaLnBrk="1" hangingPunct="1">
              <a:defRPr>
                <a:latin typeface="Arial" charset="0"/>
              </a:defRPr>
            </a:lvl1pPr>
          </a:lstStyle>
          <a:p>
            <a:pPr>
              <a:defRPr/>
            </a:pPr>
            <a:endParaRPr lang="en-US" altLang="zh-CN"/>
          </a:p>
        </p:txBody>
      </p:sp>
      <p:sp>
        <p:nvSpPr>
          <p:cNvPr id="3" name="页脚占位符 2"/>
          <p:cNvSpPr>
            <a:spLocks noGrp="1"/>
          </p:cNvSpPr>
          <p:nvPr>
            <p:ph type="ftr" sz="quarter" idx="11"/>
          </p:nvPr>
        </p:nvSpPr>
        <p:spPr>
          <a:xfrm>
            <a:off x="4165600" y="6356351"/>
            <a:ext cx="3860800" cy="365125"/>
          </a:xfrm>
          <a:prstGeom prst="rect">
            <a:avLst/>
          </a:prstGeom>
        </p:spPr>
        <p:txBody>
          <a:bodyPr/>
          <a:lstStyle>
            <a:lvl1pPr eaLnBrk="1" hangingPunct="1">
              <a:defRPr>
                <a:latin typeface="Arial" charset="0"/>
              </a:defRPr>
            </a:lvl1pPr>
          </a:lstStyle>
          <a:p>
            <a:pPr>
              <a:defRPr/>
            </a:pPr>
            <a:endParaRPr lang="en-US" altLang="zh-CN"/>
          </a:p>
        </p:txBody>
      </p:sp>
      <p:sp>
        <p:nvSpPr>
          <p:cNvPr id="4" name="灯片编号占位符 3"/>
          <p:cNvSpPr>
            <a:spLocks noGrp="1"/>
          </p:cNvSpPr>
          <p:nvPr>
            <p:ph type="sldNum" sz="quarter" idx="12"/>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614FAFF-FBC6-46C1-B85E-5E6E0C418FE4}"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27E9EFF-5F55-4062-86F1-44F90BE8AD86}"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6DF340D-79E4-4EDB-BDF8-AB3C49332A55}"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3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E096F2C-AC53-4B9B-B43C-82C5978AA950}"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4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73B2F87-0B7B-4271-8BAD-68CEE982C587}"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6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E2643D8-B45F-4370-A77D-C4BE27795EBA}"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7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3A3342B-FBF0-4BB5-8C4A-11230B49D3F3}"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8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1481AE7-5F0D-4A1D-A57A-E1FAA5A8DC75}"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9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02B4442-896B-4E92-BE72-02D231FE9F08}"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0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8CD52EF-BC81-4909-8C16-BE7AC852352F}"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06C2810-14FB-454E-A8C1-478804165920}"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4D50A39-93CB-44EB-9F31-3100E1C0AD7D}"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7A9E4DC-8360-4007-AA69-4747ABFA3A0E}"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7538853-4EC6-4A32-AA62-7F8B69E16DFA}"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F93586D-EA70-4F35-8C53-287F4D35C9F7}"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3C6C2E3-32C6-46E2-90D7-9F10BA065E7A}"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1D8C9A1-30D1-4CF1-8EEA-D555E28B4506}"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47700" y="14287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609600" y="197485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2"/>
          <p:cNvSpPr>
            <a:spLocks noChangeArrowheads="1"/>
          </p:cNvSpPr>
          <p:nvPr userDrawn="1"/>
        </p:nvSpPr>
        <p:spPr bwMode="ltGray">
          <a:xfrm>
            <a:off x="556684" y="679451"/>
            <a:ext cx="584200" cy="473075"/>
          </a:xfrm>
          <a:prstGeom prst="rect">
            <a:avLst/>
          </a:prstGeom>
          <a:solidFill>
            <a:schemeClr val="accent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29" name="Rectangle 3"/>
          <p:cNvSpPr>
            <a:spLocks noChangeArrowheads="1"/>
          </p:cNvSpPr>
          <p:nvPr userDrawn="1"/>
        </p:nvSpPr>
        <p:spPr bwMode="ltGray">
          <a:xfrm>
            <a:off x="1066801" y="679450"/>
            <a:ext cx="438151"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30" name="Rectangle 4"/>
          <p:cNvSpPr>
            <a:spLocks noChangeArrowheads="1"/>
          </p:cNvSpPr>
          <p:nvPr userDrawn="1"/>
        </p:nvSpPr>
        <p:spPr bwMode="ltGray">
          <a:xfrm>
            <a:off x="721785" y="1101726"/>
            <a:ext cx="563033" cy="474663"/>
          </a:xfrm>
          <a:prstGeom prst="rect">
            <a:avLst/>
          </a:prstGeom>
          <a:solidFill>
            <a:schemeClr val="folHlink"/>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31" name="Rectangle 5"/>
          <p:cNvSpPr>
            <a:spLocks noChangeArrowheads="1"/>
          </p:cNvSpPr>
          <p:nvPr userDrawn="1"/>
        </p:nvSpPr>
        <p:spPr bwMode="ltGray">
          <a:xfrm>
            <a:off x="1214967" y="1101726"/>
            <a:ext cx="491067" cy="473075"/>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32" name="Rectangle 6"/>
          <p:cNvSpPr>
            <a:spLocks noChangeArrowheads="1"/>
          </p:cNvSpPr>
          <p:nvPr userDrawn="1"/>
        </p:nvSpPr>
        <p:spPr bwMode="ltGray">
          <a:xfrm>
            <a:off x="169333" y="1028700"/>
            <a:ext cx="747184" cy="420688"/>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33" name="Rectangle 7"/>
          <p:cNvSpPr>
            <a:spLocks noChangeArrowheads="1"/>
          </p:cNvSpPr>
          <p:nvPr userDrawn="1"/>
        </p:nvSpPr>
        <p:spPr bwMode="gray">
          <a:xfrm>
            <a:off x="1016000" y="571500"/>
            <a:ext cx="42333" cy="1049338"/>
          </a:xfrm>
          <a:prstGeom prst="rect">
            <a:avLst/>
          </a:prstGeom>
          <a:solidFill>
            <a:schemeClr val="bg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34" name="Rectangle 8"/>
          <p:cNvSpPr>
            <a:spLocks noChangeArrowheads="1"/>
          </p:cNvSpPr>
          <p:nvPr userDrawn="1"/>
        </p:nvSpPr>
        <p:spPr bwMode="gray">
          <a:xfrm>
            <a:off x="590551" y="1362075"/>
            <a:ext cx="10968567" cy="46038"/>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36" name="TextBox 11"/>
          <p:cNvSpPr txBox="1">
            <a:spLocks noChangeArrowheads="1"/>
          </p:cNvSpPr>
          <p:nvPr userDrawn="1"/>
        </p:nvSpPr>
        <p:spPr bwMode="auto">
          <a:xfrm>
            <a:off x="9480376" y="1133474"/>
            <a:ext cx="2823633" cy="461963"/>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dirty="0">
                <a:solidFill>
                  <a:srgbClr val="C00000"/>
                </a:solidFill>
                <a:latin typeface="华文行楷" panose="02010800040101010101" pitchFamily="2" charset="-122"/>
                <a:ea typeface="华文行楷" panose="02010800040101010101" pitchFamily="2" charset="-122"/>
              </a:rPr>
              <a:t>主讲：穆浩志</a:t>
            </a:r>
          </a:p>
        </p:txBody>
      </p:sp>
      <p:pic>
        <p:nvPicPr>
          <p:cNvPr id="3" name="图片 2">
            <a:extLst>
              <a:ext uri="{FF2B5EF4-FFF2-40B4-BE49-F238E27FC236}">
                <a16:creationId xmlns:a16="http://schemas.microsoft.com/office/drawing/2014/main" id="{00A1401C-1E38-4FCA-8318-06D70F50D6D4}"/>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11001375" y="30956"/>
            <a:ext cx="1085850" cy="1047750"/>
          </a:xfrm>
          <a:prstGeom prst="rect">
            <a:avLst/>
          </a:prstGeom>
        </p:spPr>
      </p:pic>
    </p:spTree>
  </p:cSld>
  <p:clrMap bg1="lt1" tx1="dk1" bg2="lt2" tx2="dk2" accent1="accent1" accent2="accent2" accent3="accent3" accent4="accent4" accent5="accent5" accent6="accent6" hlink="hlink" folHlink="folHlink"/>
  <p:sldLayoutIdLst>
    <p:sldLayoutId id="2147484440" r:id="rId1"/>
    <p:sldLayoutId id="2147484441" r:id="rId2"/>
    <p:sldLayoutId id="2147484442" r:id="rId3"/>
    <p:sldLayoutId id="2147484443" r:id="rId4"/>
    <p:sldLayoutId id="2147484444" r:id="rId5"/>
    <p:sldLayoutId id="2147484445" r:id="rId6"/>
    <p:sldLayoutId id="2147484446" r:id="rId7"/>
    <p:sldLayoutId id="2147484447" r:id="rId8"/>
    <p:sldLayoutId id="2147484448" r:id="rId9"/>
    <p:sldLayoutId id="2147484449" r:id="rId10"/>
    <p:sldLayoutId id="2147484450" r:id="rId11"/>
    <p:sldLayoutId id="2147484451" r:id="rId12"/>
    <p:sldLayoutId id="2147484452" r:id="rId13"/>
    <p:sldLayoutId id="2147484453" r:id="rId14"/>
    <p:sldLayoutId id="2147484454" r:id="rId15"/>
    <p:sldLayoutId id="2147484455" r:id="rId16"/>
    <p:sldLayoutId id="2147484456" r:id="rId17"/>
    <p:sldLayoutId id="2147484457" r:id="rId18"/>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Layout" Target="../slideLayouts/slideLayout2.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image" Target="../media/image17.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image" Target="../media/image17.png"/><Relationship Id="rId2" Type="http://schemas.openxmlformats.org/officeDocument/2006/relationships/tags" Target="../tags/tag20.xml"/><Relationship Id="rId16"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tags" Target="../tags/tag3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42.jpeg"/><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18" Type="http://schemas.openxmlformats.org/officeDocument/2006/relationships/image" Target="../media/image1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image" Target="../media/image49.jpg"/><Relationship Id="rId2" Type="http://schemas.openxmlformats.org/officeDocument/2006/relationships/tags" Target="../tags/tag35.xml"/><Relationship Id="rId16" Type="http://schemas.openxmlformats.org/officeDocument/2006/relationships/slideLayout" Target="../slideLayouts/slideLayout2.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5" Type="http://schemas.openxmlformats.org/officeDocument/2006/relationships/tags" Target="../tags/tag38.xml"/><Relationship Id="rId15" Type="http://schemas.openxmlformats.org/officeDocument/2006/relationships/tags" Target="../tags/tag48.xml"/><Relationship Id="rId10" Type="http://schemas.openxmlformats.org/officeDocument/2006/relationships/tags" Target="../tags/tag43.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s>
</file>

<file path=ppt/slides/_rels/slide2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tags" Target="../tags/tag61.xml"/><Relationship Id="rId18" Type="http://schemas.openxmlformats.org/officeDocument/2006/relationships/image" Target="../media/image17.png"/><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tags" Target="../tags/tag60.xml"/><Relationship Id="rId17" Type="http://schemas.openxmlformats.org/officeDocument/2006/relationships/image" Target="../media/image51.jpg"/><Relationship Id="rId2" Type="http://schemas.openxmlformats.org/officeDocument/2006/relationships/tags" Target="../tags/tag50.xml"/><Relationship Id="rId16" Type="http://schemas.openxmlformats.org/officeDocument/2006/relationships/slideLayout" Target="../slideLayouts/slideLayout2.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5" Type="http://schemas.openxmlformats.org/officeDocument/2006/relationships/tags" Target="../tags/tag53.xml"/><Relationship Id="rId15" Type="http://schemas.openxmlformats.org/officeDocument/2006/relationships/tags" Target="../tags/tag63.xml"/><Relationship Id="rId10" Type="http://schemas.openxmlformats.org/officeDocument/2006/relationships/tags" Target="../tags/tag58.xml"/><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tags" Target="../tags/tag62.xml"/></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3.png"/><Relationship Id="rId2" Type="http://schemas.openxmlformats.org/officeDocument/2006/relationships/image" Target="../media/image55.png"/><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2.png"/><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xml"/><Relationship Id="rId4" Type="http://schemas.openxmlformats.org/officeDocument/2006/relationships/image" Target="../media/image73.png"/></Relationships>
</file>

<file path=ppt/slides/_rels/slide33.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84.png"/><Relationship Id="rId2" Type="http://schemas.openxmlformats.org/officeDocument/2006/relationships/image" Target="../media/image74.png"/><Relationship Id="rId1" Type="http://schemas.openxmlformats.org/officeDocument/2006/relationships/slideLayout" Target="../slideLayouts/slideLayout1.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3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93.jpeg"/><Relationship Id="rId3" Type="http://schemas.openxmlformats.org/officeDocument/2006/relationships/image" Target="../media/image88.jpeg"/><Relationship Id="rId7" Type="http://schemas.openxmlformats.org/officeDocument/2006/relationships/image" Target="../media/image92.jpeg"/><Relationship Id="rId2" Type="http://schemas.openxmlformats.org/officeDocument/2006/relationships/image" Target="../media/image87.jpeg"/><Relationship Id="rId1" Type="http://schemas.openxmlformats.org/officeDocument/2006/relationships/slideLayout" Target="../slideLayouts/slideLayout1.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jpeg"/><Relationship Id="rId9" Type="http://schemas.openxmlformats.org/officeDocument/2006/relationships/image" Target="../media/image94.jpeg"/></Relationships>
</file>

<file path=ppt/slides/_rels/slide3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343472" y="1531144"/>
            <a:ext cx="4267200" cy="481012"/>
          </a:xfrm>
          <a:prstGeom prst="rect">
            <a:avLst/>
          </a:prstGeom>
          <a:noFill/>
          <a:ln w="9525">
            <a:noFill/>
            <a:miter lim="800000"/>
            <a:headEnd/>
            <a:tailEnd/>
          </a:ln>
          <a:effectLst/>
        </p:spPr>
        <p:txBody>
          <a:bodyPr/>
          <a:lstStyle/>
          <a:p>
            <a:pPr marL="342900" indent="-342900" eaLnBrk="1" hangingPunct="1">
              <a:lnSpc>
                <a:spcPct val="120000"/>
              </a:lnSpc>
              <a:spcBef>
                <a:spcPct val="20000"/>
              </a:spcBef>
              <a:buClr>
                <a:schemeClr val="tx1"/>
              </a:buClr>
              <a:buSzPct val="70000"/>
              <a:defRPr/>
            </a:pPr>
            <a:r>
              <a:rPr kumimoji="1" lang="zh-CN" altLang="en-US" sz="2800" b="1" dirty="0">
                <a:solidFill>
                  <a:srgbClr val="0070C0"/>
                </a:solidFill>
                <a:effectLst>
                  <a:outerShdw blurRad="38100" dist="38100" dir="2700000" algn="tl">
                    <a:srgbClr val="000000">
                      <a:alpha val="43137"/>
                    </a:srgbClr>
                  </a:outerShdw>
                </a:effectLst>
              </a:rPr>
              <a:t>本讲重点内容</a:t>
            </a:r>
          </a:p>
          <a:p>
            <a:pPr marL="342900" indent="-342900" eaLnBrk="1" hangingPunct="1">
              <a:lnSpc>
                <a:spcPct val="150000"/>
              </a:lnSpc>
              <a:buClr>
                <a:schemeClr val="tx1"/>
              </a:buClr>
              <a:buSzPct val="70000"/>
              <a:defRPr/>
            </a:pPr>
            <a:r>
              <a:rPr kumimoji="1" lang="zh-CN" altLang="en-US" sz="2800" dirty="0">
                <a:solidFill>
                  <a:srgbClr val="0070C0"/>
                </a:solidFill>
                <a:effectLst>
                  <a:outerShdw blurRad="38100" dist="38100" dir="2700000" algn="tl">
                    <a:srgbClr val="000000">
                      <a:alpha val="43137"/>
                    </a:srgbClr>
                  </a:outerShdw>
                </a:effectLst>
                <a:latin typeface="宋体" pitchFamily="2" charset="-122"/>
              </a:rPr>
              <a:t>		</a:t>
            </a:r>
          </a:p>
          <a:p>
            <a:pPr marL="342900" indent="-342900" eaLnBrk="1" hangingPunct="1">
              <a:lnSpc>
                <a:spcPct val="125000"/>
              </a:lnSpc>
              <a:buClr>
                <a:schemeClr val="tx1"/>
              </a:buClr>
              <a:buSzPct val="70000"/>
              <a:defRPr/>
            </a:pPr>
            <a:r>
              <a:rPr kumimoji="1" lang="zh-CN" altLang="en-US" sz="2800" dirty="0">
                <a:solidFill>
                  <a:srgbClr val="0070C0"/>
                </a:solidFill>
                <a:effectLst>
                  <a:outerShdw blurRad="38100" dist="38100" dir="2700000" algn="tl">
                    <a:srgbClr val="000000">
                      <a:alpha val="43137"/>
                    </a:srgbClr>
                  </a:outerShdw>
                </a:effectLst>
                <a:latin typeface="宋体" pitchFamily="2" charset="-122"/>
              </a:rPr>
              <a:t>		</a:t>
            </a:r>
            <a:endParaRPr kumimoji="1" lang="zh-CN" altLang="en-US" sz="2800" dirty="0">
              <a:solidFill>
                <a:srgbClr val="0070C0"/>
              </a:solidFill>
              <a:effectLst>
                <a:outerShdw blurRad="38100" dist="38100" dir="2700000" algn="tl">
                  <a:srgbClr val="000000">
                    <a:alpha val="43137"/>
                  </a:srgbClr>
                </a:outerShdw>
              </a:effectLst>
            </a:endParaRPr>
          </a:p>
        </p:txBody>
      </p:sp>
      <p:sp>
        <p:nvSpPr>
          <p:cNvPr id="3" name="Text Box 50"/>
          <p:cNvSpPr txBox="1">
            <a:spLocks noChangeArrowheads="1"/>
          </p:cNvSpPr>
          <p:nvPr/>
        </p:nvSpPr>
        <p:spPr bwMode="auto">
          <a:xfrm>
            <a:off x="1919536" y="2241929"/>
            <a:ext cx="7870825" cy="1667764"/>
          </a:xfrm>
          <a:prstGeom prst="rect">
            <a:avLst/>
          </a:prstGeom>
          <a:noFill/>
          <a:ln w="76200">
            <a:noFill/>
            <a:miter lim="800000"/>
            <a:headEnd/>
            <a:tailEnd/>
          </a:ln>
        </p:spPr>
        <p:txBody>
          <a:bodyPr>
            <a:spAutoFit/>
          </a:bodyPr>
          <a:lstStyle/>
          <a:p>
            <a:pPr indent="152400">
              <a:lnSpc>
                <a:spcPct val="150000"/>
              </a:lnSpc>
              <a:tabLst>
                <a:tab pos="2636838" algn="ctr"/>
                <a:tab pos="5273675" algn="r"/>
              </a:tabLst>
              <a:defRPr/>
            </a:pPr>
            <a:r>
              <a:rPr lang="en-US" altLang="zh-CN" sz="2400" b="1" dirty="0"/>
              <a:t>1. </a:t>
            </a:r>
            <a:r>
              <a:rPr lang="zh-CN" altLang="en-US" sz="2400" b="1" dirty="0"/>
              <a:t>基本</a:t>
            </a:r>
            <a:r>
              <a:rPr lang="zh-CN" altLang="en-US" sz="2400" b="1" dirty="0">
                <a:solidFill>
                  <a:srgbClr val="FF0000"/>
                </a:solidFill>
              </a:rPr>
              <a:t>几何体表面相交</a:t>
            </a:r>
            <a:r>
              <a:rPr lang="zh-CN" altLang="en-US" sz="2400" b="1" dirty="0"/>
              <a:t>时</a:t>
            </a:r>
            <a:r>
              <a:rPr lang="zh-CN" altLang="en-US" sz="2400" b="1" dirty="0">
                <a:solidFill>
                  <a:srgbClr val="FF0000"/>
                </a:solidFill>
              </a:rPr>
              <a:t>相贯线</a:t>
            </a:r>
            <a:r>
              <a:rPr lang="zh-CN" altLang="en-US" sz="2400" b="1" dirty="0"/>
              <a:t>的形状、投影特点</a:t>
            </a:r>
            <a:endParaRPr lang="en-US" altLang="zh-CN" sz="2400" b="1" dirty="0"/>
          </a:p>
          <a:p>
            <a:pPr indent="152400">
              <a:lnSpc>
                <a:spcPct val="150000"/>
              </a:lnSpc>
              <a:tabLst>
                <a:tab pos="2636838" algn="ctr"/>
                <a:tab pos="5273675" algn="r"/>
              </a:tabLst>
              <a:defRPr/>
            </a:pPr>
            <a:r>
              <a:rPr lang="en-US" altLang="zh-CN" sz="2400" b="1" dirty="0"/>
              <a:t>2.</a:t>
            </a:r>
            <a:r>
              <a:rPr lang="zh-CN" altLang="zh-CN" sz="2400" b="1" dirty="0">
                <a:latin typeface="Arial" panose="020B0604020202020204" pitchFamily="34" charset="0"/>
              </a:rPr>
              <a:t> </a:t>
            </a:r>
            <a:r>
              <a:rPr lang="zh-CN" altLang="en-US" sz="2400" b="1" dirty="0">
                <a:latin typeface="+mn-ea"/>
                <a:ea typeface="+mn-ea"/>
              </a:rPr>
              <a:t>相贯几何体表面相贯线</a:t>
            </a:r>
            <a:r>
              <a:rPr lang="zh-CN" altLang="zh-CN" sz="2400" b="1" dirty="0">
                <a:latin typeface="Arial" panose="020B0604020202020204" pitchFamily="34" charset="0"/>
              </a:rPr>
              <a:t>作图方法</a:t>
            </a:r>
            <a:endParaRPr lang="en-US" altLang="zh-CN" sz="2400" b="1" dirty="0">
              <a:latin typeface="+mn-ea"/>
            </a:endParaRPr>
          </a:p>
          <a:p>
            <a:pPr indent="152400">
              <a:lnSpc>
                <a:spcPct val="150000"/>
              </a:lnSpc>
              <a:tabLst>
                <a:tab pos="2636838" algn="ctr"/>
                <a:tab pos="5273675" algn="r"/>
              </a:tabLst>
              <a:defRPr/>
            </a:pPr>
            <a:endParaRPr lang="zh-CN" altLang="en-US" sz="2400" b="1" dirty="0">
              <a:latin typeface="+mn-ea"/>
              <a:ea typeface="+mn-ea"/>
            </a:endParaRPr>
          </a:p>
        </p:txBody>
      </p:sp>
      <p:sp>
        <p:nvSpPr>
          <p:cNvPr id="4" name="Rectangle 52"/>
          <p:cNvSpPr>
            <a:spLocks noChangeArrowheads="1"/>
          </p:cNvSpPr>
          <p:nvPr/>
        </p:nvSpPr>
        <p:spPr bwMode="auto">
          <a:xfrm>
            <a:off x="1361152" y="3613661"/>
            <a:ext cx="3409950" cy="728663"/>
          </a:xfrm>
          <a:prstGeom prst="rect">
            <a:avLst/>
          </a:prstGeom>
          <a:noFill/>
          <a:ln w="9525">
            <a:noFill/>
            <a:miter lim="800000"/>
            <a:headEnd/>
            <a:tailEnd/>
          </a:ln>
          <a:effectLst/>
        </p:spPr>
        <p:txBody>
          <a:bodyPr/>
          <a:lstStyle/>
          <a:p>
            <a:pPr marL="342900" indent="-342900" eaLnBrk="1" hangingPunct="1">
              <a:lnSpc>
                <a:spcPct val="120000"/>
              </a:lnSpc>
              <a:spcBef>
                <a:spcPct val="20000"/>
              </a:spcBef>
              <a:buClr>
                <a:schemeClr val="tx1"/>
              </a:buClr>
              <a:buSzPct val="70000"/>
              <a:defRPr/>
            </a:pPr>
            <a:r>
              <a:rPr kumimoji="1" lang="zh-CN" altLang="en-US" sz="2800" b="1" dirty="0">
                <a:solidFill>
                  <a:srgbClr val="0070C0"/>
                </a:solidFill>
                <a:effectLst>
                  <a:outerShdw blurRad="38100" dist="38100" dir="2700000" algn="tl">
                    <a:srgbClr val="000000">
                      <a:alpha val="43137"/>
                    </a:srgbClr>
                  </a:outerShdw>
                </a:effectLst>
              </a:rPr>
              <a:t>学习目标</a:t>
            </a:r>
          </a:p>
          <a:p>
            <a:pPr marL="342900" indent="-342900" eaLnBrk="1" hangingPunct="1">
              <a:lnSpc>
                <a:spcPct val="150000"/>
              </a:lnSpc>
              <a:buClr>
                <a:schemeClr val="tx1"/>
              </a:buClr>
              <a:buSzPct val="70000"/>
              <a:defRPr/>
            </a:pPr>
            <a:r>
              <a:rPr kumimoji="1" lang="zh-CN" altLang="en-US" sz="2800" dirty="0">
                <a:latin typeface="宋体" pitchFamily="2" charset="-122"/>
              </a:rPr>
              <a:t>		</a:t>
            </a:r>
          </a:p>
          <a:p>
            <a:pPr marL="342900" indent="-342900" eaLnBrk="1" hangingPunct="1">
              <a:lnSpc>
                <a:spcPct val="125000"/>
              </a:lnSpc>
              <a:buClr>
                <a:schemeClr val="tx1"/>
              </a:buClr>
              <a:buSzPct val="70000"/>
              <a:defRPr/>
            </a:pPr>
            <a:r>
              <a:rPr kumimoji="1" lang="zh-CN" altLang="en-US" sz="2800" dirty="0">
                <a:latin typeface="宋体" pitchFamily="2" charset="-122"/>
              </a:rPr>
              <a:t>		</a:t>
            </a:r>
            <a:endParaRPr kumimoji="1" lang="zh-CN" altLang="en-US" sz="2800" dirty="0">
              <a:solidFill>
                <a:srgbClr val="FF0000"/>
              </a:solidFill>
            </a:endParaRPr>
          </a:p>
        </p:txBody>
      </p:sp>
      <p:grpSp>
        <p:nvGrpSpPr>
          <p:cNvPr id="6" name="组合 5"/>
          <p:cNvGrpSpPr>
            <a:grpSpLocks/>
          </p:cNvGrpSpPr>
          <p:nvPr/>
        </p:nvGrpSpPr>
        <p:grpSpPr bwMode="auto">
          <a:xfrm>
            <a:off x="1976437" y="4253424"/>
            <a:ext cx="8239125" cy="1113766"/>
            <a:chOff x="552450" y="4433888"/>
            <a:chExt cx="8239125" cy="1113766"/>
          </a:xfrm>
        </p:grpSpPr>
        <p:sp>
          <p:nvSpPr>
            <p:cNvPr id="5" name="Text Box 53"/>
            <p:cNvSpPr txBox="1">
              <a:spLocks noChangeArrowheads="1"/>
            </p:cNvSpPr>
            <p:nvPr/>
          </p:nvSpPr>
          <p:spPr bwMode="auto">
            <a:xfrm>
              <a:off x="552450" y="4433888"/>
              <a:ext cx="8239125" cy="1113766"/>
            </a:xfrm>
            <a:prstGeom prst="rect">
              <a:avLst/>
            </a:prstGeom>
            <a:noFill/>
            <a:ln w="76200">
              <a:noFill/>
              <a:miter lim="800000"/>
              <a:headEnd/>
              <a:tailEnd/>
            </a:ln>
            <a:effectLst/>
          </p:spPr>
          <p:txBody>
            <a:bodyPr>
              <a:spAutoFit/>
            </a:bodyPr>
            <a:lstStyle/>
            <a:p>
              <a:pPr eaLnBrk="1" hangingPunct="1">
                <a:lnSpc>
                  <a:spcPct val="150000"/>
                </a:lnSpc>
                <a:defRPr/>
              </a:pPr>
              <a:r>
                <a:rPr lang="zh-CN" altLang="en-US" sz="2400" dirty="0"/>
                <a:t>       理解掌握基本几何体与基本</a:t>
              </a:r>
              <a:r>
                <a:rPr lang="zh-CN" altLang="en-US" sz="2400" b="1" dirty="0">
                  <a:solidFill>
                    <a:srgbClr val="FF0000"/>
                  </a:solidFill>
                </a:rPr>
                <a:t>几何体表面相交</a:t>
              </a:r>
              <a:r>
                <a:rPr lang="zh-CN" altLang="en-US" sz="2400" dirty="0"/>
                <a:t>时</a:t>
              </a:r>
              <a:r>
                <a:rPr lang="zh-CN" altLang="en-US" sz="2400" b="1" dirty="0">
                  <a:solidFill>
                    <a:srgbClr val="FF0000"/>
                  </a:solidFill>
                </a:rPr>
                <a:t>相贯线</a:t>
              </a:r>
              <a:r>
                <a:rPr lang="zh-CN" altLang="en-US" sz="2400" dirty="0"/>
                <a:t>的形状、投影特点；会用投影原理图</a:t>
              </a:r>
              <a:r>
                <a:rPr lang="zh-CN" altLang="en-US" sz="2400" dirty="0">
                  <a:latin typeface="+mn-ea"/>
                  <a:ea typeface="+mn-ea"/>
                </a:rPr>
                <a:t>。</a:t>
              </a:r>
            </a:p>
          </p:txBody>
        </p:sp>
        <p:sp>
          <p:nvSpPr>
            <p:cNvPr id="10" name="五角星 9"/>
            <p:cNvSpPr/>
            <p:nvPr/>
          </p:nvSpPr>
          <p:spPr>
            <a:xfrm>
              <a:off x="719138" y="4611688"/>
              <a:ext cx="357187" cy="35718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sp>
        <p:nvSpPr>
          <p:cNvPr id="20486" name="Text Box 31"/>
          <p:cNvSpPr txBox="1">
            <a:spLocks noChangeArrowheads="1"/>
          </p:cNvSpPr>
          <p:nvPr/>
        </p:nvSpPr>
        <p:spPr bwMode="auto">
          <a:xfrm>
            <a:off x="3028951" y="288926"/>
            <a:ext cx="5915025" cy="584775"/>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latin typeface="黑体" pitchFamily="49" charset="-122"/>
                <a:ea typeface="黑体" pitchFamily="49" charset="-122"/>
              </a:rPr>
              <a:t>相贯几何体的构形及其投影</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5"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20"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21"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22" dur="1000" fill="hold"/>
                                        <p:tgtEl>
                                          <p:spTgt spid="4"/>
                                        </p:tgtEl>
                                        <p:attrNameLst>
                                          <p:attrName>ppt_h</p:attrName>
                                        </p:attrNameLst>
                                      </p:cBhvr>
                                      <p:tavLst>
                                        <p:tav tm="0">
                                          <p:val>
                                            <p:strVal val="#ppt_h"/>
                                          </p:val>
                                        </p:tav>
                                        <p:tav tm="100000">
                                          <p:val>
                                            <p:strVal val="#ppt_h"/>
                                          </p:val>
                                        </p:tav>
                                      </p:tavLst>
                                    </p:anim>
                                    <p:anim calcmode="lin" valueType="num">
                                      <p:cBhvr>
                                        <p:cTn id="23"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24"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25"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26" dur="1000" decel="50000">
                                          <p:stCondLst>
                                            <p:cond delay="0"/>
                                          </p:stCondLst>
                                        </p:cTn>
                                        <p:tgtEl>
                                          <p:spTgt spid="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up)">
                                      <p:cBhvr>
                                        <p:cTn id="31" dur="500"/>
                                        <p:tgtEl>
                                          <p:spTgt spid="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6" presetClass="entr" presetSubtype="37"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barn(outVertical)">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8" descr="圆柱方柱.jpg"/>
          <p:cNvPicPr>
            <a:picLocks noChangeAspect="1"/>
          </p:cNvPicPr>
          <p:nvPr/>
        </p:nvPicPr>
        <p:blipFill>
          <a:blip r:embed="rId2"/>
          <a:srcRect/>
          <a:stretch>
            <a:fillRect/>
          </a:stretch>
        </p:blipFill>
        <p:spPr bwMode="auto">
          <a:xfrm>
            <a:off x="1883532" y="2456892"/>
            <a:ext cx="5041900" cy="2847975"/>
          </a:xfrm>
          <a:prstGeom prst="rect">
            <a:avLst/>
          </a:prstGeom>
          <a:noFill/>
          <a:ln w="9525">
            <a:noFill/>
            <a:miter lim="800000"/>
            <a:headEnd/>
            <a:tailEnd/>
          </a:ln>
        </p:spPr>
      </p:pic>
      <p:pic>
        <p:nvPicPr>
          <p:cNvPr id="17" name="图片 9" descr="圆柱方柱1.jpg"/>
          <p:cNvPicPr>
            <a:picLocks noChangeAspect="1"/>
          </p:cNvPicPr>
          <p:nvPr/>
        </p:nvPicPr>
        <p:blipFill>
          <a:blip r:embed="rId3"/>
          <a:srcRect/>
          <a:stretch>
            <a:fillRect/>
          </a:stretch>
        </p:blipFill>
        <p:spPr bwMode="auto">
          <a:xfrm>
            <a:off x="7536160" y="3431096"/>
            <a:ext cx="3614738" cy="2540000"/>
          </a:xfrm>
          <a:prstGeom prst="rect">
            <a:avLst/>
          </a:prstGeom>
          <a:noFill/>
          <a:ln w="9525">
            <a:noFill/>
            <a:miter lim="800000"/>
            <a:headEnd/>
            <a:tailEnd/>
          </a:ln>
        </p:spPr>
      </p:pic>
      <p:sp>
        <p:nvSpPr>
          <p:cNvPr id="23" name="Rectangle 67"/>
          <p:cNvSpPr>
            <a:spLocks noChangeArrowheads="1"/>
          </p:cNvSpPr>
          <p:nvPr/>
        </p:nvSpPr>
        <p:spPr bwMode="auto">
          <a:xfrm>
            <a:off x="1451484" y="1400875"/>
            <a:ext cx="6243637" cy="609600"/>
          </a:xfrm>
          <a:prstGeom prst="rect">
            <a:avLst/>
          </a:prstGeom>
          <a:noFill/>
          <a:ln w="9525">
            <a:noFill/>
            <a:miter lim="800000"/>
            <a:headEnd/>
            <a:tailEnd/>
          </a:ln>
        </p:spPr>
        <p:txBody>
          <a:bodyPr anchor="ctr"/>
          <a:lstStyle/>
          <a:p>
            <a:pPr eaLnBrk="1" hangingPunct="1">
              <a:defRPr/>
            </a:pPr>
            <a:r>
              <a:rPr lang="zh-CN" altLang="en-US" sz="2800" b="1" dirty="0">
                <a:solidFill>
                  <a:schemeClr val="tx2"/>
                </a:solidFill>
                <a:latin typeface="+mn-ea"/>
                <a:ea typeface="+mn-ea"/>
              </a:rPr>
              <a:t>圆柱体与平面立体相贯后形成</a:t>
            </a:r>
            <a:r>
              <a:rPr lang="zh-CN" altLang="en-US" sz="2800" b="1" dirty="0">
                <a:latin typeface="+mn-ea"/>
                <a:ea typeface="+mn-ea"/>
              </a:rPr>
              <a:t>的产品</a:t>
            </a:r>
            <a:endParaRPr lang="zh-CN" altLang="en-US" sz="2800" dirty="0">
              <a:solidFill>
                <a:schemeClr val="tx2"/>
              </a:solidFill>
              <a:latin typeface="+mn-ea"/>
              <a:ea typeface="+mn-ea"/>
            </a:endParaRPr>
          </a:p>
        </p:txBody>
      </p:sp>
      <p:sp>
        <p:nvSpPr>
          <p:cNvPr id="7" name="Text Box 31">
            <a:extLst>
              <a:ext uri="{FF2B5EF4-FFF2-40B4-BE49-F238E27FC236}">
                <a16:creationId xmlns:a16="http://schemas.microsoft.com/office/drawing/2014/main" id="{7D834A42-B03E-457B-80A2-649AAC70B5FA}"/>
              </a:ext>
            </a:extLst>
          </p:cNvPr>
          <p:cNvSpPr txBox="1">
            <a:spLocks noChangeArrowheads="1"/>
          </p:cNvSpPr>
          <p:nvPr/>
        </p:nvSpPr>
        <p:spPr bwMode="auto">
          <a:xfrm>
            <a:off x="3028951" y="288926"/>
            <a:ext cx="5915025" cy="584775"/>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latin typeface="黑体" pitchFamily="49" charset="-122"/>
                <a:ea typeface="黑体" pitchFamily="49" charset="-122"/>
              </a:rPr>
              <a:t>相贯几何体的构形及其投影</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3"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heel(3)">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3"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1+#ppt_w/2"/>
                                          </p:val>
                                        </p:tav>
                                        <p:tav tm="100000">
                                          <p:val>
                                            <p:strVal val="#ppt_x"/>
                                          </p:val>
                                        </p:tav>
                                      </p:tavLst>
                                    </p:anim>
                                    <p:anim calcmode="lin" valueType="num">
                                      <p:cBhvr additive="base">
                                        <p:cTn id="13"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67" name="Picture 39"/>
          <p:cNvPicPr>
            <a:picLocks noChangeAspect="1" noChangeArrowheads="1"/>
          </p:cNvPicPr>
          <p:nvPr/>
        </p:nvPicPr>
        <p:blipFill>
          <a:blip r:embed="rId2"/>
          <a:srcRect/>
          <a:stretch>
            <a:fillRect/>
          </a:stretch>
        </p:blipFill>
        <p:spPr bwMode="auto">
          <a:xfrm>
            <a:off x="2152651" y="2698750"/>
            <a:ext cx="7751763" cy="2095500"/>
          </a:xfrm>
          <a:prstGeom prst="rect">
            <a:avLst/>
          </a:prstGeom>
          <a:noFill/>
          <a:ln w="28575" algn="ctr">
            <a:noFill/>
            <a:miter lim="800000"/>
            <a:headEnd/>
            <a:tailEnd/>
          </a:ln>
        </p:spPr>
      </p:pic>
      <p:pic>
        <p:nvPicPr>
          <p:cNvPr id="22566" name="Picture 38"/>
          <p:cNvPicPr>
            <a:picLocks noChangeAspect="1" noChangeArrowheads="1"/>
          </p:cNvPicPr>
          <p:nvPr/>
        </p:nvPicPr>
        <p:blipFill>
          <a:blip r:embed="rId3"/>
          <a:srcRect/>
          <a:stretch>
            <a:fillRect/>
          </a:stretch>
        </p:blipFill>
        <p:spPr bwMode="auto">
          <a:xfrm>
            <a:off x="2262189" y="2771776"/>
            <a:ext cx="7627937" cy="2066925"/>
          </a:xfrm>
          <a:prstGeom prst="rect">
            <a:avLst/>
          </a:prstGeom>
          <a:noFill/>
          <a:ln w="28575" algn="ctr">
            <a:noFill/>
            <a:miter lim="800000"/>
            <a:headEnd/>
            <a:tailEnd/>
          </a:ln>
        </p:spPr>
      </p:pic>
      <p:sp>
        <p:nvSpPr>
          <p:cNvPr id="22532" name="Text Box 3"/>
          <p:cNvSpPr txBox="1">
            <a:spLocks noChangeArrowheads="1"/>
          </p:cNvSpPr>
          <p:nvPr/>
        </p:nvSpPr>
        <p:spPr bwMode="auto">
          <a:xfrm>
            <a:off x="1909253" y="1612746"/>
            <a:ext cx="184731" cy="369332"/>
          </a:xfrm>
          <a:prstGeom prst="rect">
            <a:avLst/>
          </a:prstGeom>
          <a:noFill/>
          <a:ln w="28575">
            <a:noFill/>
            <a:miter lim="800000"/>
            <a:headEnd/>
            <a:tailEnd/>
          </a:ln>
        </p:spPr>
        <p:txBody>
          <a:bodyPr wrap="none" anchor="ctr">
            <a:spAutoFit/>
          </a:bodyPr>
          <a:lstStyle/>
          <a:p>
            <a:pPr eaLnBrk="1" hangingPunct="1"/>
            <a:endParaRPr lang="zh-CN" altLang="zh-CN"/>
          </a:p>
        </p:txBody>
      </p:sp>
      <p:sp>
        <p:nvSpPr>
          <p:cNvPr id="174084" name="Text Box 4"/>
          <p:cNvSpPr txBox="1">
            <a:spLocks noChangeArrowheads="1"/>
          </p:cNvSpPr>
          <p:nvPr/>
        </p:nvSpPr>
        <p:spPr bwMode="auto">
          <a:xfrm>
            <a:off x="1523492" y="1972038"/>
            <a:ext cx="5756275" cy="523875"/>
          </a:xfrm>
          <a:prstGeom prst="rect">
            <a:avLst/>
          </a:prstGeom>
          <a:noFill/>
          <a:ln w="28575">
            <a:noFill/>
            <a:miter lim="800000"/>
            <a:headEnd/>
            <a:tailEnd/>
          </a:ln>
        </p:spPr>
        <p:txBody>
          <a:bodyPr wrap="none" anchor="ctr">
            <a:spAutoFit/>
          </a:bodyPr>
          <a:lstStyle/>
          <a:p>
            <a:pPr eaLnBrk="1" hangingPunct="1">
              <a:defRPr/>
            </a:pPr>
            <a:r>
              <a:rPr lang="en-US" altLang="zh-CN" sz="2800" dirty="0">
                <a:solidFill>
                  <a:srgbClr val="FF0000"/>
                </a:solidFill>
                <a:latin typeface="+mn-ea"/>
                <a:ea typeface="+mn-ea"/>
                <a:sym typeface="Symbol" pitchFamily="18" charset="2"/>
              </a:rPr>
              <a:t></a:t>
            </a:r>
            <a:r>
              <a:rPr lang="zh-CN" altLang="en-US" sz="2800" b="1" dirty="0">
                <a:latin typeface="+mn-ea"/>
                <a:ea typeface="+mn-ea"/>
              </a:rPr>
              <a:t>几何体与几何体相交称为</a:t>
            </a:r>
            <a:r>
              <a:rPr lang="en-US" altLang="zh-CN" sz="2800" dirty="0">
                <a:solidFill>
                  <a:schemeClr val="tx2"/>
                </a:solidFill>
                <a:latin typeface="+mn-ea"/>
                <a:ea typeface="+mn-ea"/>
                <a:sym typeface="Symbol" pitchFamily="18" charset="2"/>
              </a:rPr>
              <a:t>——</a:t>
            </a:r>
            <a:r>
              <a:rPr lang="zh-CN" altLang="en-US" sz="2800" b="1" dirty="0">
                <a:solidFill>
                  <a:srgbClr val="FF0000"/>
                </a:solidFill>
                <a:latin typeface="+mn-ea"/>
                <a:ea typeface="+mn-ea"/>
                <a:sym typeface="Symbol" pitchFamily="18" charset="2"/>
              </a:rPr>
              <a:t>相贯</a:t>
            </a:r>
          </a:p>
        </p:txBody>
      </p:sp>
      <p:sp>
        <p:nvSpPr>
          <p:cNvPr id="22534" name="Text Box 29"/>
          <p:cNvSpPr txBox="1">
            <a:spLocks noChangeArrowheads="1"/>
          </p:cNvSpPr>
          <p:nvPr/>
        </p:nvSpPr>
        <p:spPr bwMode="auto">
          <a:xfrm>
            <a:off x="2498725" y="5301734"/>
            <a:ext cx="184731" cy="369332"/>
          </a:xfrm>
          <a:prstGeom prst="rect">
            <a:avLst/>
          </a:prstGeom>
          <a:noFill/>
          <a:ln w="28575">
            <a:noFill/>
            <a:miter lim="800000"/>
            <a:headEnd/>
            <a:tailEnd/>
          </a:ln>
        </p:spPr>
        <p:txBody>
          <a:bodyPr wrap="none" anchor="ctr">
            <a:spAutoFit/>
          </a:bodyPr>
          <a:lstStyle/>
          <a:p>
            <a:pPr eaLnBrk="1" hangingPunct="1"/>
            <a:endParaRPr lang="zh-CN" altLang="zh-CN"/>
          </a:p>
        </p:txBody>
      </p:sp>
      <p:sp>
        <p:nvSpPr>
          <p:cNvPr id="174110" name="Text Box 30"/>
          <p:cNvSpPr txBox="1">
            <a:spLocks noChangeArrowheads="1"/>
          </p:cNvSpPr>
          <p:nvPr/>
        </p:nvSpPr>
        <p:spPr bwMode="auto">
          <a:xfrm>
            <a:off x="2079625" y="5400675"/>
            <a:ext cx="8197850" cy="584200"/>
          </a:xfrm>
          <a:prstGeom prst="rect">
            <a:avLst/>
          </a:prstGeom>
          <a:noFill/>
          <a:ln w="28575">
            <a:noFill/>
            <a:miter lim="800000"/>
            <a:headEnd/>
            <a:tailEnd/>
          </a:ln>
        </p:spPr>
        <p:txBody>
          <a:bodyPr wrap="none" anchor="ctr">
            <a:spAutoFit/>
          </a:bodyPr>
          <a:lstStyle/>
          <a:p>
            <a:pPr eaLnBrk="1" hangingPunct="1"/>
            <a:r>
              <a:rPr lang="en-US" altLang="zh-CN" sz="3200">
                <a:solidFill>
                  <a:srgbClr val="FF0000"/>
                </a:solidFill>
                <a:sym typeface="Symbol" pitchFamily="18" charset="2"/>
              </a:rPr>
              <a:t></a:t>
            </a:r>
            <a:r>
              <a:rPr lang="zh-CN" altLang="en-US" sz="3200" b="1"/>
              <a:t>相贯时两几何体表面产生的交线</a:t>
            </a:r>
            <a:r>
              <a:rPr lang="en-US" altLang="zh-CN" sz="3200" b="1">
                <a:solidFill>
                  <a:schemeClr val="tx2"/>
                </a:solidFill>
                <a:latin typeface="Times New Roman" pitchFamily="18" charset="0"/>
                <a:sym typeface="Symbol" pitchFamily="18" charset="2"/>
              </a:rPr>
              <a:t>——</a:t>
            </a:r>
            <a:r>
              <a:rPr lang="zh-CN" altLang="en-US" sz="3200" b="1">
                <a:solidFill>
                  <a:srgbClr val="FF3300"/>
                </a:solidFill>
                <a:sym typeface="Symbol" pitchFamily="18" charset="2"/>
              </a:rPr>
              <a:t>相贯线</a:t>
            </a:r>
            <a:endParaRPr lang="zh-CN" altLang="en-US" sz="3600">
              <a:solidFill>
                <a:schemeClr val="tx2"/>
              </a:solidFill>
              <a:sym typeface="Symbol" pitchFamily="18" charset="2"/>
            </a:endParaRPr>
          </a:p>
        </p:txBody>
      </p:sp>
      <p:sp>
        <p:nvSpPr>
          <p:cNvPr id="31" name="Text Box 4"/>
          <p:cNvSpPr txBox="1">
            <a:spLocks noChangeArrowheads="1"/>
          </p:cNvSpPr>
          <p:nvPr/>
        </p:nvSpPr>
        <p:spPr bwMode="auto">
          <a:xfrm>
            <a:off x="1523492" y="1351324"/>
            <a:ext cx="2547937" cy="584200"/>
          </a:xfrm>
          <a:prstGeom prst="rect">
            <a:avLst/>
          </a:prstGeom>
          <a:noFill/>
          <a:ln w="28575">
            <a:noFill/>
            <a:miter lim="800000"/>
            <a:headEnd/>
            <a:tailEnd/>
          </a:ln>
        </p:spPr>
        <p:txBody>
          <a:bodyPr wrap="none" anchor="ctr">
            <a:spAutoFit/>
          </a:bodyPr>
          <a:lstStyle/>
          <a:p>
            <a:pPr eaLnBrk="1" hangingPunct="1"/>
            <a:r>
              <a:rPr lang="en-US" altLang="zh-CN" sz="3200" b="1">
                <a:solidFill>
                  <a:srgbClr val="FF0000"/>
                </a:solidFill>
                <a:sym typeface="Symbol" pitchFamily="18" charset="2"/>
              </a:rPr>
              <a:t> </a:t>
            </a:r>
            <a:r>
              <a:rPr lang="zh-CN" altLang="en-US" sz="3200" b="1">
                <a:sym typeface="Symbol" pitchFamily="18" charset="2"/>
              </a:rPr>
              <a:t>相贯的概念</a:t>
            </a:r>
          </a:p>
        </p:txBody>
      </p:sp>
      <p:sp>
        <p:nvSpPr>
          <p:cNvPr id="36" name="右箭头 35"/>
          <p:cNvSpPr>
            <a:spLocks noChangeArrowheads="1"/>
          </p:cNvSpPr>
          <p:nvPr/>
        </p:nvSpPr>
        <p:spPr bwMode="auto">
          <a:xfrm rot="-7567321">
            <a:off x="4837907" y="4383882"/>
            <a:ext cx="901700" cy="144463"/>
          </a:xfrm>
          <a:prstGeom prst="rightArrow">
            <a:avLst>
              <a:gd name="adj1" fmla="val 50000"/>
              <a:gd name="adj2" fmla="val 150177"/>
            </a:avLst>
          </a:prstGeom>
          <a:solidFill>
            <a:srgbClr val="FF0000"/>
          </a:solidFill>
          <a:ln w="28575" algn="ctr">
            <a:solidFill>
              <a:srgbClr val="FF0000"/>
            </a:solidFill>
            <a:round/>
            <a:headEnd/>
            <a:tailEnd/>
          </a:ln>
        </p:spPr>
        <p:txBody>
          <a:bodyPr wrap="none" anchor="ctr"/>
          <a:lstStyle/>
          <a:p>
            <a:pPr eaLnBrk="1" hangingPunct="1"/>
            <a:endParaRPr lang="zh-CN" altLang="en-US"/>
          </a:p>
        </p:txBody>
      </p:sp>
      <p:sp>
        <p:nvSpPr>
          <p:cNvPr id="38" name="矩形 37"/>
          <p:cNvSpPr>
            <a:spLocks noChangeArrowheads="1"/>
          </p:cNvSpPr>
          <p:nvPr/>
        </p:nvSpPr>
        <p:spPr bwMode="auto">
          <a:xfrm>
            <a:off x="5438775" y="4889501"/>
            <a:ext cx="1112838" cy="461963"/>
          </a:xfrm>
          <a:prstGeom prst="rect">
            <a:avLst/>
          </a:prstGeom>
          <a:noFill/>
          <a:ln w="9525">
            <a:noFill/>
            <a:miter lim="800000"/>
            <a:headEnd/>
            <a:tailEnd/>
          </a:ln>
        </p:spPr>
        <p:txBody>
          <a:bodyPr wrap="none">
            <a:spAutoFit/>
          </a:bodyPr>
          <a:lstStyle/>
          <a:p>
            <a:pPr eaLnBrk="1" hangingPunct="1"/>
            <a:r>
              <a:rPr lang="zh-CN" altLang="en-US" sz="2400" b="1">
                <a:solidFill>
                  <a:srgbClr val="FF3300"/>
                </a:solidFill>
                <a:sym typeface="Symbol" pitchFamily="18" charset="2"/>
              </a:rPr>
              <a:t>相贯线</a:t>
            </a:r>
            <a:endParaRPr lang="zh-CN" altLang="en-US" sz="2400"/>
          </a:p>
        </p:txBody>
      </p:sp>
      <p:sp>
        <p:nvSpPr>
          <p:cNvPr id="39" name="右箭头 38"/>
          <p:cNvSpPr>
            <a:spLocks noChangeArrowheads="1"/>
          </p:cNvSpPr>
          <p:nvPr/>
        </p:nvSpPr>
        <p:spPr bwMode="auto">
          <a:xfrm rot="-2205121">
            <a:off x="6102351" y="4225925"/>
            <a:ext cx="1128713" cy="152400"/>
          </a:xfrm>
          <a:prstGeom prst="rightArrow">
            <a:avLst>
              <a:gd name="adj1" fmla="val 50000"/>
              <a:gd name="adj2" fmla="val 150045"/>
            </a:avLst>
          </a:prstGeom>
          <a:solidFill>
            <a:srgbClr val="FF0000"/>
          </a:solidFill>
          <a:ln w="28575" algn="ctr">
            <a:solidFill>
              <a:srgbClr val="FF0000"/>
            </a:solidFill>
            <a:round/>
            <a:headEnd/>
            <a:tailEnd/>
          </a:ln>
        </p:spPr>
        <p:txBody>
          <a:bodyPr wrap="none" anchor="ctr"/>
          <a:lstStyle/>
          <a:p>
            <a:pPr eaLnBrk="1" hangingPunct="1"/>
            <a:endParaRPr lang="zh-CN" altLang="en-US"/>
          </a:p>
        </p:txBody>
      </p:sp>
      <p:sp>
        <p:nvSpPr>
          <p:cNvPr id="13" name="Text Box 31">
            <a:extLst>
              <a:ext uri="{FF2B5EF4-FFF2-40B4-BE49-F238E27FC236}">
                <a16:creationId xmlns:a16="http://schemas.microsoft.com/office/drawing/2014/main" id="{8F21A8D4-D079-4A59-BEA7-269A9F36D3BC}"/>
              </a:ext>
            </a:extLst>
          </p:cNvPr>
          <p:cNvSpPr txBox="1">
            <a:spLocks noChangeArrowheads="1"/>
          </p:cNvSpPr>
          <p:nvPr/>
        </p:nvSpPr>
        <p:spPr bwMode="auto">
          <a:xfrm>
            <a:off x="2797460" y="563712"/>
            <a:ext cx="5915025" cy="584775"/>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latin typeface="黑体" pitchFamily="49" charset="-122"/>
                <a:ea typeface="黑体" pitchFamily="49" charset="-122"/>
              </a:rPr>
              <a:t>相贯几何体的构形及其投影</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1">
                                            <p:txEl>
                                              <p:pRg st="0" end="0"/>
                                            </p:txEl>
                                          </p:spTgt>
                                        </p:tgtEl>
                                        <p:attrNameLst>
                                          <p:attrName>style.visibility</p:attrName>
                                        </p:attrNameLst>
                                      </p:cBhvr>
                                      <p:to>
                                        <p:strVal val="visible"/>
                                      </p:to>
                                    </p:set>
                                    <p:animEffect transition="in" filter="wipe(up)">
                                      <p:cBhvr>
                                        <p:cTn id="7" dur="75"/>
                                        <p:tgtEl>
                                          <p:spTgt spid="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174084">
                                            <p:txEl>
                                              <p:pRg st="0" end="0"/>
                                            </p:txEl>
                                          </p:spTgt>
                                        </p:tgtEl>
                                        <p:attrNameLst>
                                          <p:attrName>style.visibility</p:attrName>
                                        </p:attrNameLst>
                                      </p:cBhvr>
                                      <p:to>
                                        <p:strVal val="visible"/>
                                      </p:to>
                                    </p:set>
                                    <p:animEffect transition="in" filter="wipe(up)">
                                      <p:cBhvr>
                                        <p:cTn id="12" dur="75"/>
                                        <p:tgtEl>
                                          <p:spTgt spid="17408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2567"/>
                                        </p:tgtEl>
                                        <p:attrNameLst>
                                          <p:attrName>style.visibility</p:attrName>
                                        </p:attrNameLst>
                                      </p:cBhvr>
                                      <p:to>
                                        <p:strVal val="visible"/>
                                      </p:to>
                                    </p:set>
                                    <p:anim calcmode="lin" valueType="num">
                                      <p:cBhvr additive="base">
                                        <p:cTn id="17" dur="500" fill="hold"/>
                                        <p:tgtEl>
                                          <p:spTgt spid="22567"/>
                                        </p:tgtEl>
                                        <p:attrNameLst>
                                          <p:attrName>ppt_x</p:attrName>
                                        </p:attrNameLst>
                                      </p:cBhvr>
                                      <p:tavLst>
                                        <p:tav tm="0">
                                          <p:val>
                                            <p:strVal val="#ppt_x"/>
                                          </p:val>
                                        </p:tav>
                                        <p:tav tm="100000">
                                          <p:val>
                                            <p:strVal val="#ppt_x"/>
                                          </p:val>
                                        </p:tav>
                                      </p:tavLst>
                                    </p:anim>
                                    <p:anim calcmode="lin" valueType="num">
                                      <p:cBhvr additive="base">
                                        <p:cTn id="18" dur="500" fill="hold"/>
                                        <p:tgtEl>
                                          <p:spTgt spid="22567"/>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174110"/>
                                        </p:tgtEl>
                                        <p:attrNameLst>
                                          <p:attrName>style.visibility</p:attrName>
                                        </p:attrNameLst>
                                      </p:cBhvr>
                                      <p:to>
                                        <p:strVal val="visible"/>
                                      </p:to>
                                    </p:set>
                                    <p:animEffect transition="in" filter="strips(downRight)">
                                      <p:cBhvr>
                                        <p:cTn id="23" dur="500"/>
                                        <p:tgtEl>
                                          <p:spTgt spid="17411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22566"/>
                                        </p:tgtEl>
                                        <p:attrNameLst>
                                          <p:attrName>style.visibility</p:attrName>
                                        </p:attrNameLst>
                                      </p:cBhvr>
                                      <p:to>
                                        <p:strVal val="visible"/>
                                      </p:to>
                                    </p:set>
                                    <p:animEffect transition="in" filter="dissolve">
                                      <p:cBhvr>
                                        <p:cTn id="28" dur="500"/>
                                        <p:tgtEl>
                                          <p:spTgt spid="2256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wipe(down)">
                                      <p:cBhvr>
                                        <p:cTn id="33" dur="500"/>
                                        <p:tgtEl>
                                          <p:spTgt spid="39"/>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wipe(down)">
                                      <p:cBhvr>
                                        <p:cTn id="36" dur="500"/>
                                        <p:tgtEl>
                                          <p:spTgt spid="3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wipe(left)">
                                      <p:cBhvr>
                                        <p:cTn id="4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4" grpId="0" build="p" autoUpdateAnimBg="0"/>
      <p:bldP spid="174110" grpId="0" autoUpdateAnimBg="0"/>
      <p:bldP spid="31" grpId="0" build="p" autoUpdateAnimBg="0"/>
      <p:bldP spid="36" grpId="0" animBg="1"/>
      <p:bldP spid="38" grpId="0"/>
      <p:bldP spid="3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3"/>
          <p:cNvSpPr txBox="1">
            <a:spLocks noChangeArrowheads="1"/>
          </p:cNvSpPr>
          <p:nvPr/>
        </p:nvSpPr>
        <p:spPr bwMode="auto">
          <a:xfrm>
            <a:off x="1507332" y="1112840"/>
            <a:ext cx="4340225" cy="646113"/>
          </a:xfrm>
          <a:prstGeom prst="rect">
            <a:avLst/>
          </a:prstGeom>
          <a:noFill/>
          <a:ln w="9525">
            <a:noFill/>
            <a:miter lim="800000"/>
            <a:headEnd/>
            <a:tailEnd/>
          </a:ln>
        </p:spPr>
        <p:txBody>
          <a:bodyPr wrap="none">
            <a:spAutoFit/>
          </a:bodyPr>
          <a:lstStyle/>
          <a:p>
            <a:pPr eaLnBrk="1" hangingPunct="1">
              <a:defRPr/>
            </a:pPr>
            <a:r>
              <a:rPr lang="zh-CN" altLang="en-US" sz="3600" b="1" dirty="0">
                <a:solidFill>
                  <a:srgbClr val="FF0000"/>
                </a:solidFill>
                <a:effectLst>
                  <a:outerShdw blurRad="38100" dist="38100" dir="2700000" algn="tl">
                    <a:srgbClr val="000000">
                      <a:alpha val="43137"/>
                    </a:srgbClr>
                  </a:outerShdw>
                </a:effectLst>
                <a:latin typeface="+mn-ea"/>
                <a:ea typeface="+mn-ea"/>
              </a:rPr>
              <a:t>相贯线的主要性质：</a:t>
            </a:r>
          </a:p>
        </p:txBody>
      </p:sp>
      <p:sp>
        <p:nvSpPr>
          <p:cNvPr id="142340" name="Text Box 4"/>
          <p:cNvSpPr txBox="1">
            <a:spLocks noChangeArrowheads="1"/>
          </p:cNvSpPr>
          <p:nvPr/>
        </p:nvSpPr>
        <p:spPr bwMode="auto">
          <a:xfrm>
            <a:off x="1379476" y="5603208"/>
            <a:ext cx="9397044" cy="1066800"/>
          </a:xfrm>
          <a:prstGeom prst="rect">
            <a:avLst/>
          </a:prstGeom>
          <a:noFill/>
          <a:ln w="9525">
            <a:noFill/>
            <a:miter lim="800000"/>
            <a:headEnd/>
            <a:tailEnd/>
          </a:ln>
        </p:spPr>
        <p:txBody>
          <a:bodyPr wrap="square">
            <a:spAutoFit/>
          </a:bodyPr>
          <a:lstStyle/>
          <a:p>
            <a:pPr eaLnBrk="1" hangingPunct="1"/>
            <a:r>
              <a:rPr lang="en-US" altLang="zh-CN" sz="3200" dirty="0"/>
              <a:t>    </a:t>
            </a:r>
            <a:r>
              <a:rPr lang="zh-CN" altLang="en-US" sz="3200" dirty="0"/>
              <a:t>求相贯线的作图实质是找出相贯的两立体表面的若干</a:t>
            </a:r>
            <a:r>
              <a:rPr lang="zh-CN" altLang="en-US" sz="3200" dirty="0">
                <a:solidFill>
                  <a:srgbClr val="FF3300"/>
                </a:solidFill>
              </a:rPr>
              <a:t>共有点</a:t>
            </a:r>
            <a:r>
              <a:rPr lang="zh-CN" altLang="en-US" sz="3200" dirty="0"/>
              <a:t>的投影。</a:t>
            </a:r>
          </a:p>
        </p:txBody>
      </p:sp>
      <p:sp>
        <p:nvSpPr>
          <p:cNvPr id="142341" name="Text Box 5"/>
          <p:cNvSpPr txBox="1">
            <a:spLocks noChangeArrowheads="1"/>
          </p:cNvSpPr>
          <p:nvPr/>
        </p:nvSpPr>
        <p:spPr bwMode="auto">
          <a:xfrm>
            <a:off x="1737489" y="4537365"/>
            <a:ext cx="1939955" cy="584775"/>
          </a:xfrm>
          <a:prstGeom prst="rect">
            <a:avLst/>
          </a:prstGeom>
          <a:noFill/>
          <a:ln w="9525">
            <a:noFill/>
            <a:miter lim="800000"/>
            <a:headEnd/>
            <a:tailEnd/>
          </a:ln>
        </p:spPr>
        <p:txBody>
          <a:bodyPr wrap="none">
            <a:spAutoFit/>
          </a:bodyPr>
          <a:lstStyle/>
          <a:p>
            <a:pPr eaLnBrk="1" hangingPunct="1"/>
            <a:r>
              <a:rPr lang="en-US" altLang="zh-CN" sz="3200">
                <a:solidFill>
                  <a:srgbClr val="333399"/>
                </a:solidFill>
              </a:rPr>
              <a:t>★ </a:t>
            </a:r>
            <a:r>
              <a:rPr lang="zh-CN" altLang="en-US" sz="3200">
                <a:solidFill>
                  <a:srgbClr val="333399"/>
                </a:solidFill>
              </a:rPr>
              <a:t>共有性</a:t>
            </a:r>
          </a:p>
        </p:txBody>
      </p:sp>
      <p:sp>
        <p:nvSpPr>
          <p:cNvPr id="142342" name="Text Box 6"/>
          <p:cNvSpPr txBox="1">
            <a:spLocks noChangeArrowheads="1"/>
          </p:cNvSpPr>
          <p:nvPr/>
        </p:nvSpPr>
        <p:spPr bwMode="auto">
          <a:xfrm>
            <a:off x="1667669" y="1719552"/>
            <a:ext cx="2009775" cy="579438"/>
          </a:xfrm>
          <a:prstGeom prst="rect">
            <a:avLst/>
          </a:prstGeom>
          <a:noFill/>
          <a:ln w="9525">
            <a:noFill/>
            <a:miter lim="800000"/>
            <a:headEnd/>
            <a:tailEnd/>
          </a:ln>
        </p:spPr>
        <p:txBody>
          <a:bodyPr wrap="none">
            <a:spAutoFit/>
          </a:bodyPr>
          <a:lstStyle/>
          <a:p>
            <a:pPr eaLnBrk="1" hangingPunct="1"/>
            <a:r>
              <a:rPr lang="en-US" altLang="zh-CN" sz="3200" dirty="0">
                <a:solidFill>
                  <a:srgbClr val="333399"/>
                </a:solidFill>
              </a:rPr>
              <a:t>★ </a:t>
            </a:r>
            <a:r>
              <a:rPr lang="zh-CN" altLang="en-US" sz="3200" dirty="0">
                <a:solidFill>
                  <a:srgbClr val="333399"/>
                </a:solidFill>
              </a:rPr>
              <a:t>表面性</a:t>
            </a:r>
          </a:p>
        </p:txBody>
      </p:sp>
      <p:sp>
        <p:nvSpPr>
          <p:cNvPr id="142343" name="Text Box 7"/>
          <p:cNvSpPr txBox="1">
            <a:spLocks noChangeArrowheads="1"/>
          </p:cNvSpPr>
          <p:nvPr/>
        </p:nvSpPr>
        <p:spPr bwMode="auto">
          <a:xfrm>
            <a:off x="2211648" y="2195515"/>
            <a:ext cx="4852988" cy="523875"/>
          </a:xfrm>
          <a:prstGeom prst="rect">
            <a:avLst/>
          </a:prstGeom>
          <a:noFill/>
          <a:ln w="9525">
            <a:noFill/>
            <a:miter lim="800000"/>
            <a:headEnd/>
            <a:tailEnd/>
          </a:ln>
        </p:spPr>
        <p:txBody>
          <a:bodyPr wrap="none">
            <a:spAutoFit/>
          </a:bodyPr>
          <a:lstStyle/>
          <a:p>
            <a:pPr eaLnBrk="1" hangingPunct="1"/>
            <a:r>
              <a:rPr lang="zh-CN" altLang="en-US" sz="2800" dirty="0"/>
              <a:t>相贯线位于两立体的</a:t>
            </a:r>
            <a:r>
              <a:rPr lang="zh-CN" altLang="en-US" sz="2800" b="1" dirty="0">
                <a:solidFill>
                  <a:srgbClr val="FF0000"/>
                </a:solidFill>
              </a:rPr>
              <a:t>表面上</a:t>
            </a:r>
            <a:r>
              <a:rPr lang="zh-CN" altLang="en-US" sz="2800" dirty="0"/>
              <a:t>。</a:t>
            </a:r>
          </a:p>
        </p:txBody>
      </p:sp>
      <p:sp>
        <p:nvSpPr>
          <p:cNvPr id="142344" name="Text Box 8"/>
          <p:cNvSpPr txBox="1">
            <a:spLocks noChangeArrowheads="1"/>
          </p:cNvSpPr>
          <p:nvPr/>
        </p:nvSpPr>
        <p:spPr bwMode="auto">
          <a:xfrm>
            <a:off x="1852953" y="5140430"/>
            <a:ext cx="5211683" cy="523220"/>
          </a:xfrm>
          <a:prstGeom prst="rect">
            <a:avLst/>
          </a:prstGeom>
          <a:noFill/>
          <a:ln w="9525">
            <a:noFill/>
            <a:miter lim="800000"/>
            <a:headEnd/>
            <a:tailEnd/>
          </a:ln>
        </p:spPr>
        <p:txBody>
          <a:bodyPr wrap="none">
            <a:spAutoFit/>
          </a:bodyPr>
          <a:lstStyle/>
          <a:p>
            <a:pPr eaLnBrk="1" hangingPunct="1"/>
            <a:r>
              <a:rPr lang="zh-CN" altLang="en-US" sz="2800" dirty="0"/>
              <a:t>相贯线是</a:t>
            </a:r>
            <a:r>
              <a:rPr lang="zh-CN" altLang="en-US" sz="2800" dirty="0">
                <a:solidFill>
                  <a:srgbClr val="FF0000"/>
                </a:solidFill>
              </a:rPr>
              <a:t>两立体表面的共有线</a:t>
            </a:r>
            <a:r>
              <a:rPr lang="zh-CN" altLang="en-US" sz="2800" dirty="0"/>
              <a:t>。</a:t>
            </a:r>
          </a:p>
        </p:txBody>
      </p:sp>
      <p:sp>
        <p:nvSpPr>
          <p:cNvPr id="142345" name="Text Box 9"/>
          <p:cNvSpPr txBox="1">
            <a:spLocks noChangeArrowheads="1"/>
          </p:cNvSpPr>
          <p:nvPr/>
        </p:nvSpPr>
        <p:spPr bwMode="auto">
          <a:xfrm>
            <a:off x="1652287" y="2670394"/>
            <a:ext cx="1939955" cy="584775"/>
          </a:xfrm>
          <a:prstGeom prst="rect">
            <a:avLst/>
          </a:prstGeom>
          <a:noFill/>
          <a:ln w="38100">
            <a:noFill/>
            <a:miter lim="800000"/>
            <a:headEnd/>
            <a:tailEnd/>
          </a:ln>
        </p:spPr>
        <p:txBody>
          <a:bodyPr wrap="none" anchor="ctr">
            <a:spAutoFit/>
          </a:bodyPr>
          <a:lstStyle/>
          <a:p>
            <a:pPr eaLnBrk="1" hangingPunct="1"/>
            <a:r>
              <a:rPr lang="en-US" altLang="zh-CN" sz="3200" dirty="0">
                <a:solidFill>
                  <a:srgbClr val="333399"/>
                </a:solidFill>
              </a:rPr>
              <a:t>★ </a:t>
            </a:r>
            <a:r>
              <a:rPr lang="zh-CN" altLang="en-US" sz="3200" dirty="0">
                <a:solidFill>
                  <a:srgbClr val="333399"/>
                </a:solidFill>
              </a:rPr>
              <a:t>封闭性</a:t>
            </a:r>
          </a:p>
        </p:txBody>
      </p:sp>
      <p:sp>
        <p:nvSpPr>
          <p:cNvPr id="142346" name="Text Box 10"/>
          <p:cNvSpPr txBox="1">
            <a:spLocks noChangeArrowheads="1"/>
          </p:cNvSpPr>
          <p:nvPr/>
        </p:nvSpPr>
        <p:spPr bwMode="auto">
          <a:xfrm>
            <a:off x="1833824" y="3382090"/>
            <a:ext cx="6005173" cy="954107"/>
          </a:xfrm>
          <a:prstGeom prst="rect">
            <a:avLst/>
          </a:prstGeom>
          <a:noFill/>
          <a:ln w="38100">
            <a:noFill/>
            <a:miter lim="800000"/>
            <a:headEnd/>
            <a:tailEnd/>
          </a:ln>
        </p:spPr>
        <p:txBody>
          <a:bodyPr wrap="square" anchor="ctr">
            <a:spAutoFit/>
          </a:bodyPr>
          <a:lstStyle/>
          <a:p>
            <a:pPr eaLnBrk="1" hangingPunct="1"/>
            <a:r>
              <a:rPr lang="en-US" altLang="zh-CN" sz="2800" dirty="0"/>
              <a:t>    </a:t>
            </a:r>
            <a:r>
              <a:rPr lang="zh-CN" altLang="en-US" sz="2800" dirty="0"/>
              <a:t>相贯线一般是</a:t>
            </a:r>
            <a:r>
              <a:rPr lang="zh-CN" altLang="en-US" sz="2800" dirty="0">
                <a:solidFill>
                  <a:srgbClr val="FF0000"/>
                </a:solidFill>
              </a:rPr>
              <a:t>封闭的空间折线</a:t>
            </a:r>
            <a:r>
              <a:rPr lang="zh-CN" altLang="en-US" sz="2800" dirty="0"/>
              <a:t>（通常由直线和曲线组成）</a:t>
            </a:r>
            <a:r>
              <a:rPr lang="zh-CN" altLang="en-US" sz="2800" dirty="0">
                <a:solidFill>
                  <a:srgbClr val="FF0000"/>
                </a:solidFill>
              </a:rPr>
              <a:t>或空间曲线</a:t>
            </a:r>
            <a:r>
              <a:rPr lang="zh-CN" altLang="en-US" sz="2800" dirty="0"/>
              <a:t>。</a:t>
            </a:r>
          </a:p>
        </p:txBody>
      </p:sp>
      <p:pic>
        <p:nvPicPr>
          <p:cNvPr id="23563" name="Picture 27"/>
          <p:cNvPicPr>
            <a:picLocks noChangeAspect="1" noChangeArrowheads="1"/>
          </p:cNvPicPr>
          <p:nvPr/>
        </p:nvPicPr>
        <p:blipFill>
          <a:blip r:embed="rId3"/>
          <a:srcRect/>
          <a:stretch>
            <a:fillRect/>
          </a:stretch>
        </p:blipFill>
        <p:spPr bwMode="auto">
          <a:xfrm>
            <a:off x="8140700" y="1493838"/>
            <a:ext cx="2154238" cy="1808162"/>
          </a:xfrm>
          <a:prstGeom prst="rect">
            <a:avLst/>
          </a:prstGeom>
          <a:noFill/>
          <a:ln w="28575" algn="ctr">
            <a:noFill/>
            <a:miter lim="800000"/>
            <a:headEnd/>
            <a:tailEnd/>
          </a:ln>
        </p:spPr>
      </p:pic>
      <p:pic>
        <p:nvPicPr>
          <p:cNvPr id="23564" name="Picture 28"/>
          <p:cNvPicPr>
            <a:picLocks noChangeAspect="1" noChangeArrowheads="1"/>
          </p:cNvPicPr>
          <p:nvPr/>
        </p:nvPicPr>
        <p:blipFill>
          <a:blip r:embed="rId4"/>
          <a:srcRect/>
          <a:stretch>
            <a:fillRect/>
          </a:stretch>
        </p:blipFill>
        <p:spPr bwMode="auto">
          <a:xfrm>
            <a:off x="8177214" y="3392488"/>
            <a:ext cx="2225675" cy="2139950"/>
          </a:xfrm>
          <a:prstGeom prst="rect">
            <a:avLst/>
          </a:prstGeom>
          <a:noFill/>
          <a:ln w="28575" algn="ctr">
            <a:noFill/>
            <a:miter lim="800000"/>
            <a:headEnd/>
            <a:tailEnd/>
          </a:ln>
        </p:spPr>
      </p:pic>
      <p:sp>
        <p:nvSpPr>
          <p:cNvPr id="3" name="任意多边形 2"/>
          <p:cNvSpPr>
            <a:spLocks/>
          </p:cNvSpPr>
          <p:nvPr/>
        </p:nvSpPr>
        <p:spPr bwMode="auto">
          <a:xfrm>
            <a:off x="8820151" y="1954213"/>
            <a:ext cx="823913" cy="495300"/>
          </a:xfrm>
          <a:custGeom>
            <a:avLst/>
            <a:gdLst>
              <a:gd name="T0" fmla="*/ 4811 w 824146"/>
              <a:gd name="T1" fmla="*/ 57090 h 482608"/>
              <a:gd name="T2" fmla="*/ 51 w 824146"/>
              <a:gd name="T3" fmla="*/ 110998 h 482608"/>
              <a:gd name="T4" fmla="*/ 2430 w 824146"/>
              <a:gd name="T5" fmla="*/ 159772 h 482608"/>
              <a:gd name="T6" fmla="*/ 4811 w 824146"/>
              <a:gd name="T7" fmla="*/ 193143 h 482608"/>
              <a:gd name="T8" fmla="*/ 19086 w 824146"/>
              <a:gd name="T9" fmla="*/ 234217 h 482608"/>
              <a:gd name="T10" fmla="*/ 35740 w 824146"/>
              <a:gd name="T11" fmla="*/ 259889 h 482608"/>
              <a:gd name="T12" fmla="*/ 73807 w 824146"/>
              <a:gd name="T13" fmla="*/ 308662 h 482608"/>
              <a:gd name="T14" fmla="*/ 109496 w 824146"/>
              <a:gd name="T15" fmla="*/ 339468 h 482608"/>
              <a:gd name="T16" fmla="*/ 140425 w 824146"/>
              <a:gd name="T17" fmla="*/ 357436 h 482608"/>
              <a:gd name="T18" fmla="*/ 171356 w 824146"/>
              <a:gd name="T19" fmla="*/ 385674 h 482608"/>
              <a:gd name="T20" fmla="*/ 240354 w 824146"/>
              <a:gd name="T21" fmla="*/ 437015 h 482608"/>
              <a:gd name="T22" fmla="*/ 302214 w 824146"/>
              <a:gd name="T23" fmla="*/ 462685 h 482608"/>
              <a:gd name="T24" fmla="*/ 347419 w 824146"/>
              <a:gd name="T25" fmla="*/ 485789 h 482608"/>
              <a:gd name="T26" fmla="*/ 392624 w 824146"/>
              <a:gd name="T27" fmla="*/ 501191 h 482608"/>
              <a:gd name="T28" fmla="*/ 440209 w 824146"/>
              <a:gd name="T29" fmla="*/ 508892 h 482608"/>
              <a:gd name="T30" fmla="*/ 485414 w 824146"/>
              <a:gd name="T31" fmla="*/ 516594 h 482608"/>
              <a:gd name="T32" fmla="*/ 554411 w 824146"/>
              <a:gd name="T33" fmla="*/ 519161 h 482608"/>
              <a:gd name="T34" fmla="*/ 604375 w 824146"/>
              <a:gd name="T35" fmla="*/ 498624 h 482608"/>
              <a:gd name="T36" fmla="*/ 680512 w 824146"/>
              <a:gd name="T37" fmla="*/ 460117 h 482608"/>
              <a:gd name="T38" fmla="*/ 704303 w 824146"/>
              <a:gd name="T39" fmla="*/ 429313 h 482608"/>
              <a:gd name="T40" fmla="*/ 737611 w 824146"/>
              <a:gd name="T41" fmla="*/ 385674 h 482608"/>
              <a:gd name="T42" fmla="*/ 773300 w 824146"/>
              <a:gd name="T43" fmla="*/ 339468 h 482608"/>
              <a:gd name="T44" fmla="*/ 797093 w 824146"/>
              <a:gd name="T45" fmla="*/ 288126 h 482608"/>
              <a:gd name="T46" fmla="*/ 811368 w 824146"/>
              <a:gd name="T47" fmla="*/ 234217 h 482608"/>
              <a:gd name="T48" fmla="*/ 816126 w 824146"/>
              <a:gd name="T49" fmla="*/ 170041 h 482608"/>
              <a:gd name="T50" fmla="*/ 820886 w 824146"/>
              <a:gd name="T51" fmla="*/ 121266 h 482608"/>
              <a:gd name="T52" fmla="*/ 823264 w 824146"/>
              <a:gd name="T53" fmla="*/ 59658 h 482608"/>
              <a:gd name="T54" fmla="*/ 816126 w 824146"/>
              <a:gd name="T55" fmla="*/ 615 h 48260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24146"/>
              <a:gd name="T85" fmla="*/ 0 h 482608"/>
              <a:gd name="T86" fmla="*/ 824146 w 824146"/>
              <a:gd name="T87" fmla="*/ 482608 h 48260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24146" h="482608">
                <a:moveTo>
                  <a:pt x="4814" y="52958"/>
                </a:moveTo>
                <a:cubicBezTo>
                  <a:pt x="2631" y="70023"/>
                  <a:pt x="448" y="87089"/>
                  <a:pt x="51" y="102964"/>
                </a:cubicBezTo>
                <a:cubicBezTo>
                  <a:pt x="-346" y="118839"/>
                  <a:pt x="1639" y="135508"/>
                  <a:pt x="2433" y="148208"/>
                </a:cubicBezTo>
                <a:cubicBezTo>
                  <a:pt x="3227" y="160908"/>
                  <a:pt x="2036" y="167655"/>
                  <a:pt x="4814" y="179164"/>
                </a:cubicBezTo>
                <a:cubicBezTo>
                  <a:pt x="7592" y="190673"/>
                  <a:pt x="13942" y="206945"/>
                  <a:pt x="19101" y="217264"/>
                </a:cubicBezTo>
                <a:cubicBezTo>
                  <a:pt x="24260" y="227583"/>
                  <a:pt x="26642" y="229568"/>
                  <a:pt x="35770" y="241077"/>
                </a:cubicBezTo>
                <a:cubicBezTo>
                  <a:pt x="44898" y="252587"/>
                  <a:pt x="61567" y="274018"/>
                  <a:pt x="73870" y="286321"/>
                </a:cubicBezTo>
                <a:cubicBezTo>
                  <a:pt x="86173" y="298624"/>
                  <a:pt x="98477" y="307356"/>
                  <a:pt x="109589" y="314896"/>
                </a:cubicBezTo>
                <a:cubicBezTo>
                  <a:pt x="120701" y="322436"/>
                  <a:pt x="130226" y="324420"/>
                  <a:pt x="140545" y="331564"/>
                </a:cubicBezTo>
                <a:cubicBezTo>
                  <a:pt x="150864" y="338708"/>
                  <a:pt x="154832" y="345455"/>
                  <a:pt x="171501" y="357758"/>
                </a:cubicBezTo>
                <a:cubicBezTo>
                  <a:pt x="188170" y="370061"/>
                  <a:pt x="218730" y="393477"/>
                  <a:pt x="240558" y="405383"/>
                </a:cubicBezTo>
                <a:cubicBezTo>
                  <a:pt x="262386" y="417289"/>
                  <a:pt x="284611" y="421655"/>
                  <a:pt x="302470" y="429196"/>
                </a:cubicBezTo>
                <a:cubicBezTo>
                  <a:pt x="320329" y="436737"/>
                  <a:pt x="332633" y="444674"/>
                  <a:pt x="347714" y="450627"/>
                </a:cubicBezTo>
                <a:cubicBezTo>
                  <a:pt x="362795" y="456580"/>
                  <a:pt x="377480" y="461342"/>
                  <a:pt x="392958" y="464914"/>
                </a:cubicBezTo>
                <a:cubicBezTo>
                  <a:pt x="408436" y="468486"/>
                  <a:pt x="440583" y="472058"/>
                  <a:pt x="440583" y="472058"/>
                </a:cubicBezTo>
                <a:cubicBezTo>
                  <a:pt x="456061" y="474439"/>
                  <a:pt x="466776" y="477615"/>
                  <a:pt x="485826" y="479202"/>
                </a:cubicBezTo>
                <a:cubicBezTo>
                  <a:pt x="504876" y="480789"/>
                  <a:pt x="535039" y="484361"/>
                  <a:pt x="554883" y="481583"/>
                </a:cubicBezTo>
                <a:cubicBezTo>
                  <a:pt x="574727" y="478805"/>
                  <a:pt x="583855" y="471661"/>
                  <a:pt x="604889" y="462533"/>
                </a:cubicBezTo>
                <a:cubicBezTo>
                  <a:pt x="625923" y="453405"/>
                  <a:pt x="664420" y="437530"/>
                  <a:pt x="681089" y="426814"/>
                </a:cubicBezTo>
                <a:cubicBezTo>
                  <a:pt x="697758" y="416098"/>
                  <a:pt x="704901" y="398239"/>
                  <a:pt x="704901" y="398239"/>
                </a:cubicBezTo>
                <a:lnTo>
                  <a:pt x="738239" y="357758"/>
                </a:lnTo>
                <a:cubicBezTo>
                  <a:pt x="749748" y="343868"/>
                  <a:pt x="764036" y="329977"/>
                  <a:pt x="773958" y="314896"/>
                </a:cubicBezTo>
                <a:cubicBezTo>
                  <a:pt x="783880" y="299815"/>
                  <a:pt x="791420" y="283543"/>
                  <a:pt x="797770" y="267271"/>
                </a:cubicBezTo>
                <a:cubicBezTo>
                  <a:pt x="804120" y="250999"/>
                  <a:pt x="808883" y="235520"/>
                  <a:pt x="812058" y="217264"/>
                </a:cubicBezTo>
                <a:cubicBezTo>
                  <a:pt x="815233" y="199008"/>
                  <a:pt x="815233" y="175195"/>
                  <a:pt x="816820" y="157733"/>
                </a:cubicBezTo>
                <a:cubicBezTo>
                  <a:pt x="818407" y="140271"/>
                  <a:pt x="820392" y="129555"/>
                  <a:pt x="821583" y="112489"/>
                </a:cubicBezTo>
                <a:cubicBezTo>
                  <a:pt x="822774" y="95423"/>
                  <a:pt x="824758" y="73992"/>
                  <a:pt x="823964" y="55339"/>
                </a:cubicBezTo>
                <a:cubicBezTo>
                  <a:pt x="823170" y="36686"/>
                  <a:pt x="816026" y="-5382"/>
                  <a:pt x="816820" y="571"/>
                </a:cubicBezTo>
              </a:path>
            </a:pathLst>
          </a:custGeom>
          <a:noFill/>
          <a:ln w="22225">
            <a:solidFill>
              <a:srgbClr val="FF0000"/>
            </a:solidFill>
            <a:miter lim="800000"/>
            <a:headEnd/>
            <a:tailEnd/>
          </a:ln>
        </p:spPr>
        <p:txBody>
          <a:bodyPr anchor="ctr"/>
          <a:lstStyle/>
          <a:p>
            <a:endParaRPr lang="zh-CN" altLang="en-US"/>
          </a:p>
        </p:txBody>
      </p:sp>
      <p:sp>
        <p:nvSpPr>
          <p:cNvPr id="15" name="Text Box 31">
            <a:extLst>
              <a:ext uri="{FF2B5EF4-FFF2-40B4-BE49-F238E27FC236}">
                <a16:creationId xmlns:a16="http://schemas.microsoft.com/office/drawing/2014/main" id="{6FE1A76A-982B-491F-9A34-652C22E53DD7}"/>
              </a:ext>
            </a:extLst>
          </p:cNvPr>
          <p:cNvSpPr txBox="1">
            <a:spLocks noChangeArrowheads="1"/>
          </p:cNvSpPr>
          <p:nvPr/>
        </p:nvSpPr>
        <p:spPr bwMode="auto">
          <a:xfrm>
            <a:off x="3028951" y="288926"/>
            <a:ext cx="5915025" cy="584775"/>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latin typeface="黑体" pitchFamily="49" charset="-122"/>
                <a:ea typeface="黑体" pitchFamily="49" charset="-122"/>
              </a:rPr>
              <a:t>相贯几何体的构形及其投影</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2342"/>
                                        </p:tgtEl>
                                        <p:attrNameLst>
                                          <p:attrName>style.visibility</p:attrName>
                                        </p:attrNameLst>
                                      </p:cBhvr>
                                      <p:to>
                                        <p:strVal val="visible"/>
                                      </p:to>
                                    </p:set>
                                    <p:anim calcmode="lin" valueType="num">
                                      <p:cBhvr additive="base">
                                        <p:cTn id="7" dur="500" fill="hold"/>
                                        <p:tgtEl>
                                          <p:spTgt spid="142342"/>
                                        </p:tgtEl>
                                        <p:attrNameLst>
                                          <p:attrName>ppt_x</p:attrName>
                                        </p:attrNameLst>
                                      </p:cBhvr>
                                      <p:tavLst>
                                        <p:tav tm="0">
                                          <p:val>
                                            <p:strVal val="0-#ppt_w/2"/>
                                          </p:val>
                                        </p:tav>
                                        <p:tav tm="100000">
                                          <p:val>
                                            <p:strVal val="#ppt_x"/>
                                          </p:val>
                                        </p:tav>
                                      </p:tavLst>
                                    </p:anim>
                                    <p:anim calcmode="lin" valueType="num">
                                      <p:cBhvr additive="base">
                                        <p:cTn id="8" dur="500" fill="hold"/>
                                        <p:tgtEl>
                                          <p:spTgt spid="14234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hammer.wav"/>
                                        </p:tgtEl>
                                      </p:cMediaNode>
                                    </p:audio>
                                  </p:sub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42345"/>
                                        </p:tgtEl>
                                        <p:attrNameLst>
                                          <p:attrName>style.visibility</p:attrName>
                                        </p:attrNameLst>
                                      </p:cBhvr>
                                      <p:to>
                                        <p:strVal val="visible"/>
                                      </p:to>
                                    </p:set>
                                    <p:anim calcmode="lin" valueType="num">
                                      <p:cBhvr additive="base">
                                        <p:cTn id="12" dur="500" fill="hold"/>
                                        <p:tgtEl>
                                          <p:spTgt spid="142345"/>
                                        </p:tgtEl>
                                        <p:attrNameLst>
                                          <p:attrName>ppt_x</p:attrName>
                                        </p:attrNameLst>
                                      </p:cBhvr>
                                      <p:tavLst>
                                        <p:tav tm="0">
                                          <p:val>
                                            <p:strVal val="0-#ppt_w/2"/>
                                          </p:val>
                                        </p:tav>
                                        <p:tav tm="100000">
                                          <p:val>
                                            <p:strVal val="#ppt_x"/>
                                          </p:val>
                                        </p:tav>
                                      </p:tavLst>
                                    </p:anim>
                                    <p:anim calcmode="lin" valueType="num">
                                      <p:cBhvr additive="base">
                                        <p:cTn id="13" dur="500" fill="hold"/>
                                        <p:tgtEl>
                                          <p:spTgt spid="142345"/>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42341"/>
                                        </p:tgtEl>
                                        <p:attrNameLst>
                                          <p:attrName>style.visibility</p:attrName>
                                        </p:attrNameLst>
                                      </p:cBhvr>
                                      <p:to>
                                        <p:strVal val="visible"/>
                                      </p:to>
                                    </p:set>
                                    <p:anim calcmode="lin" valueType="num">
                                      <p:cBhvr additive="base">
                                        <p:cTn id="17" dur="500" fill="hold"/>
                                        <p:tgtEl>
                                          <p:spTgt spid="142341"/>
                                        </p:tgtEl>
                                        <p:attrNameLst>
                                          <p:attrName>ppt_x</p:attrName>
                                        </p:attrNameLst>
                                      </p:cBhvr>
                                      <p:tavLst>
                                        <p:tav tm="0">
                                          <p:val>
                                            <p:strVal val="0-#ppt_w/2"/>
                                          </p:val>
                                        </p:tav>
                                        <p:tav tm="100000">
                                          <p:val>
                                            <p:strVal val="#ppt_x"/>
                                          </p:val>
                                        </p:tav>
                                      </p:tavLst>
                                    </p:anim>
                                    <p:anim calcmode="lin" valueType="num">
                                      <p:cBhvr additive="base">
                                        <p:cTn id="18" dur="500" fill="hold"/>
                                        <p:tgtEl>
                                          <p:spTgt spid="142341"/>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142343"/>
                                        </p:tgtEl>
                                        <p:attrNameLst>
                                          <p:attrName>style.visibility</p:attrName>
                                        </p:attrNameLst>
                                      </p:cBhvr>
                                      <p:to>
                                        <p:strVal val="visible"/>
                                      </p:to>
                                    </p:set>
                                    <p:animEffect transition="in" filter="strips(downRight)">
                                      <p:cBhvr>
                                        <p:cTn id="23" dur="500"/>
                                        <p:tgtEl>
                                          <p:spTgt spid="14234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142346"/>
                                        </p:tgtEl>
                                        <p:attrNameLst>
                                          <p:attrName>style.visibility</p:attrName>
                                        </p:attrNameLst>
                                      </p:cBhvr>
                                      <p:to>
                                        <p:strVal val="visible"/>
                                      </p:to>
                                    </p:set>
                                    <p:animEffect transition="in" filter="strips(downRight)">
                                      <p:cBhvr>
                                        <p:cTn id="33" dur="500"/>
                                        <p:tgtEl>
                                          <p:spTgt spid="14234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7" presetClass="entr" presetSubtype="8" fill="hold" grpId="0" nodeType="clickEffect">
                                  <p:stCondLst>
                                    <p:cond delay="0"/>
                                  </p:stCondLst>
                                  <p:childTnLst>
                                    <p:set>
                                      <p:cBhvr>
                                        <p:cTn id="37" dur="1" fill="hold">
                                          <p:stCondLst>
                                            <p:cond delay="0"/>
                                          </p:stCondLst>
                                        </p:cTn>
                                        <p:tgtEl>
                                          <p:spTgt spid="142344"/>
                                        </p:tgtEl>
                                        <p:attrNameLst>
                                          <p:attrName>style.visibility</p:attrName>
                                        </p:attrNameLst>
                                      </p:cBhvr>
                                      <p:to>
                                        <p:strVal val="visible"/>
                                      </p:to>
                                    </p:set>
                                    <p:anim calcmode="lin" valueType="num">
                                      <p:cBhvr>
                                        <p:cTn id="38" dur="500" fill="hold"/>
                                        <p:tgtEl>
                                          <p:spTgt spid="142344"/>
                                        </p:tgtEl>
                                        <p:attrNameLst>
                                          <p:attrName>ppt_x</p:attrName>
                                        </p:attrNameLst>
                                      </p:cBhvr>
                                      <p:tavLst>
                                        <p:tav tm="0">
                                          <p:val>
                                            <p:strVal val="#ppt_x-#ppt_w/2"/>
                                          </p:val>
                                        </p:tav>
                                        <p:tav tm="100000">
                                          <p:val>
                                            <p:strVal val="#ppt_x"/>
                                          </p:val>
                                        </p:tav>
                                      </p:tavLst>
                                    </p:anim>
                                    <p:anim calcmode="lin" valueType="num">
                                      <p:cBhvr>
                                        <p:cTn id="39" dur="500" fill="hold"/>
                                        <p:tgtEl>
                                          <p:spTgt spid="142344"/>
                                        </p:tgtEl>
                                        <p:attrNameLst>
                                          <p:attrName>ppt_y</p:attrName>
                                        </p:attrNameLst>
                                      </p:cBhvr>
                                      <p:tavLst>
                                        <p:tav tm="0">
                                          <p:val>
                                            <p:strVal val="#ppt_y"/>
                                          </p:val>
                                        </p:tav>
                                        <p:tav tm="100000">
                                          <p:val>
                                            <p:strVal val="#ppt_y"/>
                                          </p:val>
                                        </p:tav>
                                      </p:tavLst>
                                    </p:anim>
                                    <p:anim calcmode="lin" valueType="num">
                                      <p:cBhvr>
                                        <p:cTn id="40" dur="500" fill="hold"/>
                                        <p:tgtEl>
                                          <p:spTgt spid="142344"/>
                                        </p:tgtEl>
                                        <p:attrNameLst>
                                          <p:attrName>ppt_w</p:attrName>
                                        </p:attrNameLst>
                                      </p:cBhvr>
                                      <p:tavLst>
                                        <p:tav tm="0">
                                          <p:val>
                                            <p:fltVal val="0"/>
                                          </p:val>
                                        </p:tav>
                                        <p:tav tm="100000">
                                          <p:val>
                                            <p:strVal val="#ppt_w"/>
                                          </p:val>
                                        </p:tav>
                                      </p:tavLst>
                                    </p:anim>
                                    <p:anim calcmode="lin" valueType="num">
                                      <p:cBhvr>
                                        <p:cTn id="41" dur="500" fill="hold"/>
                                        <p:tgtEl>
                                          <p:spTgt spid="142344"/>
                                        </p:tgtEl>
                                        <p:attrNameLst>
                                          <p:attrName>ppt_h</p:attrName>
                                        </p:attrNameLst>
                                      </p:cBhvr>
                                      <p:tavLst>
                                        <p:tav tm="0">
                                          <p:val>
                                            <p:strVal val="#ppt_h"/>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16" fill="hold" grpId="0" nodeType="clickEffect">
                                  <p:stCondLst>
                                    <p:cond delay="0"/>
                                  </p:stCondLst>
                                  <p:childTnLst>
                                    <p:set>
                                      <p:cBhvr>
                                        <p:cTn id="45" dur="1" fill="hold">
                                          <p:stCondLst>
                                            <p:cond delay="0"/>
                                          </p:stCondLst>
                                        </p:cTn>
                                        <p:tgtEl>
                                          <p:spTgt spid="142340"/>
                                        </p:tgtEl>
                                        <p:attrNameLst>
                                          <p:attrName>style.visibility</p:attrName>
                                        </p:attrNameLst>
                                      </p:cBhvr>
                                      <p:to>
                                        <p:strVal val="visible"/>
                                      </p:to>
                                    </p:set>
                                    <p:animEffect transition="in" filter="box(in)">
                                      <p:cBhvr>
                                        <p:cTn id="46" dur="500"/>
                                        <p:tgtEl>
                                          <p:spTgt spid="142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0" grpId="0" autoUpdateAnimBg="0"/>
      <p:bldP spid="142341" grpId="0" autoUpdateAnimBg="0"/>
      <p:bldP spid="142342" grpId="0" autoUpdateAnimBg="0"/>
      <p:bldP spid="142343" grpId="0" autoUpdateAnimBg="0"/>
      <p:bldP spid="142344" grpId="0" autoUpdateAnimBg="0"/>
      <p:bldP spid="142345" grpId="0" autoUpdateAnimBg="0"/>
      <p:bldP spid="142346" grpId="0" autoUpdateAnimBg="0"/>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2" name="Rectangle 4"/>
          <p:cNvSpPr>
            <a:spLocks noChangeArrowheads="1"/>
          </p:cNvSpPr>
          <p:nvPr/>
        </p:nvSpPr>
        <p:spPr bwMode="auto">
          <a:xfrm>
            <a:off x="3791235" y="3319754"/>
            <a:ext cx="5681363" cy="523220"/>
          </a:xfrm>
          <a:prstGeom prst="rect">
            <a:avLst/>
          </a:prstGeom>
          <a:noFill/>
          <a:ln w="28575" algn="ctr">
            <a:noFill/>
            <a:miter lim="800000"/>
            <a:headEnd/>
            <a:tailEnd/>
          </a:ln>
        </p:spPr>
        <p:txBody>
          <a:bodyPr wrap="none" anchor="ctr">
            <a:spAutoFit/>
          </a:bodyPr>
          <a:lstStyle/>
          <a:p>
            <a:pPr indent="266700" algn="ctr" eaLnBrk="1" hangingPunct="1"/>
            <a:r>
              <a:rPr lang="en-US" altLang="zh-CN" sz="2800" b="1">
                <a:latin typeface="+mn-ea"/>
                <a:ea typeface="+mn-ea"/>
              </a:rPr>
              <a:t>1</a:t>
            </a:r>
            <a:r>
              <a:rPr lang="zh-CN" altLang="en-US" sz="2800" b="1">
                <a:latin typeface="+mn-ea"/>
                <a:ea typeface="+mn-ea"/>
              </a:rPr>
              <a:t>）平面几何体与平面几何体相贯</a:t>
            </a:r>
          </a:p>
        </p:txBody>
      </p:sp>
      <p:sp>
        <p:nvSpPr>
          <p:cNvPr id="176133" name="Rectangle 5"/>
          <p:cNvSpPr>
            <a:spLocks noChangeArrowheads="1"/>
          </p:cNvSpPr>
          <p:nvPr/>
        </p:nvSpPr>
        <p:spPr bwMode="auto">
          <a:xfrm>
            <a:off x="1336676" y="1383507"/>
            <a:ext cx="2698175" cy="523220"/>
          </a:xfrm>
          <a:prstGeom prst="rect">
            <a:avLst/>
          </a:prstGeom>
          <a:noFill/>
          <a:ln w="28575" algn="ctr">
            <a:noFill/>
            <a:miter lim="800000"/>
            <a:headEnd/>
            <a:tailEnd/>
          </a:ln>
        </p:spPr>
        <p:txBody>
          <a:bodyPr wrap="none">
            <a:spAutoFit/>
          </a:bodyPr>
          <a:lstStyle/>
          <a:p>
            <a:pPr eaLnBrk="1" hangingPunct="1"/>
            <a:r>
              <a:rPr lang="zh-CN" altLang="en-US" sz="2800" b="1" dirty="0">
                <a:latin typeface="+mn-ea"/>
                <a:ea typeface="+mn-ea"/>
              </a:rPr>
              <a:t>相贯的基本形式</a:t>
            </a:r>
          </a:p>
        </p:txBody>
      </p:sp>
      <p:sp>
        <p:nvSpPr>
          <p:cNvPr id="176135" name="Rectangle 7"/>
          <p:cNvSpPr>
            <a:spLocks noChangeArrowheads="1"/>
          </p:cNvSpPr>
          <p:nvPr/>
        </p:nvSpPr>
        <p:spPr bwMode="auto">
          <a:xfrm>
            <a:off x="2207568" y="2183606"/>
            <a:ext cx="6295313" cy="523220"/>
          </a:xfrm>
          <a:prstGeom prst="rect">
            <a:avLst/>
          </a:prstGeom>
          <a:noFill/>
          <a:ln w="28575" algn="ctr">
            <a:noFill/>
            <a:miter lim="800000"/>
            <a:headEnd/>
            <a:tailEnd/>
          </a:ln>
        </p:spPr>
        <p:txBody>
          <a:bodyPr wrap="none">
            <a:spAutoFit/>
          </a:bodyPr>
          <a:lstStyle/>
          <a:p>
            <a:pPr eaLnBrk="1" hangingPunct="1"/>
            <a:r>
              <a:rPr lang="zh-CN" altLang="en-US" sz="2800" b="1" dirty="0">
                <a:latin typeface="+mn-ea"/>
                <a:ea typeface="+mn-ea"/>
              </a:rPr>
              <a:t>按照几何体的</a:t>
            </a:r>
            <a:r>
              <a:rPr lang="zh-CN" altLang="en-US" sz="2800" b="1" dirty="0">
                <a:solidFill>
                  <a:srgbClr val="FF0066"/>
                </a:solidFill>
                <a:latin typeface="+mn-ea"/>
                <a:ea typeface="+mn-ea"/>
              </a:rPr>
              <a:t>类型不同</a:t>
            </a:r>
            <a:r>
              <a:rPr lang="zh-CN" altLang="en-US" sz="2800" b="1" dirty="0">
                <a:latin typeface="+mn-ea"/>
                <a:ea typeface="+mn-ea"/>
              </a:rPr>
              <a:t>，几何体相贯分</a:t>
            </a:r>
            <a:endParaRPr lang="en-US" altLang="zh-CN" sz="2800" b="1" dirty="0">
              <a:latin typeface="+mn-ea"/>
              <a:ea typeface="+mn-ea"/>
            </a:endParaRPr>
          </a:p>
        </p:txBody>
      </p:sp>
      <p:sp>
        <p:nvSpPr>
          <p:cNvPr id="176136" name="Rectangle 8"/>
          <p:cNvSpPr>
            <a:spLocks noChangeArrowheads="1"/>
          </p:cNvSpPr>
          <p:nvPr/>
        </p:nvSpPr>
        <p:spPr bwMode="auto">
          <a:xfrm>
            <a:off x="1792422" y="4039357"/>
            <a:ext cx="1980029" cy="523220"/>
          </a:xfrm>
          <a:prstGeom prst="rect">
            <a:avLst/>
          </a:prstGeom>
          <a:noFill/>
          <a:ln w="28575" algn="ctr">
            <a:noFill/>
            <a:miter lim="800000"/>
            <a:headEnd/>
            <a:tailEnd/>
          </a:ln>
        </p:spPr>
        <p:txBody>
          <a:bodyPr wrap="none">
            <a:spAutoFit/>
          </a:bodyPr>
          <a:lstStyle/>
          <a:p>
            <a:pPr eaLnBrk="1" hangingPunct="1"/>
            <a:r>
              <a:rPr lang="zh-CN" altLang="en-US" sz="2800" b="1">
                <a:latin typeface="+mn-ea"/>
                <a:ea typeface="+mn-ea"/>
              </a:rPr>
              <a:t>三种情况：</a:t>
            </a:r>
          </a:p>
        </p:txBody>
      </p:sp>
      <p:sp>
        <p:nvSpPr>
          <p:cNvPr id="176137" name="Rectangle 9"/>
          <p:cNvSpPr>
            <a:spLocks noChangeArrowheads="1"/>
          </p:cNvSpPr>
          <p:nvPr/>
        </p:nvSpPr>
        <p:spPr bwMode="auto">
          <a:xfrm>
            <a:off x="3827748" y="4148429"/>
            <a:ext cx="5681363" cy="523220"/>
          </a:xfrm>
          <a:prstGeom prst="rect">
            <a:avLst/>
          </a:prstGeom>
          <a:noFill/>
          <a:ln w="28575" algn="ctr">
            <a:noFill/>
            <a:miter lim="800000"/>
            <a:headEnd/>
            <a:tailEnd/>
          </a:ln>
        </p:spPr>
        <p:txBody>
          <a:bodyPr wrap="none" anchor="ctr">
            <a:spAutoFit/>
          </a:bodyPr>
          <a:lstStyle/>
          <a:p>
            <a:pPr indent="266700" algn="ctr" eaLnBrk="1" hangingPunct="1"/>
            <a:r>
              <a:rPr lang="en-US" altLang="zh-CN" sz="2800" b="1">
                <a:latin typeface="+mn-ea"/>
                <a:ea typeface="+mn-ea"/>
              </a:rPr>
              <a:t>2</a:t>
            </a:r>
            <a:r>
              <a:rPr lang="zh-CN" altLang="en-US" sz="2800" b="1">
                <a:latin typeface="+mn-ea"/>
                <a:ea typeface="+mn-ea"/>
              </a:rPr>
              <a:t>）平面几何体与曲面几何体相贯</a:t>
            </a:r>
          </a:p>
        </p:txBody>
      </p:sp>
      <p:sp>
        <p:nvSpPr>
          <p:cNvPr id="176138" name="Rectangle 10"/>
          <p:cNvSpPr>
            <a:spLocks noChangeArrowheads="1"/>
          </p:cNvSpPr>
          <p:nvPr/>
        </p:nvSpPr>
        <p:spPr bwMode="auto">
          <a:xfrm>
            <a:off x="3827748" y="4940591"/>
            <a:ext cx="5681363" cy="523220"/>
          </a:xfrm>
          <a:prstGeom prst="rect">
            <a:avLst/>
          </a:prstGeom>
          <a:noFill/>
          <a:ln w="28575" algn="ctr">
            <a:noFill/>
            <a:miter lim="800000"/>
            <a:headEnd/>
            <a:tailEnd/>
          </a:ln>
        </p:spPr>
        <p:txBody>
          <a:bodyPr wrap="none" anchor="ctr">
            <a:spAutoFit/>
          </a:bodyPr>
          <a:lstStyle/>
          <a:p>
            <a:pPr indent="266700" algn="ctr" eaLnBrk="1" hangingPunct="1"/>
            <a:r>
              <a:rPr lang="en-US" altLang="zh-CN" sz="2800" b="1">
                <a:latin typeface="+mn-ea"/>
                <a:ea typeface="+mn-ea"/>
              </a:rPr>
              <a:t>3</a:t>
            </a:r>
            <a:r>
              <a:rPr lang="zh-CN" altLang="en-US" sz="2800" b="1">
                <a:latin typeface="+mn-ea"/>
                <a:ea typeface="+mn-ea"/>
              </a:rPr>
              <a:t>）曲面几何体与曲面几何体相贯</a:t>
            </a:r>
          </a:p>
        </p:txBody>
      </p:sp>
      <p:sp>
        <p:nvSpPr>
          <p:cNvPr id="19" name="AutoShape 20"/>
          <p:cNvSpPr>
            <a:spLocks/>
          </p:cNvSpPr>
          <p:nvPr/>
        </p:nvSpPr>
        <p:spPr bwMode="auto">
          <a:xfrm>
            <a:off x="3700598" y="3537708"/>
            <a:ext cx="255587" cy="1825625"/>
          </a:xfrm>
          <a:prstGeom prst="leftBrace">
            <a:avLst>
              <a:gd name="adj1" fmla="val 108334"/>
              <a:gd name="adj2" fmla="val 50000"/>
            </a:avLst>
          </a:prstGeom>
          <a:noFill/>
          <a:ln w="19050">
            <a:solidFill>
              <a:srgbClr val="000000"/>
            </a:solidFill>
            <a:round/>
            <a:headEnd/>
            <a:tailEnd/>
          </a:ln>
        </p:spPr>
        <p:txBody>
          <a:bodyPr wrap="none" anchor="ctr"/>
          <a:lstStyle/>
          <a:p>
            <a:pPr eaLnBrk="1" hangingPunct="1"/>
            <a:endParaRPr lang="zh-CN" altLang="en-US" sz="2800" b="1">
              <a:latin typeface="+mn-ea"/>
              <a:ea typeface="+mn-ea"/>
            </a:endParaRPr>
          </a:p>
        </p:txBody>
      </p:sp>
      <p:sp>
        <p:nvSpPr>
          <p:cNvPr id="10" name="Text Box 31">
            <a:extLst>
              <a:ext uri="{FF2B5EF4-FFF2-40B4-BE49-F238E27FC236}">
                <a16:creationId xmlns:a16="http://schemas.microsoft.com/office/drawing/2014/main" id="{73B35B4E-181D-4F17-855B-941C69D67AF7}"/>
              </a:ext>
            </a:extLst>
          </p:cNvPr>
          <p:cNvSpPr txBox="1">
            <a:spLocks noChangeArrowheads="1"/>
          </p:cNvSpPr>
          <p:nvPr/>
        </p:nvSpPr>
        <p:spPr bwMode="auto">
          <a:xfrm>
            <a:off x="3028951" y="288926"/>
            <a:ext cx="5915025" cy="584775"/>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latin typeface="黑体" pitchFamily="49" charset="-122"/>
                <a:ea typeface="黑体" pitchFamily="49" charset="-122"/>
              </a:rPr>
              <a:t>相贯几何体的构形及其投影</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6133"/>
                                        </p:tgtEl>
                                        <p:attrNameLst>
                                          <p:attrName>style.visibility</p:attrName>
                                        </p:attrNameLst>
                                      </p:cBhvr>
                                      <p:to>
                                        <p:strVal val="visible"/>
                                      </p:to>
                                    </p:set>
                                    <p:animEffect transition="in" filter="wipe(left)">
                                      <p:cBhvr>
                                        <p:cTn id="7" dur="500"/>
                                        <p:tgtEl>
                                          <p:spTgt spid="1761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6135"/>
                                        </p:tgtEl>
                                        <p:attrNameLst>
                                          <p:attrName>style.visibility</p:attrName>
                                        </p:attrNameLst>
                                      </p:cBhvr>
                                      <p:to>
                                        <p:strVal val="visible"/>
                                      </p:to>
                                    </p:set>
                                    <p:animEffect transition="in" filter="wipe(left)">
                                      <p:cBhvr>
                                        <p:cTn id="12" dur="500"/>
                                        <p:tgtEl>
                                          <p:spTgt spid="1761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2" fill="hold" grpId="0" nodeType="clickEffect">
                                  <p:stCondLst>
                                    <p:cond delay="0"/>
                                  </p:stCondLst>
                                  <p:childTnLst>
                                    <p:set>
                                      <p:cBhvr>
                                        <p:cTn id="16" dur="1" fill="hold">
                                          <p:stCondLst>
                                            <p:cond delay="0"/>
                                          </p:stCondLst>
                                        </p:cTn>
                                        <p:tgtEl>
                                          <p:spTgt spid="176136"/>
                                        </p:tgtEl>
                                        <p:attrNameLst>
                                          <p:attrName>style.visibility</p:attrName>
                                        </p:attrNameLst>
                                      </p:cBhvr>
                                      <p:to>
                                        <p:strVal val="visible"/>
                                      </p:to>
                                    </p:set>
                                    <p:anim calcmode="lin" valueType="num">
                                      <p:cBhvr additive="base">
                                        <p:cTn id="17" dur="500" fill="hold"/>
                                        <p:tgtEl>
                                          <p:spTgt spid="176136"/>
                                        </p:tgtEl>
                                        <p:attrNameLst>
                                          <p:attrName>ppt_x</p:attrName>
                                        </p:attrNameLst>
                                      </p:cBhvr>
                                      <p:tavLst>
                                        <p:tav tm="0">
                                          <p:val>
                                            <p:strVal val="0-#ppt_w/2"/>
                                          </p:val>
                                        </p:tav>
                                        <p:tav tm="100000">
                                          <p:val>
                                            <p:strVal val="#ppt_x"/>
                                          </p:val>
                                        </p:tav>
                                      </p:tavLst>
                                    </p:anim>
                                    <p:anim calcmode="lin" valueType="num">
                                      <p:cBhvr additive="base">
                                        <p:cTn id="18" dur="500" fill="hold"/>
                                        <p:tgtEl>
                                          <p:spTgt spid="17613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500"/>
                                        <p:tgtEl>
                                          <p:spTgt spid="1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6132"/>
                                        </p:tgtEl>
                                        <p:attrNameLst>
                                          <p:attrName>style.visibility</p:attrName>
                                        </p:attrNameLst>
                                      </p:cBhvr>
                                      <p:to>
                                        <p:strVal val="visible"/>
                                      </p:to>
                                    </p:set>
                                    <p:animEffect transition="in" filter="wipe(left)">
                                      <p:cBhvr>
                                        <p:cTn id="28" dur="500"/>
                                        <p:tgtEl>
                                          <p:spTgt spid="176132"/>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76137"/>
                                        </p:tgtEl>
                                        <p:attrNameLst>
                                          <p:attrName>style.visibility</p:attrName>
                                        </p:attrNameLst>
                                      </p:cBhvr>
                                      <p:to>
                                        <p:strVal val="visible"/>
                                      </p:to>
                                    </p:set>
                                    <p:animEffect transition="in" filter="wipe(left)">
                                      <p:cBhvr>
                                        <p:cTn id="33" dur="500"/>
                                        <p:tgtEl>
                                          <p:spTgt spid="176137"/>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76138"/>
                                        </p:tgtEl>
                                        <p:attrNameLst>
                                          <p:attrName>style.visibility</p:attrName>
                                        </p:attrNameLst>
                                      </p:cBhvr>
                                      <p:to>
                                        <p:strVal val="visible"/>
                                      </p:to>
                                    </p:set>
                                    <p:animEffect transition="in" filter="wipe(left)">
                                      <p:cBhvr>
                                        <p:cTn id="38" dur="500"/>
                                        <p:tgtEl>
                                          <p:spTgt spid="176138"/>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2" grpId="0"/>
      <p:bldP spid="176133" grpId="0"/>
      <p:bldP spid="176135" grpId="0"/>
      <p:bldP spid="176136" grpId="0"/>
      <p:bldP spid="176137" grpId="0"/>
      <p:bldP spid="176138" grpId="0"/>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p:cNvSpPr txBox="1">
            <a:spLocks noChangeArrowheads="1"/>
          </p:cNvSpPr>
          <p:nvPr/>
        </p:nvSpPr>
        <p:spPr bwMode="auto">
          <a:xfrm>
            <a:off x="1456495" y="1543485"/>
            <a:ext cx="8347917" cy="1255728"/>
          </a:xfrm>
          <a:prstGeom prst="rect">
            <a:avLst/>
          </a:prstGeom>
          <a:noFill/>
          <a:ln w="9525">
            <a:noFill/>
            <a:miter lim="800000"/>
            <a:headEnd/>
            <a:tailEnd/>
          </a:ln>
        </p:spPr>
        <p:txBody>
          <a:bodyPr wrap="square">
            <a:spAutoFit/>
          </a:bodyPr>
          <a:lstStyle/>
          <a:p>
            <a:pPr eaLnBrk="1" hangingPunct="1">
              <a:lnSpc>
                <a:spcPct val="90000"/>
              </a:lnSpc>
            </a:pPr>
            <a:r>
              <a:rPr lang="en-US" altLang="zh-CN" sz="2800" b="1" dirty="0">
                <a:latin typeface="+mn-ea"/>
                <a:ea typeface="+mn-ea"/>
                <a:sym typeface="Symbol" pitchFamily="18" charset="2"/>
              </a:rPr>
              <a:t>★ </a:t>
            </a:r>
            <a:r>
              <a:rPr lang="zh-CN" altLang="en-US" sz="2800" b="1" dirty="0">
                <a:solidFill>
                  <a:srgbClr val="FF0000"/>
                </a:solidFill>
                <a:latin typeface="+mn-ea"/>
                <a:ea typeface="+mn-ea"/>
              </a:rPr>
              <a:t>相贯线</a:t>
            </a:r>
            <a:endParaRPr lang="en-US" altLang="zh-CN" sz="2800" b="1" dirty="0">
              <a:solidFill>
                <a:srgbClr val="FF0000"/>
              </a:solidFill>
              <a:latin typeface="+mn-ea"/>
              <a:ea typeface="+mn-ea"/>
            </a:endParaRPr>
          </a:p>
          <a:p>
            <a:pPr eaLnBrk="1" hangingPunct="1">
              <a:lnSpc>
                <a:spcPct val="90000"/>
              </a:lnSpc>
            </a:pPr>
            <a:r>
              <a:rPr lang="en-US" altLang="zh-CN" sz="2800" b="1" dirty="0">
                <a:solidFill>
                  <a:srgbClr val="FF0000"/>
                </a:solidFill>
                <a:latin typeface="+mn-ea"/>
                <a:ea typeface="+mn-ea"/>
              </a:rPr>
              <a:t>   </a:t>
            </a:r>
            <a:r>
              <a:rPr lang="zh-CN" altLang="en-US" sz="2800" b="1" dirty="0">
                <a:latin typeface="+mn-ea"/>
                <a:ea typeface="+mn-ea"/>
              </a:rPr>
              <a:t>由若干段平面曲线或直线组成的</a:t>
            </a:r>
            <a:r>
              <a:rPr lang="zh-CN" altLang="en-US" sz="2800" b="1" dirty="0">
                <a:solidFill>
                  <a:srgbClr val="FF0000"/>
                </a:solidFill>
                <a:latin typeface="+mn-ea"/>
                <a:ea typeface="+mn-ea"/>
              </a:rPr>
              <a:t>空间折线</a:t>
            </a:r>
            <a:r>
              <a:rPr lang="zh-CN" altLang="en-US" sz="2800" b="1" dirty="0">
                <a:solidFill>
                  <a:srgbClr val="FF3300"/>
                </a:solidFill>
                <a:latin typeface="+mn-ea"/>
                <a:ea typeface="+mn-ea"/>
              </a:rPr>
              <a:t>，</a:t>
            </a:r>
            <a:r>
              <a:rPr lang="zh-CN" altLang="en-US" sz="2800" b="1" dirty="0">
                <a:latin typeface="+mn-ea"/>
                <a:ea typeface="+mn-ea"/>
              </a:rPr>
              <a:t>每一</a:t>
            </a:r>
            <a:endParaRPr lang="en-US" altLang="zh-CN" sz="2800" b="1" dirty="0">
              <a:latin typeface="+mn-ea"/>
              <a:ea typeface="+mn-ea"/>
            </a:endParaRPr>
          </a:p>
          <a:p>
            <a:pPr eaLnBrk="1" hangingPunct="1">
              <a:lnSpc>
                <a:spcPct val="90000"/>
              </a:lnSpc>
            </a:pPr>
            <a:r>
              <a:rPr lang="en-US" altLang="zh-CN" sz="2800" b="1" dirty="0">
                <a:latin typeface="+mn-ea"/>
                <a:ea typeface="+mn-ea"/>
              </a:rPr>
              <a:t>   </a:t>
            </a:r>
            <a:r>
              <a:rPr lang="zh-CN" altLang="en-US" sz="2800" b="1" dirty="0">
                <a:latin typeface="+mn-ea"/>
                <a:ea typeface="+mn-ea"/>
              </a:rPr>
              <a:t>段是平面体的</a:t>
            </a:r>
            <a:r>
              <a:rPr lang="zh-CN" altLang="en-US" sz="2800" b="1" dirty="0">
                <a:solidFill>
                  <a:srgbClr val="FF3300"/>
                </a:solidFill>
                <a:latin typeface="+mn-ea"/>
                <a:ea typeface="+mn-ea"/>
              </a:rPr>
              <a:t>棱面与回转体表面</a:t>
            </a:r>
            <a:r>
              <a:rPr lang="zh-CN" altLang="en-US" sz="2800" b="1" dirty="0">
                <a:latin typeface="+mn-ea"/>
                <a:ea typeface="+mn-ea"/>
              </a:rPr>
              <a:t>的</a:t>
            </a:r>
            <a:r>
              <a:rPr lang="zh-CN" altLang="en-US" sz="2800" b="1" dirty="0">
                <a:solidFill>
                  <a:srgbClr val="FF3300"/>
                </a:solidFill>
                <a:latin typeface="+mn-ea"/>
                <a:ea typeface="+mn-ea"/>
              </a:rPr>
              <a:t>交线</a:t>
            </a:r>
            <a:r>
              <a:rPr lang="zh-CN" altLang="en-US" sz="2800" b="1" dirty="0">
                <a:solidFill>
                  <a:srgbClr val="FF0066"/>
                </a:solidFill>
                <a:latin typeface="+mn-ea"/>
                <a:ea typeface="+mn-ea"/>
              </a:rPr>
              <a:t>。</a:t>
            </a:r>
            <a:endParaRPr lang="zh-CN" altLang="en-US" sz="2800" b="1" dirty="0">
              <a:latin typeface="+mn-ea"/>
              <a:ea typeface="+mn-ea"/>
            </a:endParaRPr>
          </a:p>
        </p:txBody>
      </p:sp>
      <p:sp>
        <p:nvSpPr>
          <p:cNvPr id="25603" name="Rectangle 3"/>
          <p:cNvSpPr>
            <a:spLocks noChangeArrowheads="1"/>
          </p:cNvSpPr>
          <p:nvPr/>
        </p:nvSpPr>
        <p:spPr bwMode="auto">
          <a:xfrm>
            <a:off x="1407282" y="511584"/>
            <a:ext cx="6024563" cy="685800"/>
          </a:xfrm>
          <a:prstGeom prst="rect">
            <a:avLst/>
          </a:prstGeom>
          <a:noFill/>
          <a:ln w="57150">
            <a:noFill/>
            <a:miter lim="800000"/>
            <a:headEnd/>
            <a:tailEnd/>
          </a:ln>
        </p:spPr>
        <p:txBody>
          <a:bodyPr anchor="ctr"/>
          <a:lstStyle/>
          <a:p>
            <a:pPr eaLnBrk="1" hangingPunct="1"/>
            <a:r>
              <a:rPr lang="zh-CN" altLang="en-US" sz="3200" b="1" dirty="0">
                <a:latin typeface="+mn-ea"/>
                <a:ea typeface="+mn-ea"/>
              </a:rPr>
              <a:t>一、平面立体与回转体相贯</a:t>
            </a:r>
          </a:p>
        </p:txBody>
      </p:sp>
      <p:sp>
        <p:nvSpPr>
          <p:cNvPr id="143364" name="Text Box 4"/>
          <p:cNvSpPr txBox="1">
            <a:spLocks noChangeArrowheads="1"/>
          </p:cNvSpPr>
          <p:nvPr/>
        </p:nvSpPr>
        <p:spPr bwMode="auto">
          <a:xfrm>
            <a:off x="1456495" y="3715204"/>
            <a:ext cx="3611886" cy="523220"/>
          </a:xfrm>
          <a:prstGeom prst="rect">
            <a:avLst/>
          </a:prstGeom>
          <a:noFill/>
          <a:ln w="9525">
            <a:noFill/>
            <a:miter lim="800000"/>
            <a:headEnd/>
            <a:tailEnd/>
          </a:ln>
        </p:spPr>
        <p:txBody>
          <a:bodyPr wrap="none">
            <a:spAutoFit/>
          </a:bodyPr>
          <a:lstStyle/>
          <a:p>
            <a:pPr eaLnBrk="1" hangingPunct="1"/>
            <a:r>
              <a:rPr lang="en-US" altLang="zh-CN" sz="2800" b="1" dirty="0">
                <a:latin typeface="+mn-ea"/>
                <a:ea typeface="+mn-ea"/>
                <a:sym typeface="Symbol" pitchFamily="18" charset="2"/>
              </a:rPr>
              <a:t>★ </a:t>
            </a:r>
            <a:r>
              <a:rPr lang="zh-CN" altLang="en-US" sz="2800" b="1" dirty="0">
                <a:latin typeface="+mn-ea"/>
                <a:ea typeface="+mn-ea"/>
              </a:rPr>
              <a:t>求相贯线的步骤：</a:t>
            </a:r>
          </a:p>
        </p:txBody>
      </p:sp>
      <p:sp>
        <p:nvSpPr>
          <p:cNvPr id="143365" name="Text Box 5"/>
          <p:cNvSpPr txBox="1">
            <a:spLocks noChangeArrowheads="1"/>
          </p:cNvSpPr>
          <p:nvPr/>
        </p:nvSpPr>
        <p:spPr bwMode="auto">
          <a:xfrm>
            <a:off x="2089803" y="4316548"/>
            <a:ext cx="5342042" cy="867930"/>
          </a:xfrm>
          <a:prstGeom prst="rect">
            <a:avLst/>
          </a:prstGeom>
          <a:noFill/>
          <a:ln w="9525">
            <a:noFill/>
            <a:miter lim="800000"/>
            <a:headEnd/>
            <a:tailEnd/>
          </a:ln>
        </p:spPr>
        <p:txBody>
          <a:bodyPr wrap="square">
            <a:spAutoFit/>
          </a:bodyPr>
          <a:lstStyle/>
          <a:p>
            <a:pPr marL="457200" indent="-457200" eaLnBrk="1" hangingPunct="1">
              <a:lnSpc>
                <a:spcPct val="90000"/>
              </a:lnSpc>
              <a:buFont typeface="Symbol" panose="05050102010706020507" pitchFamily="18" charset="2"/>
              <a:buChar char="·"/>
            </a:pPr>
            <a:r>
              <a:rPr lang="zh-CN" altLang="en-US" sz="2800" b="1" dirty="0">
                <a:latin typeface="+mn-ea"/>
                <a:ea typeface="+mn-ea"/>
                <a:sym typeface="Symbol" pitchFamily="18" charset="2"/>
              </a:rPr>
              <a:t>分析各棱面与回转体表面的相对位置，从而确定交线的形状。</a:t>
            </a:r>
            <a:endParaRPr lang="zh-CN" altLang="en-US" sz="2800" b="1" dirty="0">
              <a:latin typeface="+mn-ea"/>
              <a:ea typeface="+mn-ea"/>
            </a:endParaRPr>
          </a:p>
        </p:txBody>
      </p:sp>
      <p:sp>
        <p:nvSpPr>
          <p:cNvPr id="143366" name="Text Box 6"/>
          <p:cNvSpPr txBox="1">
            <a:spLocks noChangeArrowheads="1"/>
          </p:cNvSpPr>
          <p:nvPr/>
        </p:nvSpPr>
        <p:spPr bwMode="auto">
          <a:xfrm>
            <a:off x="2079593" y="5170784"/>
            <a:ext cx="6265863" cy="519113"/>
          </a:xfrm>
          <a:prstGeom prst="rect">
            <a:avLst/>
          </a:prstGeom>
          <a:noFill/>
          <a:ln w="9525">
            <a:noFill/>
            <a:miter lim="800000"/>
            <a:headEnd/>
            <a:tailEnd/>
          </a:ln>
        </p:spPr>
        <p:txBody>
          <a:bodyPr wrap="none">
            <a:spAutoFit/>
          </a:bodyPr>
          <a:lstStyle/>
          <a:p>
            <a:pPr eaLnBrk="1" hangingPunct="1"/>
            <a:r>
              <a:rPr lang="en-US" altLang="zh-CN" sz="2800" b="1" dirty="0">
                <a:latin typeface="+mn-ea"/>
                <a:ea typeface="+mn-ea"/>
                <a:sym typeface="Symbol" pitchFamily="18" charset="2"/>
              </a:rPr>
              <a:t> </a:t>
            </a:r>
            <a:r>
              <a:rPr lang="zh-CN" altLang="en-US" sz="2800" b="1" dirty="0">
                <a:latin typeface="+mn-ea"/>
                <a:ea typeface="+mn-ea"/>
                <a:sym typeface="Symbol" pitchFamily="18" charset="2"/>
              </a:rPr>
              <a:t>求出各棱面与回转体表面的截交线。</a:t>
            </a:r>
          </a:p>
        </p:txBody>
      </p:sp>
      <p:sp>
        <p:nvSpPr>
          <p:cNvPr id="143367" name="Text Box 7"/>
          <p:cNvSpPr txBox="1">
            <a:spLocks noChangeArrowheads="1"/>
          </p:cNvSpPr>
          <p:nvPr/>
        </p:nvSpPr>
        <p:spPr bwMode="auto">
          <a:xfrm>
            <a:off x="2089803" y="5788628"/>
            <a:ext cx="5548313" cy="519113"/>
          </a:xfrm>
          <a:prstGeom prst="rect">
            <a:avLst/>
          </a:prstGeom>
          <a:noFill/>
          <a:ln w="9525">
            <a:noFill/>
            <a:miter lim="800000"/>
            <a:headEnd/>
            <a:tailEnd/>
          </a:ln>
        </p:spPr>
        <p:txBody>
          <a:bodyPr wrap="none">
            <a:spAutoFit/>
          </a:bodyPr>
          <a:lstStyle/>
          <a:p>
            <a:pPr eaLnBrk="1" hangingPunct="1"/>
            <a:r>
              <a:rPr lang="en-US" altLang="zh-CN" sz="2800" b="1" dirty="0">
                <a:latin typeface="+mn-ea"/>
                <a:ea typeface="+mn-ea"/>
                <a:sym typeface="Symbol" pitchFamily="18" charset="2"/>
              </a:rPr>
              <a:t> </a:t>
            </a:r>
            <a:r>
              <a:rPr lang="zh-CN" altLang="en-US" sz="2800" b="1" dirty="0">
                <a:latin typeface="+mn-ea"/>
                <a:ea typeface="+mn-ea"/>
                <a:sym typeface="Symbol" pitchFamily="18" charset="2"/>
              </a:rPr>
              <a:t>连接各段交线，并判断可见性。</a:t>
            </a:r>
            <a:endParaRPr lang="zh-CN" altLang="en-US" sz="2800" b="1" dirty="0">
              <a:latin typeface="+mn-ea"/>
              <a:ea typeface="+mn-ea"/>
            </a:endParaRPr>
          </a:p>
        </p:txBody>
      </p:sp>
      <p:sp>
        <p:nvSpPr>
          <p:cNvPr id="143368" name="Text Box 8"/>
          <p:cNvSpPr txBox="1">
            <a:spLocks noChangeArrowheads="1"/>
          </p:cNvSpPr>
          <p:nvPr/>
        </p:nvSpPr>
        <p:spPr bwMode="auto">
          <a:xfrm>
            <a:off x="1456495" y="2761097"/>
            <a:ext cx="5467597" cy="954107"/>
          </a:xfrm>
          <a:prstGeom prst="rect">
            <a:avLst/>
          </a:prstGeom>
          <a:noFill/>
          <a:ln w="9525">
            <a:noFill/>
            <a:miter lim="800000"/>
            <a:headEnd/>
            <a:tailEnd/>
          </a:ln>
        </p:spPr>
        <p:txBody>
          <a:bodyPr wrap="square">
            <a:spAutoFit/>
          </a:bodyPr>
          <a:lstStyle/>
          <a:p>
            <a:pPr eaLnBrk="1" hangingPunct="1"/>
            <a:r>
              <a:rPr lang="en-US" altLang="zh-CN" sz="2800" b="1" dirty="0">
                <a:latin typeface="+mn-ea"/>
                <a:ea typeface="+mn-ea"/>
                <a:sym typeface="Symbol" pitchFamily="18" charset="2"/>
              </a:rPr>
              <a:t>★ </a:t>
            </a:r>
            <a:r>
              <a:rPr lang="zh-CN" altLang="en-US" sz="2800" b="1" dirty="0">
                <a:solidFill>
                  <a:schemeClr val="tx2"/>
                </a:solidFill>
                <a:latin typeface="+mn-ea"/>
                <a:ea typeface="+mn-ea"/>
              </a:rPr>
              <a:t>求交线的实质</a:t>
            </a:r>
            <a:endParaRPr lang="en-US" altLang="zh-CN" sz="2800" b="1" dirty="0">
              <a:solidFill>
                <a:schemeClr val="tx2"/>
              </a:solidFill>
              <a:latin typeface="+mn-ea"/>
              <a:ea typeface="+mn-ea"/>
            </a:endParaRPr>
          </a:p>
          <a:p>
            <a:pPr eaLnBrk="1" hangingPunct="1"/>
            <a:r>
              <a:rPr lang="zh-CN" altLang="en-US" sz="2800" b="1" dirty="0">
                <a:solidFill>
                  <a:srgbClr val="FF3300"/>
                </a:solidFill>
                <a:latin typeface="+mn-ea"/>
                <a:ea typeface="+mn-ea"/>
              </a:rPr>
              <a:t>   求各棱面与回转面的截交线</a:t>
            </a:r>
            <a:endParaRPr lang="zh-CN" altLang="en-US" sz="2800" b="1" dirty="0">
              <a:solidFill>
                <a:schemeClr val="tx2"/>
              </a:solidFill>
              <a:latin typeface="+mn-ea"/>
              <a:ea typeface="+mn-ea"/>
            </a:endParaRPr>
          </a:p>
        </p:txBody>
      </p:sp>
      <p:pic>
        <p:nvPicPr>
          <p:cNvPr id="25609" name="Picture 19"/>
          <p:cNvPicPr>
            <a:picLocks noChangeAspect="1" noChangeArrowheads="1"/>
          </p:cNvPicPr>
          <p:nvPr/>
        </p:nvPicPr>
        <p:blipFill>
          <a:blip r:embed="rId3"/>
          <a:srcRect/>
          <a:stretch>
            <a:fillRect/>
          </a:stretch>
        </p:blipFill>
        <p:spPr bwMode="auto">
          <a:xfrm rot="-447822">
            <a:off x="7956551" y="2857500"/>
            <a:ext cx="2416175" cy="2311400"/>
          </a:xfrm>
          <a:prstGeom prst="rect">
            <a:avLst/>
          </a:prstGeom>
          <a:noFill/>
          <a:ln w="28575" algn="ctr">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iterate type="lt">
                                    <p:tmPct val="100000"/>
                                  </p:iterate>
                                  <p:childTnLst>
                                    <p:set>
                                      <p:cBhvr>
                                        <p:cTn id="6" dur="1" fill="hold">
                                          <p:stCondLst>
                                            <p:cond delay="0"/>
                                          </p:stCondLst>
                                        </p:cTn>
                                        <p:tgtEl>
                                          <p:spTgt spid="143362"/>
                                        </p:tgtEl>
                                        <p:attrNameLst>
                                          <p:attrName>style.visibility</p:attrName>
                                        </p:attrNameLst>
                                      </p:cBhvr>
                                      <p:to>
                                        <p:strVal val="visible"/>
                                      </p:to>
                                    </p:set>
                                    <p:animEffect transition="in" filter="blinds(horizontal)">
                                      <p:cBhvr>
                                        <p:cTn id="7" dur="75"/>
                                        <p:tgtEl>
                                          <p:spTgt spid="143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43368"/>
                                        </p:tgtEl>
                                        <p:attrNameLst>
                                          <p:attrName>style.visibility</p:attrName>
                                        </p:attrNameLst>
                                      </p:cBhvr>
                                      <p:to>
                                        <p:strVal val="visible"/>
                                      </p:to>
                                    </p:set>
                                    <p:animEffect transition="in" filter="blinds(vertical)">
                                      <p:cBhvr>
                                        <p:cTn id="12" dur="1000"/>
                                        <p:tgtEl>
                                          <p:spTgt spid="143368"/>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43364"/>
                                        </p:tgtEl>
                                        <p:attrNameLst>
                                          <p:attrName>style.visibility</p:attrName>
                                        </p:attrNameLst>
                                      </p:cBhvr>
                                      <p:to>
                                        <p:strVal val="visible"/>
                                      </p:to>
                                    </p:set>
                                    <p:anim calcmode="lin" valueType="num">
                                      <p:cBhvr additive="base">
                                        <p:cTn id="17" dur="500" fill="hold"/>
                                        <p:tgtEl>
                                          <p:spTgt spid="143364"/>
                                        </p:tgtEl>
                                        <p:attrNameLst>
                                          <p:attrName>ppt_x</p:attrName>
                                        </p:attrNameLst>
                                      </p:cBhvr>
                                      <p:tavLst>
                                        <p:tav tm="0">
                                          <p:val>
                                            <p:strVal val="0-#ppt_w/2"/>
                                          </p:val>
                                        </p:tav>
                                        <p:tav tm="100000">
                                          <p:val>
                                            <p:strVal val="#ppt_x"/>
                                          </p:val>
                                        </p:tav>
                                      </p:tavLst>
                                    </p:anim>
                                    <p:anim calcmode="lin" valueType="num">
                                      <p:cBhvr additive="base">
                                        <p:cTn id="18" dur="500" fill="hold"/>
                                        <p:tgtEl>
                                          <p:spTgt spid="14336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43365"/>
                                        </p:tgtEl>
                                        <p:attrNameLst>
                                          <p:attrName>style.visibility</p:attrName>
                                        </p:attrNameLst>
                                      </p:cBhvr>
                                      <p:to>
                                        <p:strVal val="visible"/>
                                      </p:to>
                                    </p:set>
                                    <p:anim calcmode="lin" valueType="num">
                                      <p:cBhvr additive="base">
                                        <p:cTn id="23" dur="500" fill="hold"/>
                                        <p:tgtEl>
                                          <p:spTgt spid="143365"/>
                                        </p:tgtEl>
                                        <p:attrNameLst>
                                          <p:attrName>ppt_x</p:attrName>
                                        </p:attrNameLst>
                                      </p:cBhvr>
                                      <p:tavLst>
                                        <p:tav tm="0">
                                          <p:val>
                                            <p:strVal val="0-#ppt_w/2"/>
                                          </p:val>
                                        </p:tav>
                                        <p:tav tm="100000">
                                          <p:val>
                                            <p:strVal val="#ppt_x"/>
                                          </p:val>
                                        </p:tav>
                                      </p:tavLst>
                                    </p:anim>
                                    <p:anim calcmode="lin" valueType="num">
                                      <p:cBhvr additive="base">
                                        <p:cTn id="24" dur="500" fill="hold"/>
                                        <p:tgtEl>
                                          <p:spTgt spid="143365"/>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143366"/>
                                        </p:tgtEl>
                                        <p:attrNameLst>
                                          <p:attrName>style.visibility</p:attrName>
                                        </p:attrNameLst>
                                      </p:cBhvr>
                                      <p:to>
                                        <p:strVal val="visible"/>
                                      </p:to>
                                    </p:set>
                                    <p:anim calcmode="lin" valueType="num">
                                      <p:cBhvr additive="base">
                                        <p:cTn id="29" dur="500" fill="hold"/>
                                        <p:tgtEl>
                                          <p:spTgt spid="143366"/>
                                        </p:tgtEl>
                                        <p:attrNameLst>
                                          <p:attrName>ppt_x</p:attrName>
                                        </p:attrNameLst>
                                      </p:cBhvr>
                                      <p:tavLst>
                                        <p:tav tm="0">
                                          <p:val>
                                            <p:strVal val="1+#ppt_w/2"/>
                                          </p:val>
                                        </p:tav>
                                        <p:tav tm="100000">
                                          <p:val>
                                            <p:strVal val="#ppt_x"/>
                                          </p:val>
                                        </p:tav>
                                      </p:tavLst>
                                    </p:anim>
                                    <p:anim calcmode="lin" valueType="num">
                                      <p:cBhvr additive="base">
                                        <p:cTn id="30" dur="500" fill="hold"/>
                                        <p:tgtEl>
                                          <p:spTgt spid="143366"/>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43367"/>
                                        </p:tgtEl>
                                        <p:attrNameLst>
                                          <p:attrName>style.visibility</p:attrName>
                                        </p:attrNameLst>
                                      </p:cBhvr>
                                      <p:to>
                                        <p:strVal val="visible"/>
                                      </p:to>
                                    </p:set>
                                    <p:anim calcmode="lin" valueType="num">
                                      <p:cBhvr additive="base">
                                        <p:cTn id="35" dur="500" fill="hold"/>
                                        <p:tgtEl>
                                          <p:spTgt spid="143367"/>
                                        </p:tgtEl>
                                        <p:attrNameLst>
                                          <p:attrName>ppt_x</p:attrName>
                                        </p:attrNameLst>
                                      </p:cBhvr>
                                      <p:tavLst>
                                        <p:tav tm="0">
                                          <p:val>
                                            <p:strVal val="#ppt_x"/>
                                          </p:val>
                                        </p:tav>
                                        <p:tav tm="100000">
                                          <p:val>
                                            <p:strVal val="#ppt_x"/>
                                          </p:val>
                                        </p:tav>
                                      </p:tavLst>
                                    </p:anim>
                                    <p:anim calcmode="lin" valueType="num">
                                      <p:cBhvr additive="base">
                                        <p:cTn id="36" dur="500" fill="hold"/>
                                        <p:tgtEl>
                                          <p:spTgt spid="1433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autoUpdateAnimBg="0"/>
      <p:bldP spid="143364" grpId="0" autoUpdateAnimBg="0"/>
      <p:bldP spid="143365" grpId="0" autoUpdateAnimBg="0"/>
      <p:bldP spid="143366" grpId="0" autoUpdateAnimBg="0"/>
      <p:bldP spid="143367" grpId="0" autoUpdateAnimBg="0"/>
      <p:bldP spid="14336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0"/>
          <p:cNvSpPr txBox="1">
            <a:spLocks noChangeArrowheads="1"/>
          </p:cNvSpPr>
          <p:nvPr/>
        </p:nvSpPr>
        <p:spPr bwMode="auto">
          <a:xfrm>
            <a:off x="1970088" y="498539"/>
            <a:ext cx="3057525" cy="584200"/>
          </a:xfrm>
          <a:prstGeom prst="rect">
            <a:avLst/>
          </a:prstGeom>
          <a:noFill/>
          <a:ln w="9525">
            <a:noFill/>
            <a:miter lim="800000"/>
            <a:headEnd/>
            <a:tailEnd/>
          </a:ln>
        </p:spPr>
        <p:txBody>
          <a:bodyPr wrap="none">
            <a:spAutoFit/>
          </a:bodyPr>
          <a:lstStyle/>
          <a:p>
            <a:pPr eaLnBrk="1" hangingPunct="1"/>
            <a:r>
              <a:rPr lang="zh-CN" altLang="en-US" sz="3200" b="1" dirty="0">
                <a:latin typeface="+mn-ea"/>
                <a:ea typeface="+mn-ea"/>
              </a:rPr>
              <a:t>例：补全主视图</a:t>
            </a:r>
          </a:p>
        </p:txBody>
      </p:sp>
      <p:pic>
        <p:nvPicPr>
          <p:cNvPr id="26698" name="Picture 74"/>
          <p:cNvPicPr>
            <a:picLocks noChangeAspect="1" noChangeArrowheads="1"/>
          </p:cNvPicPr>
          <p:nvPr/>
        </p:nvPicPr>
        <p:blipFill>
          <a:blip r:embed="rId2"/>
          <a:srcRect/>
          <a:stretch>
            <a:fillRect/>
          </a:stretch>
        </p:blipFill>
        <p:spPr bwMode="auto">
          <a:xfrm>
            <a:off x="8067676" y="4405314"/>
            <a:ext cx="2124075" cy="2200275"/>
          </a:xfrm>
          <a:prstGeom prst="rect">
            <a:avLst/>
          </a:prstGeom>
          <a:noFill/>
          <a:ln w="28575" algn="ctr">
            <a:noFill/>
            <a:miter lim="800000"/>
            <a:headEnd/>
            <a:tailEnd/>
          </a:ln>
        </p:spPr>
      </p:pic>
      <p:grpSp>
        <p:nvGrpSpPr>
          <p:cNvPr id="2" name="Group 67"/>
          <p:cNvGrpSpPr>
            <a:grpSpLocks/>
          </p:cNvGrpSpPr>
          <p:nvPr/>
        </p:nvGrpSpPr>
        <p:grpSpPr bwMode="auto">
          <a:xfrm>
            <a:off x="6753225" y="1530351"/>
            <a:ext cx="3760788" cy="3047609"/>
            <a:chOff x="415" y="740"/>
            <a:chExt cx="2781" cy="1887"/>
          </a:xfrm>
        </p:grpSpPr>
        <p:sp>
          <p:nvSpPr>
            <p:cNvPr id="76" name="Rectangle 68"/>
            <p:cNvSpPr>
              <a:spLocks noChangeArrowheads="1"/>
            </p:cNvSpPr>
            <p:nvPr/>
          </p:nvSpPr>
          <p:spPr bwMode="auto">
            <a:xfrm>
              <a:off x="415" y="740"/>
              <a:ext cx="2777" cy="1777"/>
            </a:xfrm>
            <a:prstGeom prst="rect">
              <a:avLst/>
            </a:prstGeom>
            <a:solidFill>
              <a:srgbClr val="00CCFF"/>
            </a:solidFill>
            <a:ln w="38100">
              <a:noFill/>
              <a:miter lim="800000"/>
              <a:headEnd/>
              <a:tailEnd/>
            </a:ln>
          </p:spPr>
          <p:txBody>
            <a:bodyPr wrap="none" anchor="ctr"/>
            <a:lstStyle/>
            <a:p>
              <a:pPr eaLnBrk="1" hangingPunct="1">
                <a:defRPr/>
              </a:pPr>
              <a:endParaRPr lang="zh-CN" altLang="en-US">
                <a:latin typeface="+mn-ea"/>
                <a:ea typeface="+mn-ea"/>
              </a:endParaRPr>
            </a:p>
          </p:txBody>
        </p:sp>
        <p:sp>
          <p:nvSpPr>
            <p:cNvPr id="77" name="Text Box 69"/>
            <p:cNvSpPr txBox="1">
              <a:spLocks noChangeArrowheads="1"/>
            </p:cNvSpPr>
            <p:nvPr/>
          </p:nvSpPr>
          <p:spPr bwMode="auto">
            <a:xfrm>
              <a:off x="483" y="759"/>
              <a:ext cx="2713" cy="1868"/>
            </a:xfrm>
            <a:prstGeom prst="rect">
              <a:avLst/>
            </a:prstGeom>
            <a:solidFill>
              <a:srgbClr val="00CCFF"/>
            </a:solidFill>
            <a:ln w="38100">
              <a:noFill/>
              <a:miter lim="800000"/>
              <a:headEnd/>
              <a:tailEnd/>
            </a:ln>
          </p:spPr>
          <p:txBody>
            <a:bodyPr anchor="ctr">
              <a:spAutoFit/>
            </a:bodyPr>
            <a:lstStyle/>
            <a:p>
              <a:pPr eaLnBrk="1" hangingPunct="1">
                <a:defRPr/>
              </a:pPr>
              <a:r>
                <a:rPr lang="zh-CN" altLang="en-US" sz="2800" dirty="0">
                  <a:solidFill>
                    <a:srgbClr val="FF0000"/>
                  </a:solidFill>
                  <a:latin typeface="+mn-ea"/>
                  <a:ea typeface="+mn-ea"/>
                </a:rPr>
                <a:t>空间分析：</a:t>
              </a:r>
              <a:endParaRPr lang="zh-CN" altLang="en-US" dirty="0">
                <a:latin typeface="+mn-ea"/>
                <a:ea typeface="+mn-ea"/>
              </a:endParaRPr>
            </a:p>
            <a:p>
              <a:pPr eaLnBrk="1" hangingPunct="1">
                <a:defRPr/>
              </a:pPr>
              <a:r>
                <a:rPr lang="zh-CN" altLang="en-US" sz="2400" dirty="0">
                  <a:latin typeface="+mn-ea"/>
                  <a:ea typeface="+mn-ea"/>
                </a:rPr>
                <a:t>    四棱柱的四个棱面分别与圆柱面相交，前后两棱面与圆柱轴线平行，其交线为两段直线；左右两棱面与圆柱轴线垂直，其交线为两段圆弧。</a:t>
              </a:r>
            </a:p>
            <a:p>
              <a:pPr eaLnBrk="1" hangingPunct="1">
                <a:defRPr/>
              </a:pPr>
              <a:endParaRPr lang="en-US" altLang="zh-CN" dirty="0">
                <a:latin typeface="+mn-ea"/>
                <a:ea typeface="+mn-ea"/>
              </a:endParaRPr>
            </a:p>
          </p:txBody>
        </p:sp>
      </p:grpSp>
      <p:grpSp>
        <p:nvGrpSpPr>
          <p:cNvPr id="3" name="Group 70"/>
          <p:cNvGrpSpPr>
            <a:grpSpLocks/>
          </p:cNvGrpSpPr>
          <p:nvPr/>
        </p:nvGrpSpPr>
        <p:grpSpPr bwMode="auto">
          <a:xfrm>
            <a:off x="6789739" y="1530350"/>
            <a:ext cx="3724275" cy="2883234"/>
            <a:chOff x="415" y="740"/>
            <a:chExt cx="2777" cy="1799"/>
          </a:xfrm>
        </p:grpSpPr>
        <p:sp>
          <p:nvSpPr>
            <p:cNvPr id="26647" name="Rectangle 71"/>
            <p:cNvSpPr>
              <a:spLocks noChangeArrowheads="1"/>
            </p:cNvSpPr>
            <p:nvPr/>
          </p:nvSpPr>
          <p:spPr bwMode="auto">
            <a:xfrm>
              <a:off x="415" y="740"/>
              <a:ext cx="2777" cy="1777"/>
            </a:xfrm>
            <a:prstGeom prst="rect">
              <a:avLst/>
            </a:prstGeom>
            <a:solidFill>
              <a:srgbClr val="00CCFF"/>
            </a:solidFill>
            <a:ln w="38100">
              <a:noFill/>
              <a:miter lim="800000"/>
              <a:headEnd/>
              <a:tailEnd/>
            </a:ln>
          </p:spPr>
          <p:txBody>
            <a:bodyPr wrap="none" anchor="ctr"/>
            <a:lstStyle/>
            <a:p>
              <a:pPr eaLnBrk="1" hangingPunct="1"/>
              <a:endParaRPr lang="zh-CN" altLang="en-US"/>
            </a:p>
          </p:txBody>
        </p:sp>
        <p:sp>
          <p:nvSpPr>
            <p:cNvPr id="26648" name="Text Box 72"/>
            <p:cNvSpPr txBox="1">
              <a:spLocks noChangeArrowheads="1"/>
            </p:cNvSpPr>
            <p:nvPr/>
          </p:nvSpPr>
          <p:spPr bwMode="auto">
            <a:xfrm>
              <a:off x="483" y="887"/>
              <a:ext cx="2583" cy="1652"/>
            </a:xfrm>
            <a:prstGeom prst="rect">
              <a:avLst/>
            </a:prstGeom>
            <a:solidFill>
              <a:srgbClr val="00CCFF"/>
            </a:solidFill>
            <a:ln w="38100">
              <a:noFill/>
              <a:miter lim="800000"/>
              <a:headEnd/>
              <a:tailEnd/>
            </a:ln>
          </p:spPr>
          <p:txBody>
            <a:bodyPr anchor="ctr">
              <a:spAutoFit/>
            </a:bodyPr>
            <a:lstStyle/>
            <a:p>
              <a:pPr eaLnBrk="1" hangingPunct="1"/>
              <a:r>
                <a:rPr lang="zh-CN" altLang="en-US" sz="2800">
                  <a:solidFill>
                    <a:srgbClr val="FF0000"/>
                  </a:solidFill>
                </a:rPr>
                <a:t>投影分析：</a:t>
              </a:r>
              <a:endParaRPr lang="zh-CN" altLang="en-US"/>
            </a:p>
            <a:p>
              <a:pPr eaLnBrk="1" hangingPunct="1"/>
              <a:r>
                <a:rPr lang="zh-CN" altLang="en-US"/>
                <a:t>    </a:t>
              </a:r>
              <a:r>
                <a:rPr lang="zh-CN" altLang="en-US" sz="2400"/>
                <a:t>由于相贯线是两立体表面的共有线，所以相贯线的侧面投影积聚在一段圆弧上，水平投影积聚在矩形上。</a:t>
              </a:r>
            </a:p>
            <a:p>
              <a:pPr eaLnBrk="1" hangingPunct="1"/>
              <a:endParaRPr lang="en-US" altLang="zh-CN"/>
            </a:p>
          </p:txBody>
        </p:sp>
      </p:grpSp>
      <p:pic>
        <p:nvPicPr>
          <p:cNvPr id="26630" name="Picture 75"/>
          <p:cNvPicPr>
            <a:picLocks noChangeAspect="1" noChangeArrowheads="1"/>
          </p:cNvPicPr>
          <p:nvPr/>
        </p:nvPicPr>
        <p:blipFill>
          <a:blip r:embed="rId3"/>
          <a:srcRect/>
          <a:stretch>
            <a:fillRect/>
          </a:stretch>
        </p:blipFill>
        <p:spPr bwMode="auto">
          <a:xfrm>
            <a:off x="1933576" y="1635126"/>
            <a:ext cx="4733925" cy="3838575"/>
          </a:xfrm>
          <a:prstGeom prst="rect">
            <a:avLst/>
          </a:prstGeom>
          <a:noFill/>
          <a:ln w="28575" algn="ctr">
            <a:noFill/>
            <a:miter lim="800000"/>
            <a:headEnd/>
            <a:tailEnd/>
          </a:ln>
        </p:spPr>
      </p:pic>
      <p:pic>
        <p:nvPicPr>
          <p:cNvPr id="26700" name="Picture 76"/>
          <p:cNvPicPr>
            <a:picLocks noChangeAspect="1" noChangeArrowheads="1"/>
          </p:cNvPicPr>
          <p:nvPr/>
        </p:nvPicPr>
        <p:blipFill>
          <a:blip r:embed="rId4"/>
          <a:srcRect/>
          <a:stretch>
            <a:fillRect/>
          </a:stretch>
        </p:blipFill>
        <p:spPr bwMode="auto">
          <a:xfrm>
            <a:off x="1970088" y="1639889"/>
            <a:ext cx="4686300" cy="3870325"/>
          </a:xfrm>
          <a:prstGeom prst="rect">
            <a:avLst/>
          </a:prstGeom>
          <a:noFill/>
          <a:ln w="28575" algn="ctr">
            <a:noFill/>
            <a:miter lim="800000"/>
            <a:headEnd/>
            <a:tailEnd/>
          </a:ln>
        </p:spPr>
      </p:pic>
      <p:pic>
        <p:nvPicPr>
          <p:cNvPr id="83" name="Picture 2"/>
          <p:cNvPicPr>
            <a:picLocks noChangeAspect="1" noChangeArrowheads="1"/>
          </p:cNvPicPr>
          <p:nvPr/>
        </p:nvPicPr>
        <p:blipFill>
          <a:blip r:embed="rId5"/>
          <a:srcRect/>
          <a:stretch>
            <a:fillRect/>
          </a:stretch>
        </p:blipFill>
        <p:spPr bwMode="auto">
          <a:xfrm>
            <a:off x="8943976" y="4903789"/>
            <a:ext cx="866775" cy="733425"/>
          </a:xfrm>
          <a:prstGeom prst="rect">
            <a:avLst/>
          </a:prstGeom>
          <a:noFill/>
          <a:ln w="28575" algn="ctr">
            <a:noFill/>
            <a:miter lim="800000"/>
            <a:headEnd/>
            <a:tailEnd/>
          </a:ln>
        </p:spPr>
      </p:pic>
      <p:cxnSp>
        <p:nvCxnSpPr>
          <p:cNvPr id="85" name="直接连接符 84"/>
          <p:cNvCxnSpPr/>
          <p:nvPr/>
        </p:nvCxnSpPr>
        <p:spPr>
          <a:xfrm>
            <a:off x="2517776" y="5043489"/>
            <a:ext cx="912813" cy="1587"/>
          </a:xfrm>
          <a:prstGeom prst="line">
            <a:avLst/>
          </a:prstGeom>
          <a:ln w="476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rot="5400000">
            <a:off x="6045201" y="2087563"/>
            <a:ext cx="503237" cy="1588"/>
          </a:xfrm>
          <a:prstGeom prst="line">
            <a:avLst/>
          </a:prstGeom>
          <a:ln w="476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rot="5400000" flipH="1" flipV="1">
            <a:off x="1073945" y="3629820"/>
            <a:ext cx="2886075"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rot="5400000" flipH="1" flipV="1">
            <a:off x="1987551" y="3592513"/>
            <a:ext cx="2884487" cy="1588"/>
          </a:xfrm>
          <a:prstGeom prst="line">
            <a:avLst/>
          </a:prstGeom>
        </p:spPr>
        <p:style>
          <a:lnRef idx="1">
            <a:schemeClr val="accent1"/>
          </a:lnRef>
          <a:fillRef idx="0">
            <a:schemeClr val="accent1"/>
          </a:fillRef>
          <a:effectRef idx="0">
            <a:schemeClr val="accent1"/>
          </a:effectRef>
          <a:fontRef idx="minor">
            <a:schemeClr val="tx1"/>
          </a:fontRef>
        </p:style>
      </p:cxnSp>
      <p:sp>
        <p:nvSpPr>
          <p:cNvPr id="98" name="任意多边形 97"/>
          <p:cNvSpPr/>
          <p:nvPr/>
        </p:nvSpPr>
        <p:spPr>
          <a:xfrm>
            <a:off x="2474913" y="2343150"/>
            <a:ext cx="971550" cy="0"/>
          </a:xfrm>
          <a:custGeom>
            <a:avLst/>
            <a:gdLst>
              <a:gd name="connsiteX0" fmla="*/ 28622 w 938782"/>
              <a:gd name="connsiteY0" fmla="*/ 0 h 39798"/>
              <a:gd name="connsiteX1" fmla="*/ 409622 w 938782"/>
              <a:gd name="connsiteY1" fmla="*/ 0 h 39798"/>
              <a:gd name="connsiteX2" fmla="*/ 714422 w 938782"/>
              <a:gd name="connsiteY2" fmla="*/ 6350 h 39798"/>
              <a:gd name="connsiteX3" fmla="*/ 822372 w 938782"/>
              <a:gd name="connsiteY3" fmla="*/ 12700 h 39798"/>
              <a:gd name="connsiteX4" fmla="*/ 854122 w 938782"/>
              <a:gd name="connsiteY4" fmla="*/ 19050 h 39798"/>
              <a:gd name="connsiteX5" fmla="*/ 936672 w 938782"/>
              <a:gd name="connsiteY5" fmla="*/ 6350 h 3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8782" h="39798">
                <a:moveTo>
                  <a:pt x="28622" y="0"/>
                </a:moveTo>
                <a:cubicBezTo>
                  <a:pt x="218709" y="17281"/>
                  <a:pt x="0" y="0"/>
                  <a:pt x="409622" y="0"/>
                </a:cubicBezTo>
                <a:cubicBezTo>
                  <a:pt x="511244" y="0"/>
                  <a:pt x="612822" y="4233"/>
                  <a:pt x="714422" y="6350"/>
                </a:cubicBezTo>
                <a:cubicBezTo>
                  <a:pt x="750405" y="8467"/>
                  <a:pt x="786474" y="9437"/>
                  <a:pt x="822372" y="12700"/>
                </a:cubicBezTo>
                <a:cubicBezTo>
                  <a:pt x="833121" y="13677"/>
                  <a:pt x="843329" y="19050"/>
                  <a:pt x="854122" y="19050"/>
                </a:cubicBezTo>
                <a:cubicBezTo>
                  <a:pt x="938782" y="19050"/>
                  <a:pt x="936672" y="39798"/>
                  <a:pt x="936672" y="6350"/>
                </a:cubicBezTo>
              </a:path>
            </a:pathLst>
          </a:custGeom>
          <a:ln w="4762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pic>
        <p:nvPicPr>
          <p:cNvPr id="26701" name="Picture 77"/>
          <p:cNvPicPr>
            <a:picLocks noChangeAspect="1" noChangeArrowheads="1"/>
          </p:cNvPicPr>
          <p:nvPr/>
        </p:nvPicPr>
        <p:blipFill>
          <a:blip r:embed="rId6"/>
          <a:srcRect/>
          <a:stretch>
            <a:fillRect/>
          </a:stretch>
        </p:blipFill>
        <p:spPr bwMode="auto">
          <a:xfrm>
            <a:off x="8396289" y="4779964"/>
            <a:ext cx="619125" cy="904875"/>
          </a:xfrm>
          <a:prstGeom prst="rect">
            <a:avLst/>
          </a:prstGeom>
          <a:noFill/>
          <a:ln w="28575" algn="ctr">
            <a:noFill/>
            <a:miter lim="800000"/>
            <a:headEnd/>
            <a:tailEnd/>
          </a:ln>
        </p:spPr>
      </p:pic>
      <p:pic>
        <p:nvPicPr>
          <p:cNvPr id="26702" name="Picture 78"/>
          <p:cNvPicPr>
            <a:picLocks noChangeAspect="1" noChangeArrowheads="1"/>
          </p:cNvPicPr>
          <p:nvPr/>
        </p:nvPicPr>
        <p:blipFill>
          <a:blip r:embed="rId7"/>
          <a:srcRect/>
          <a:stretch>
            <a:fillRect/>
          </a:stretch>
        </p:blipFill>
        <p:spPr bwMode="auto">
          <a:xfrm>
            <a:off x="5365750" y="1785938"/>
            <a:ext cx="990600" cy="609600"/>
          </a:xfrm>
          <a:prstGeom prst="rect">
            <a:avLst/>
          </a:prstGeom>
          <a:noFill/>
          <a:ln w="28575" algn="ctr">
            <a:noFill/>
            <a:miter lim="800000"/>
            <a:headEnd/>
            <a:tailEnd/>
          </a:ln>
        </p:spPr>
      </p:pic>
      <p:cxnSp>
        <p:nvCxnSpPr>
          <p:cNvPr id="96" name="直接连接符 95"/>
          <p:cNvCxnSpPr/>
          <p:nvPr/>
        </p:nvCxnSpPr>
        <p:spPr>
          <a:xfrm rot="10800000">
            <a:off x="2517775" y="2333625"/>
            <a:ext cx="3797300" cy="0"/>
          </a:xfrm>
          <a:prstGeom prst="line">
            <a:avLst/>
          </a:prstGeom>
        </p:spPr>
        <p:style>
          <a:lnRef idx="1">
            <a:schemeClr val="accent1"/>
          </a:lnRef>
          <a:fillRef idx="0">
            <a:schemeClr val="accent1"/>
          </a:fillRef>
          <a:effectRef idx="0">
            <a:schemeClr val="accent1"/>
          </a:effectRef>
          <a:fontRef idx="minor">
            <a:schemeClr val="tx1"/>
          </a:fontRef>
        </p:style>
      </p:cxnSp>
      <p:sp>
        <p:nvSpPr>
          <p:cNvPr id="101" name="任意多边形 100"/>
          <p:cNvSpPr/>
          <p:nvPr/>
        </p:nvSpPr>
        <p:spPr>
          <a:xfrm>
            <a:off x="2527300" y="1831975"/>
            <a:ext cx="0" cy="323850"/>
          </a:xfrm>
          <a:custGeom>
            <a:avLst/>
            <a:gdLst>
              <a:gd name="connsiteX0" fmla="*/ 9525 w 19384"/>
              <a:gd name="connsiteY0" fmla="*/ 0 h 295275"/>
              <a:gd name="connsiteX1" fmla="*/ 19050 w 19384"/>
              <a:gd name="connsiteY1" fmla="*/ 28575 h 295275"/>
              <a:gd name="connsiteX2" fmla="*/ 0 w 19384"/>
              <a:gd name="connsiteY2" fmla="*/ 295275 h 295275"/>
            </a:gdLst>
            <a:ahLst/>
            <a:cxnLst>
              <a:cxn ang="0">
                <a:pos x="connsiteX0" y="connsiteY0"/>
              </a:cxn>
              <a:cxn ang="0">
                <a:pos x="connsiteX1" y="connsiteY1"/>
              </a:cxn>
              <a:cxn ang="0">
                <a:pos x="connsiteX2" y="connsiteY2"/>
              </a:cxn>
            </a:cxnLst>
            <a:rect l="l" t="t" r="r" b="b"/>
            <a:pathLst>
              <a:path w="19384" h="295275">
                <a:moveTo>
                  <a:pt x="9525" y="0"/>
                </a:moveTo>
                <a:cubicBezTo>
                  <a:pt x="12700" y="9525"/>
                  <a:pt x="19384" y="18540"/>
                  <a:pt x="19050" y="28575"/>
                </a:cubicBezTo>
                <a:cubicBezTo>
                  <a:pt x="16081" y="117652"/>
                  <a:pt x="0" y="206149"/>
                  <a:pt x="0" y="295275"/>
                </a:cubicBezTo>
              </a:path>
            </a:pathLst>
          </a:custGeom>
          <a:ln w="47625">
            <a:solidFill>
              <a:srgbClr val="FF00FF"/>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02" name="任意多边形 101"/>
          <p:cNvSpPr/>
          <p:nvPr/>
        </p:nvSpPr>
        <p:spPr>
          <a:xfrm>
            <a:off x="2522538" y="4130676"/>
            <a:ext cx="0" cy="936625"/>
          </a:xfrm>
          <a:custGeom>
            <a:avLst/>
            <a:gdLst>
              <a:gd name="connsiteX0" fmla="*/ 9525 w 19384"/>
              <a:gd name="connsiteY0" fmla="*/ 0 h 295275"/>
              <a:gd name="connsiteX1" fmla="*/ 19050 w 19384"/>
              <a:gd name="connsiteY1" fmla="*/ 28575 h 295275"/>
              <a:gd name="connsiteX2" fmla="*/ 0 w 19384"/>
              <a:gd name="connsiteY2" fmla="*/ 295275 h 295275"/>
            </a:gdLst>
            <a:ahLst/>
            <a:cxnLst>
              <a:cxn ang="0">
                <a:pos x="connsiteX0" y="connsiteY0"/>
              </a:cxn>
              <a:cxn ang="0">
                <a:pos x="connsiteX1" y="connsiteY1"/>
              </a:cxn>
              <a:cxn ang="0">
                <a:pos x="connsiteX2" y="connsiteY2"/>
              </a:cxn>
            </a:cxnLst>
            <a:rect l="l" t="t" r="r" b="b"/>
            <a:pathLst>
              <a:path w="19384" h="295275">
                <a:moveTo>
                  <a:pt x="9525" y="0"/>
                </a:moveTo>
                <a:cubicBezTo>
                  <a:pt x="12700" y="9525"/>
                  <a:pt x="19384" y="18540"/>
                  <a:pt x="19050" y="28575"/>
                </a:cubicBezTo>
                <a:cubicBezTo>
                  <a:pt x="16081" y="117652"/>
                  <a:pt x="0" y="206149"/>
                  <a:pt x="0" y="295275"/>
                </a:cubicBezTo>
              </a:path>
            </a:pathLst>
          </a:custGeom>
          <a:ln w="47625">
            <a:solidFill>
              <a:srgbClr val="FF00FF"/>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03" name="任意多边形 102"/>
          <p:cNvSpPr/>
          <p:nvPr/>
        </p:nvSpPr>
        <p:spPr>
          <a:xfrm>
            <a:off x="2527300" y="2162175"/>
            <a:ext cx="0" cy="179388"/>
          </a:xfrm>
          <a:custGeom>
            <a:avLst/>
            <a:gdLst>
              <a:gd name="connsiteX0" fmla="*/ 9525 w 19384"/>
              <a:gd name="connsiteY0" fmla="*/ 0 h 295275"/>
              <a:gd name="connsiteX1" fmla="*/ 19050 w 19384"/>
              <a:gd name="connsiteY1" fmla="*/ 28575 h 295275"/>
              <a:gd name="connsiteX2" fmla="*/ 0 w 19384"/>
              <a:gd name="connsiteY2" fmla="*/ 295275 h 295275"/>
            </a:gdLst>
            <a:ahLst/>
            <a:cxnLst>
              <a:cxn ang="0">
                <a:pos x="connsiteX0" y="connsiteY0"/>
              </a:cxn>
              <a:cxn ang="0">
                <a:pos x="connsiteX1" y="connsiteY1"/>
              </a:cxn>
              <a:cxn ang="0">
                <a:pos x="connsiteX2" y="connsiteY2"/>
              </a:cxn>
            </a:cxnLst>
            <a:rect l="l" t="t" r="r" b="b"/>
            <a:pathLst>
              <a:path w="19384" h="295275">
                <a:moveTo>
                  <a:pt x="9525" y="0"/>
                </a:moveTo>
                <a:cubicBezTo>
                  <a:pt x="12700" y="9525"/>
                  <a:pt x="19384" y="18540"/>
                  <a:pt x="19050" y="28575"/>
                </a:cubicBezTo>
                <a:cubicBezTo>
                  <a:pt x="16081" y="117652"/>
                  <a:pt x="0" y="206149"/>
                  <a:pt x="0" y="295275"/>
                </a:cubicBezTo>
              </a:path>
            </a:pathLst>
          </a:custGeom>
          <a:ln w="4762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04" name="任意多边形 103"/>
          <p:cNvSpPr/>
          <p:nvPr/>
        </p:nvSpPr>
        <p:spPr>
          <a:xfrm>
            <a:off x="3430588" y="2160589"/>
            <a:ext cx="0" cy="179387"/>
          </a:xfrm>
          <a:custGeom>
            <a:avLst/>
            <a:gdLst>
              <a:gd name="connsiteX0" fmla="*/ 9525 w 19384"/>
              <a:gd name="connsiteY0" fmla="*/ 0 h 295275"/>
              <a:gd name="connsiteX1" fmla="*/ 19050 w 19384"/>
              <a:gd name="connsiteY1" fmla="*/ 28575 h 295275"/>
              <a:gd name="connsiteX2" fmla="*/ 0 w 19384"/>
              <a:gd name="connsiteY2" fmla="*/ 295275 h 295275"/>
            </a:gdLst>
            <a:ahLst/>
            <a:cxnLst>
              <a:cxn ang="0">
                <a:pos x="connsiteX0" y="connsiteY0"/>
              </a:cxn>
              <a:cxn ang="0">
                <a:pos x="connsiteX1" y="connsiteY1"/>
              </a:cxn>
              <a:cxn ang="0">
                <a:pos x="connsiteX2" y="connsiteY2"/>
              </a:cxn>
            </a:cxnLst>
            <a:rect l="l" t="t" r="r" b="b"/>
            <a:pathLst>
              <a:path w="19384" h="295275">
                <a:moveTo>
                  <a:pt x="9525" y="0"/>
                </a:moveTo>
                <a:cubicBezTo>
                  <a:pt x="12700" y="9525"/>
                  <a:pt x="19384" y="18540"/>
                  <a:pt x="19050" y="28575"/>
                </a:cubicBezTo>
                <a:cubicBezTo>
                  <a:pt x="16081" y="117652"/>
                  <a:pt x="0" y="206149"/>
                  <a:pt x="0" y="295275"/>
                </a:cubicBezTo>
              </a:path>
            </a:pathLst>
          </a:custGeom>
          <a:ln w="4762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05" name="任意多边形 104"/>
          <p:cNvSpPr/>
          <p:nvPr/>
        </p:nvSpPr>
        <p:spPr>
          <a:xfrm>
            <a:off x="3430588" y="4121151"/>
            <a:ext cx="0" cy="936625"/>
          </a:xfrm>
          <a:custGeom>
            <a:avLst/>
            <a:gdLst>
              <a:gd name="connsiteX0" fmla="*/ 9525 w 19384"/>
              <a:gd name="connsiteY0" fmla="*/ 0 h 295275"/>
              <a:gd name="connsiteX1" fmla="*/ 19050 w 19384"/>
              <a:gd name="connsiteY1" fmla="*/ 28575 h 295275"/>
              <a:gd name="connsiteX2" fmla="*/ 0 w 19384"/>
              <a:gd name="connsiteY2" fmla="*/ 295275 h 295275"/>
            </a:gdLst>
            <a:ahLst/>
            <a:cxnLst>
              <a:cxn ang="0">
                <a:pos x="connsiteX0" y="connsiteY0"/>
              </a:cxn>
              <a:cxn ang="0">
                <a:pos x="connsiteX1" y="connsiteY1"/>
              </a:cxn>
              <a:cxn ang="0">
                <a:pos x="connsiteX2" y="connsiteY2"/>
              </a:cxn>
            </a:cxnLst>
            <a:rect l="l" t="t" r="r" b="b"/>
            <a:pathLst>
              <a:path w="19384" h="295275">
                <a:moveTo>
                  <a:pt x="9525" y="0"/>
                </a:moveTo>
                <a:cubicBezTo>
                  <a:pt x="12700" y="9525"/>
                  <a:pt x="19384" y="18540"/>
                  <a:pt x="19050" y="28575"/>
                </a:cubicBezTo>
                <a:cubicBezTo>
                  <a:pt x="16081" y="117652"/>
                  <a:pt x="0" y="206149"/>
                  <a:pt x="0" y="295275"/>
                </a:cubicBezTo>
              </a:path>
            </a:pathLst>
          </a:custGeom>
          <a:ln w="47625">
            <a:solidFill>
              <a:srgbClr val="FF00FF"/>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pic>
        <p:nvPicPr>
          <p:cNvPr id="26703" name="Picture 79"/>
          <p:cNvPicPr>
            <a:picLocks noChangeAspect="1" noChangeArrowheads="1"/>
          </p:cNvPicPr>
          <p:nvPr/>
        </p:nvPicPr>
        <p:blipFill>
          <a:blip r:embed="rId8"/>
          <a:srcRect/>
          <a:stretch>
            <a:fillRect/>
          </a:stretch>
        </p:blipFill>
        <p:spPr bwMode="auto">
          <a:xfrm>
            <a:off x="1924051" y="1722439"/>
            <a:ext cx="4600575" cy="3709987"/>
          </a:xfrm>
          <a:prstGeom prst="rect">
            <a:avLst/>
          </a:prstGeom>
          <a:noFill/>
          <a:ln w="28575" algn="ctr">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6698"/>
                                        </p:tgtEl>
                                        <p:attrNameLst>
                                          <p:attrName>style.visibility</p:attrName>
                                        </p:attrNameLst>
                                      </p:cBhvr>
                                      <p:to>
                                        <p:strVal val="visible"/>
                                      </p:to>
                                    </p:set>
                                    <p:anim calcmode="lin" valueType="num">
                                      <p:cBhvr additive="base">
                                        <p:cTn id="7" dur="500" fill="hold"/>
                                        <p:tgtEl>
                                          <p:spTgt spid="26698"/>
                                        </p:tgtEl>
                                        <p:attrNameLst>
                                          <p:attrName>ppt_x</p:attrName>
                                        </p:attrNameLst>
                                      </p:cBhvr>
                                      <p:tavLst>
                                        <p:tav tm="0">
                                          <p:val>
                                            <p:strVal val="1+#ppt_w/2"/>
                                          </p:val>
                                        </p:tav>
                                        <p:tav tm="100000">
                                          <p:val>
                                            <p:strVal val="#ppt_x"/>
                                          </p:val>
                                        </p:tav>
                                      </p:tavLst>
                                    </p:anim>
                                    <p:anim calcmode="lin" valueType="num">
                                      <p:cBhvr additive="base">
                                        <p:cTn id="8" dur="500" fill="hold"/>
                                        <p:tgtEl>
                                          <p:spTgt spid="2669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ox(out)">
                                      <p:cBhvr>
                                        <p:cTn id="13"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26700"/>
                                        </p:tgtEl>
                                        <p:attrNameLst>
                                          <p:attrName>style.visibility</p:attrName>
                                        </p:attrNameLst>
                                      </p:cBhvr>
                                      <p:to>
                                        <p:strVal val="visible"/>
                                      </p:to>
                                    </p:set>
                                    <p:animEffect transition="in" filter="dissolve">
                                      <p:cBhvr>
                                        <p:cTn id="18" dur="500"/>
                                        <p:tgtEl>
                                          <p:spTgt spid="2670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32"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ox(out)">
                                      <p:cBhvr>
                                        <p:cTn id="23"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83"/>
                                        </p:tgtEl>
                                        <p:attrNameLst>
                                          <p:attrName>style.visibility</p:attrName>
                                        </p:attrNameLst>
                                      </p:cBhvr>
                                      <p:to>
                                        <p:strVal val="visible"/>
                                      </p:to>
                                    </p:set>
                                    <p:animEffect transition="in" filter="blinds(horizontal)">
                                      <p:cBhvr>
                                        <p:cTn id="28" dur="500"/>
                                        <p:tgtEl>
                                          <p:spTgt spid="8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85"/>
                                        </p:tgtEl>
                                        <p:attrNameLst>
                                          <p:attrName>style.visibility</p:attrName>
                                        </p:attrNameLst>
                                      </p:cBhvr>
                                      <p:to>
                                        <p:strVal val="visible"/>
                                      </p:to>
                                    </p:set>
                                    <p:animEffect transition="in" filter="wipe(left)">
                                      <p:cBhvr>
                                        <p:cTn id="33" dur="500"/>
                                        <p:tgtEl>
                                          <p:spTgt spid="8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86"/>
                                        </p:tgtEl>
                                        <p:attrNameLst>
                                          <p:attrName>style.visibility</p:attrName>
                                        </p:attrNameLst>
                                      </p:cBhvr>
                                      <p:to>
                                        <p:strVal val="visible"/>
                                      </p:to>
                                    </p:set>
                                    <p:animEffect transition="in" filter="wipe(up)">
                                      <p:cBhvr>
                                        <p:cTn id="38" dur="500"/>
                                        <p:tgtEl>
                                          <p:spTgt spid="8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nodeType="clickEffect">
                                  <p:stCondLst>
                                    <p:cond delay="0"/>
                                  </p:stCondLst>
                                  <p:childTnLst>
                                    <p:set>
                                      <p:cBhvr>
                                        <p:cTn id="42" dur="1" fill="hold">
                                          <p:stCondLst>
                                            <p:cond delay="0"/>
                                          </p:stCondLst>
                                        </p:cTn>
                                        <p:tgtEl>
                                          <p:spTgt spid="94"/>
                                        </p:tgtEl>
                                        <p:attrNameLst>
                                          <p:attrName>style.visibility</p:attrName>
                                        </p:attrNameLst>
                                      </p:cBhvr>
                                      <p:to>
                                        <p:strVal val="visible"/>
                                      </p:to>
                                    </p:set>
                                    <p:animEffect transition="in" filter="wipe(down)">
                                      <p:cBhvr>
                                        <p:cTn id="43" dur="1000"/>
                                        <p:tgtEl>
                                          <p:spTgt spid="9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2" fill="hold" nodeType="clickEffect">
                                  <p:stCondLst>
                                    <p:cond delay="0"/>
                                  </p:stCondLst>
                                  <p:childTnLst>
                                    <p:set>
                                      <p:cBhvr>
                                        <p:cTn id="47" dur="1" fill="hold">
                                          <p:stCondLst>
                                            <p:cond delay="0"/>
                                          </p:stCondLst>
                                        </p:cTn>
                                        <p:tgtEl>
                                          <p:spTgt spid="96"/>
                                        </p:tgtEl>
                                        <p:attrNameLst>
                                          <p:attrName>style.visibility</p:attrName>
                                        </p:attrNameLst>
                                      </p:cBhvr>
                                      <p:to>
                                        <p:strVal val="visible"/>
                                      </p:to>
                                    </p:set>
                                    <p:animEffect transition="in" filter="wipe(right)">
                                      <p:cBhvr>
                                        <p:cTn id="48" dur="500"/>
                                        <p:tgtEl>
                                          <p:spTgt spid="9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nodeType="clickEffect">
                                  <p:stCondLst>
                                    <p:cond delay="0"/>
                                  </p:stCondLst>
                                  <p:childTnLst>
                                    <p:set>
                                      <p:cBhvr>
                                        <p:cTn id="52" dur="1" fill="hold">
                                          <p:stCondLst>
                                            <p:cond delay="0"/>
                                          </p:stCondLst>
                                        </p:cTn>
                                        <p:tgtEl>
                                          <p:spTgt spid="97"/>
                                        </p:tgtEl>
                                        <p:attrNameLst>
                                          <p:attrName>style.visibility</p:attrName>
                                        </p:attrNameLst>
                                      </p:cBhvr>
                                      <p:to>
                                        <p:strVal val="visible"/>
                                      </p:to>
                                    </p:set>
                                    <p:animEffect transition="in" filter="wipe(down)">
                                      <p:cBhvr>
                                        <p:cTn id="53" dur="500"/>
                                        <p:tgtEl>
                                          <p:spTgt spid="9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2" fill="hold" nodeType="clickEffect">
                                  <p:stCondLst>
                                    <p:cond delay="0"/>
                                  </p:stCondLst>
                                  <p:childTnLst>
                                    <p:set>
                                      <p:cBhvr>
                                        <p:cTn id="57" dur="1" fill="hold">
                                          <p:stCondLst>
                                            <p:cond delay="0"/>
                                          </p:stCondLst>
                                        </p:cTn>
                                        <p:tgtEl>
                                          <p:spTgt spid="98"/>
                                        </p:tgtEl>
                                        <p:attrNameLst>
                                          <p:attrName>style.visibility</p:attrName>
                                        </p:attrNameLst>
                                      </p:cBhvr>
                                      <p:to>
                                        <p:strVal val="visible"/>
                                      </p:to>
                                    </p:set>
                                    <p:animEffect transition="in" filter="wipe(right)">
                                      <p:cBhvr>
                                        <p:cTn id="58" dur="500"/>
                                        <p:tgtEl>
                                          <p:spTgt spid="9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26701"/>
                                        </p:tgtEl>
                                        <p:attrNameLst>
                                          <p:attrName>style.visibility</p:attrName>
                                        </p:attrNameLst>
                                      </p:cBhvr>
                                      <p:to>
                                        <p:strVal val="visible"/>
                                      </p:to>
                                    </p:set>
                                    <p:animEffect transition="in" filter="blinds(horizontal)">
                                      <p:cBhvr>
                                        <p:cTn id="63" dur="500"/>
                                        <p:tgtEl>
                                          <p:spTgt spid="2670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5" fill="hold" nodeType="clickEffect">
                                  <p:stCondLst>
                                    <p:cond delay="0"/>
                                  </p:stCondLst>
                                  <p:childTnLst>
                                    <p:set>
                                      <p:cBhvr>
                                        <p:cTn id="67" dur="1" fill="hold">
                                          <p:stCondLst>
                                            <p:cond delay="0"/>
                                          </p:stCondLst>
                                        </p:cTn>
                                        <p:tgtEl>
                                          <p:spTgt spid="26702"/>
                                        </p:tgtEl>
                                        <p:attrNameLst>
                                          <p:attrName>style.visibility</p:attrName>
                                        </p:attrNameLst>
                                      </p:cBhvr>
                                      <p:to>
                                        <p:strVal val="visible"/>
                                      </p:to>
                                    </p:set>
                                    <p:animEffect transition="in" filter="blinds(vertical)">
                                      <p:cBhvr>
                                        <p:cTn id="68" dur="500"/>
                                        <p:tgtEl>
                                          <p:spTgt spid="2670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nodeType="clickEffect">
                                  <p:stCondLst>
                                    <p:cond delay="0"/>
                                  </p:stCondLst>
                                  <p:childTnLst>
                                    <p:set>
                                      <p:cBhvr>
                                        <p:cTn id="72" dur="1" fill="hold">
                                          <p:stCondLst>
                                            <p:cond delay="0"/>
                                          </p:stCondLst>
                                        </p:cTn>
                                        <p:tgtEl>
                                          <p:spTgt spid="101"/>
                                        </p:tgtEl>
                                        <p:attrNameLst>
                                          <p:attrName>style.visibility</p:attrName>
                                        </p:attrNameLst>
                                      </p:cBhvr>
                                      <p:to>
                                        <p:strVal val="visible"/>
                                      </p:to>
                                    </p:set>
                                    <p:animEffect transition="in" filter="wipe(down)">
                                      <p:cBhvr>
                                        <p:cTn id="73" dur="500"/>
                                        <p:tgtEl>
                                          <p:spTgt spid="101"/>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4" fill="hold" nodeType="clickEffect">
                                  <p:stCondLst>
                                    <p:cond delay="0"/>
                                  </p:stCondLst>
                                  <p:childTnLst>
                                    <p:set>
                                      <p:cBhvr>
                                        <p:cTn id="77" dur="1" fill="hold">
                                          <p:stCondLst>
                                            <p:cond delay="0"/>
                                          </p:stCondLst>
                                        </p:cTn>
                                        <p:tgtEl>
                                          <p:spTgt spid="102"/>
                                        </p:tgtEl>
                                        <p:attrNameLst>
                                          <p:attrName>style.visibility</p:attrName>
                                        </p:attrNameLst>
                                      </p:cBhvr>
                                      <p:to>
                                        <p:strVal val="visible"/>
                                      </p:to>
                                    </p:set>
                                    <p:animEffect transition="in" filter="wipe(down)">
                                      <p:cBhvr>
                                        <p:cTn id="78" dur="500"/>
                                        <p:tgtEl>
                                          <p:spTgt spid="10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6" presetClass="emph" presetSubtype="0" fill="hold" nodeType="clickEffect">
                                  <p:stCondLst>
                                    <p:cond delay="0"/>
                                  </p:stCondLst>
                                  <p:childTnLst>
                                    <p:animEffect transition="out" filter="fade">
                                      <p:cBhvr>
                                        <p:cTn id="82" dur="1000" tmFilter="0, 0; .2, .5; .8, .5; 1, 0"/>
                                        <p:tgtEl>
                                          <p:spTgt spid="94"/>
                                        </p:tgtEl>
                                      </p:cBhvr>
                                    </p:animEffect>
                                    <p:animScale>
                                      <p:cBhvr>
                                        <p:cTn id="83" dur="500" autoRev="1" fill="hold"/>
                                        <p:tgtEl>
                                          <p:spTgt spid="94"/>
                                        </p:tgtEl>
                                      </p:cBhvr>
                                      <p:by x="105000" y="105000"/>
                                    </p:animScale>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nodeType="clickEffect">
                                  <p:stCondLst>
                                    <p:cond delay="0"/>
                                  </p:stCondLst>
                                  <p:childTnLst>
                                    <p:set>
                                      <p:cBhvr>
                                        <p:cTn id="87" dur="1" fill="hold">
                                          <p:stCondLst>
                                            <p:cond delay="0"/>
                                          </p:stCondLst>
                                        </p:cTn>
                                        <p:tgtEl>
                                          <p:spTgt spid="103"/>
                                        </p:tgtEl>
                                        <p:attrNameLst>
                                          <p:attrName>style.visibility</p:attrName>
                                        </p:attrNameLst>
                                      </p:cBhvr>
                                      <p:to>
                                        <p:strVal val="visible"/>
                                      </p:to>
                                    </p:set>
                                    <p:animEffect transition="in" filter="wipe(down)">
                                      <p:cBhvr>
                                        <p:cTn id="88" dur="500"/>
                                        <p:tgtEl>
                                          <p:spTgt spid="103"/>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4" fill="hold" nodeType="clickEffect">
                                  <p:stCondLst>
                                    <p:cond delay="0"/>
                                  </p:stCondLst>
                                  <p:childTnLst>
                                    <p:set>
                                      <p:cBhvr>
                                        <p:cTn id="92" dur="1" fill="hold">
                                          <p:stCondLst>
                                            <p:cond delay="0"/>
                                          </p:stCondLst>
                                        </p:cTn>
                                        <p:tgtEl>
                                          <p:spTgt spid="105"/>
                                        </p:tgtEl>
                                        <p:attrNameLst>
                                          <p:attrName>style.visibility</p:attrName>
                                        </p:attrNameLst>
                                      </p:cBhvr>
                                      <p:to>
                                        <p:strVal val="visible"/>
                                      </p:to>
                                    </p:set>
                                    <p:animEffect transition="in" filter="wipe(down)">
                                      <p:cBhvr>
                                        <p:cTn id="93" dur="500"/>
                                        <p:tgtEl>
                                          <p:spTgt spid="10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6" presetClass="emph" presetSubtype="0" fill="hold" nodeType="clickEffect">
                                  <p:stCondLst>
                                    <p:cond delay="0"/>
                                  </p:stCondLst>
                                  <p:childTnLst>
                                    <p:animEffect transition="out" filter="fade">
                                      <p:cBhvr>
                                        <p:cTn id="97" dur="1000" tmFilter="0, 0; .2, .5; .8, .5; 1, 0"/>
                                        <p:tgtEl>
                                          <p:spTgt spid="97"/>
                                        </p:tgtEl>
                                      </p:cBhvr>
                                    </p:animEffect>
                                    <p:animScale>
                                      <p:cBhvr>
                                        <p:cTn id="98" dur="500" autoRev="1" fill="hold"/>
                                        <p:tgtEl>
                                          <p:spTgt spid="97"/>
                                        </p:tgtEl>
                                      </p:cBhvr>
                                      <p:by x="105000" y="105000"/>
                                    </p:animScale>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4" fill="hold" nodeType="clickEffect">
                                  <p:stCondLst>
                                    <p:cond delay="0"/>
                                  </p:stCondLst>
                                  <p:childTnLst>
                                    <p:set>
                                      <p:cBhvr>
                                        <p:cTn id="102" dur="1" fill="hold">
                                          <p:stCondLst>
                                            <p:cond delay="0"/>
                                          </p:stCondLst>
                                        </p:cTn>
                                        <p:tgtEl>
                                          <p:spTgt spid="104"/>
                                        </p:tgtEl>
                                        <p:attrNameLst>
                                          <p:attrName>style.visibility</p:attrName>
                                        </p:attrNameLst>
                                      </p:cBhvr>
                                      <p:to>
                                        <p:strVal val="visible"/>
                                      </p:to>
                                    </p:set>
                                    <p:animEffect transition="in" filter="wipe(down)">
                                      <p:cBhvr>
                                        <p:cTn id="103" dur="500"/>
                                        <p:tgtEl>
                                          <p:spTgt spid="104"/>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1" fill="hold" nodeType="clickEffect">
                                  <p:stCondLst>
                                    <p:cond delay="0"/>
                                  </p:stCondLst>
                                  <p:childTnLst>
                                    <p:set>
                                      <p:cBhvr>
                                        <p:cTn id="107" dur="1" fill="hold">
                                          <p:stCondLst>
                                            <p:cond delay="0"/>
                                          </p:stCondLst>
                                        </p:cTn>
                                        <p:tgtEl>
                                          <p:spTgt spid="26703"/>
                                        </p:tgtEl>
                                        <p:attrNameLst>
                                          <p:attrName>style.visibility</p:attrName>
                                        </p:attrNameLst>
                                      </p:cBhvr>
                                      <p:to>
                                        <p:strVal val="visible"/>
                                      </p:to>
                                    </p:set>
                                    <p:animEffect transition="in" filter="wipe(up)">
                                      <p:cBhvr>
                                        <p:cTn id="108" dur="500"/>
                                        <p:tgtEl>
                                          <p:spTgt spid="26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1453357" y="546258"/>
            <a:ext cx="7797007" cy="523220"/>
          </a:xfrm>
          <a:prstGeom prst="rect">
            <a:avLst/>
          </a:prstGeom>
          <a:noFill/>
          <a:ln w="9525">
            <a:noFill/>
            <a:miter lim="800000"/>
            <a:headEnd/>
            <a:tailEnd/>
          </a:ln>
          <a:effectLst/>
        </p:spPr>
        <p:txBody>
          <a:bodyPr wrap="square">
            <a:spAutoFit/>
          </a:bodyPr>
          <a:lstStyle/>
          <a:p>
            <a:pPr eaLnBrk="1" hangingPunct="1">
              <a:defRPr/>
            </a:pPr>
            <a:r>
              <a:rPr kumimoji="1" lang="zh-CN" altLang="en-US" sz="2800" b="1" dirty="0">
                <a:effectLst>
                  <a:outerShdw blurRad="38100" dist="38100" dir="2700000" algn="tl">
                    <a:srgbClr val="C0C0C0"/>
                  </a:outerShdw>
                </a:effectLst>
                <a:latin typeface="+mn-ea"/>
                <a:ea typeface="+mn-ea"/>
              </a:rPr>
              <a:t>圆柱与方柱、圆柱与方孔及圆柱筒与方孔相贯</a:t>
            </a:r>
            <a:r>
              <a:rPr kumimoji="1" lang="zh-CN" altLang="en-US" sz="2800" dirty="0">
                <a:latin typeface="+mn-ea"/>
                <a:ea typeface="+mn-ea"/>
              </a:rPr>
              <a:t> </a:t>
            </a:r>
            <a:r>
              <a:rPr kumimoji="1" lang="zh-CN" altLang="en-US" sz="2800" b="1" dirty="0">
                <a:effectLst>
                  <a:outerShdw blurRad="38100" dist="38100" dir="2700000" algn="tl">
                    <a:srgbClr val="C0C0C0"/>
                  </a:outerShdw>
                </a:effectLst>
                <a:latin typeface="+mn-ea"/>
                <a:ea typeface="+mn-ea"/>
              </a:rPr>
              <a:t>：</a:t>
            </a:r>
          </a:p>
        </p:txBody>
      </p:sp>
      <p:sp>
        <p:nvSpPr>
          <p:cNvPr id="27651" name="Rectangle 3"/>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27652" name="Rectangle 4"/>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27653" name="Rectangle 5"/>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27654" name="Rectangle 6"/>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27655" name="Rectangle 7"/>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27656" name="Rectangle 8"/>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grpSp>
        <p:nvGrpSpPr>
          <p:cNvPr id="2" name="组合 12"/>
          <p:cNvGrpSpPr>
            <a:grpSpLocks/>
          </p:cNvGrpSpPr>
          <p:nvPr/>
        </p:nvGrpSpPr>
        <p:grpSpPr bwMode="auto">
          <a:xfrm>
            <a:off x="1992313" y="1381126"/>
            <a:ext cx="7878762" cy="2157413"/>
            <a:chOff x="468313" y="1052513"/>
            <a:chExt cx="7878759" cy="2157409"/>
          </a:xfrm>
        </p:grpSpPr>
        <p:pic>
          <p:nvPicPr>
            <p:cNvPr id="27681" name="Picture 10"/>
            <p:cNvPicPr>
              <a:picLocks noChangeAspect="1" noChangeArrowheads="1"/>
            </p:cNvPicPr>
            <p:nvPr/>
          </p:nvPicPr>
          <p:blipFill>
            <a:blip r:embed="rId2"/>
            <a:srcRect l="13788" t="14005" r="62601" b="59779"/>
            <a:stretch>
              <a:fillRect/>
            </a:stretch>
          </p:blipFill>
          <p:spPr bwMode="auto">
            <a:xfrm>
              <a:off x="468313" y="1052513"/>
              <a:ext cx="2590800" cy="2157409"/>
            </a:xfrm>
            <a:prstGeom prst="rect">
              <a:avLst/>
            </a:prstGeom>
            <a:noFill/>
            <a:ln w="28575" algn="ctr">
              <a:noFill/>
              <a:miter lim="800000"/>
              <a:headEnd/>
              <a:tailEnd/>
            </a:ln>
          </p:spPr>
        </p:pic>
        <p:pic>
          <p:nvPicPr>
            <p:cNvPr id="27682" name="Picture 11"/>
            <p:cNvPicPr>
              <a:picLocks noChangeAspect="1" noChangeArrowheads="1"/>
            </p:cNvPicPr>
            <p:nvPr/>
          </p:nvPicPr>
          <p:blipFill>
            <a:blip r:embed="rId2"/>
            <a:srcRect l="46513" t="14873" r="38962" b="60243"/>
            <a:stretch>
              <a:fillRect/>
            </a:stretch>
          </p:blipFill>
          <p:spPr bwMode="auto">
            <a:xfrm>
              <a:off x="3768714" y="1128681"/>
              <a:ext cx="1593859" cy="2047871"/>
            </a:xfrm>
            <a:prstGeom prst="rect">
              <a:avLst/>
            </a:prstGeom>
            <a:noFill/>
            <a:ln w="28575" algn="ctr">
              <a:noFill/>
              <a:miter lim="800000"/>
              <a:headEnd/>
              <a:tailEnd/>
            </a:ln>
          </p:spPr>
        </p:pic>
        <p:pic>
          <p:nvPicPr>
            <p:cNvPr id="27683" name="Picture 12"/>
            <p:cNvPicPr>
              <a:picLocks noChangeAspect="1" noChangeArrowheads="1"/>
            </p:cNvPicPr>
            <p:nvPr/>
          </p:nvPicPr>
          <p:blipFill>
            <a:blip r:embed="rId2"/>
            <a:srcRect l="72830" t="14005" r="12067" b="60667"/>
            <a:stretch>
              <a:fillRect/>
            </a:stretch>
          </p:blipFill>
          <p:spPr bwMode="auto">
            <a:xfrm>
              <a:off x="6689754" y="1055655"/>
              <a:ext cx="1657318" cy="2084383"/>
            </a:xfrm>
            <a:prstGeom prst="rect">
              <a:avLst/>
            </a:prstGeom>
            <a:noFill/>
            <a:ln w="28575" algn="ctr">
              <a:noFill/>
              <a:miter lim="800000"/>
              <a:headEnd/>
              <a:tailEnd/>
            </a:ln>
          </p:spPr>
        </p:pic>
      </p:grpSp>
      <p:pic>
        <p:nvPicPr>
          <p:cNvPr id="12" name="Picture 10"/>
          <p:cNvPicPr>
            <a:picLocks noChangeAspect="1" noChangeArrowheads="1"/>
          </p:cNvPicPr>
          <p:nvPr/>
        </p:nvPicPr>
        <p:blipFill>
          <a:blip r:embed="rId2"/>
          <a:srcRect l="13788" t="44212" r="62601" b="19502"/>
          <a:stretch>
            <a:fillRect/>
          </a:stretch>
        </p:blipFill>
        <p:spPr bwMode="auto">
          <a:xfrm>
            <a:off x="1992313" y="3538539"/>
            <a:ext cx="2590800" cy="2986087"/>
          </a:xfrm>
          <a:prstGeom prst="rect">
            <a:avLst/>
          </a:prstGeom>
          <a:noFill/>
          <a:ln w="28575" algn="ctr">
            <a:noFill/>
            <a:miter lim="800000"/>
            <a:headEnd/>
            <a:tailEnd/>
          </a:ln>
        </p:spPr>
      </p:pic>
      <p:pic>
        <p:nvPicPr>
          <p:cNvPr id="14" name="Picture 11"/>
          <p:cNvPicPr>
            <a:picLocks noChangeAspect="1" noChangeArrowheads="1"/>
          </p:cNvPicPr>
          <p:nvPr/>
        </p:nvPicPr>
        <p:blipFill>
          <a:blip r:embed="rId2"/>
          <a:srcRect l="39381" t="44194" r="38962" b="19502"/>
          <a:stretch>
            <a:fillRect/>
          </a:stretch>
        </p:blipFill>
        <p:spPr bwMode="auto">
          <a:xfrm>
            <a:off x="4656139" y="3538539"/>
            <a:ext cx="2376487" cy="2987675"/>
          </a:xfrm>
          <a:prstGeom prst="rect">
            <a:avLst/>
          </a:prstGeom>
          <a:noFill/>
          <a:ln w="28575" algn="ctr">
            <a:noFill/>
            <a:miter lim="800000"/>
            <a:headEnd/>
            <a:tailEnd/>
          </a:ln>
        </p:spPr>
      </p:pic>
      <p:grpSp>
        <p:nvGrpSpPr>
          <p:cNvPr id="3" name="组合 24"/>
          <p:cNvGrpSpPr>
            <a:grpSpLocks/>
          </p:cNvGrpSpPr>
          <p:nvPr/>
        </p:nvGrpSpPr>
        <p:grpSpPr bwMode="auto">
          <a:xfrm>
            <a:off x="5840413" y="5099050"/>
            <a:ext cx="1314450" cy="1277938"/>
            <a:chOff x="4316409" y="5099075"/>
            <a:chExt cx="1314465" cy="1277953"/>
          </a:xfrm>
        </p:grpSpPr>
        <p:cxnSp>
          <p:nvCxnSpPr>
            <p:cNvPr id="16" name="直接连接符 15"/>
            <p:cNvCxnSpPr/>
            <p:nvPr/>
          </p:nvCxnSpPr>
          <p:spPr>
            <a:xfrm>
              <a:off x="4352921" y="5729320"/>
              <a:ext cx="620720"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5400000">
              <a:off x="4682332" y="5436423"/>
              <a:ext cx="584207"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4316409" y="5099075"/>
              <a:ext cx="1314465" cy="127795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7" name="直接连接符 26"/>
          <p:cNvCxnSpPr/>
          <p:nvPr/>
        </p:nvCxnSpPr>
        <p:spPr>
          <a:xfrm>
            <a:off x="5073651" y="5364164"/>
            <a:ext cx="1050925"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rot="5400000" flipH="1" flipV="1">
            <a:off x="5741988" y="4981575"/>
            <a:ext cx="76676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V="1">
            <a:off x="5083175" y="6094413"/>
            <a:ext cx="17795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rot="5400000" flipH="1" flipV="1">
            <a:off x="6122194" y="5336382"/>
            <a:ext cx="1497013" cy="0"/>
          </a:xfrm>
          <a:prstGeom prst="line">
            <a:avLst/>
          </a:prstGeom>
        </p:spPr>
        <p:style>
          <a:lnRef idx="1">
            <a:schemeClr val="accent1"/>
          </a:lnRef>
          <a:fillRef idx="0">
            <a:schemeClr val="accent1"/>
          </a:fillRef>
          <a:effectRef idx="0">
            <a:schemeClr val="accent1"/>
          </a:effectRef>
          <a:fontRef idx="minor">
            <a:schemeClr val="tx1"/>
          </a:fontRef>
        </p:style>
      </p:cxnSp>
      <p:pic>
        <p:nvPicPr>
          <p:cNvPr id="35" name="Picture 12"/>
          <p:cNvPicPr>
            <a:picLocks noChangeAspect="1" noChangeArrowheads="1"/>
          </p:cNvPicPr>
          <p:nvPr/>
        </p:nvPicPr>
        <p:blipFill>
          <a:blip r:embed="rId2"/>
          <a:srcRect l="63672" t="45544" r="12067" b="19502"/>
          <a:stretch>
            <a:fillRect/>
          </a:stretch>
        </p:blipFill>
        <p:spPr bwMode="auto">
          <a:xfrm>
            <a:off x="7446964" y="3648075"/>
            <a:ext cx="2662237" cy="2876550"/>
          </a:xfrm>
          <a:prstGeom prst="rect">
            <a:avLst/>
          </a:prstGeom>
          <a:noFill/>
          <a:ln w="28575" algn="ctr">
            <a:noFill/>
            <a:miter lim="800000"/>
            <a:headEnd/>
            <a:tailEnd/>
          </a:ln>
        </p:spPr>
      </p:pic>
      <p:grpSp>
        <p:nvGrpSpPr>
          <p:cNvPr id="4" name="组合 35"/>
          <p:cNvGrpSpPr>
            <a:grpSpLocks/>
          </p:cNvGrpSpPr>
          <p:nvPr/>
        </p:nvGrpSpPr>
        <p:grpSpPr bwMode="auto">
          <a:xfrm>
            <a:off x="8537576" y="4857750"/>
            <a:ext cx="1825625" cy="1752600"/>
            <a:chOff x="4316409" y="5099075"/>
            <a:chExt cx="1314465" cy="1277953"/>
          </a:xfrm>
        </p:grpSpPr>
        <p:cxnSp>
          <p:nvCxnSpPr>
            <p:cNvPr id="37" name="直接连接符 36"/>
            <p:cNvCxnSpPr/>
            <p:nvPr/>
          </p:nvCxnSpPr>
          <p:spPr>
            <a:xfrm>
              <a:off x="4352985" y="5728791"/>
              <a:ext cx="620656" cy="2315"/>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rot="5400000">
              <a:off x="4681356" y="5436520"/>
              <a:ext cx="584571" cy="2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316409" y="5099075"/>
              <a:ext cx="1314465" cy="127795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40" name="直接连接符 39"/>
          <p:cNvCxnSpPr/>
          <p:nvPr/>
        </p:nvCxnSpPr>
        <p:spPr>
          <a:xfrm flipV="1">
            <a:off x="7807326" y="6097588"/>
            <a:ext cx="20161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rot="5400000" flipH="1" flipV="1">
            <a:off x="9076532" y="5352257"/>
            <a:ext cx="149701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7807326" y="5364163"/>
            <a:ext cx="12604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rot="5400000" flipH="1" flipV="1">
            <a:off x="8689182" y="4987132"/>
            <a:ext cx="7572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7810501" y="5546725"/>
            <a:ext cx="1439863" cy="0"/>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rot="5400000" flipH="1" flipV="1">
            <a:off x="8774113" y="5073651"/>
            <a:ext cx="936625" cy="0"/>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7815264" y="5930900"/>
            <a:ext cx="1836737" cy="0"/>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rot="5400000" flipH="1" flipV="1">
            <a:off x="8987632" y="5271294"/>
            <a:ext cx="1331912" cy="0"/>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7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500"/>
                                        <p:tgtEl>
                                          <p:spTgt spid="1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4" presetClass="entr" presetSubtype="16"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ox(in)">
                                      <p:cBhvr>
                                        <p:cTn id="19" dur="500"/>
                                        <p:tgtEl>
                                          <p:spTgt spid="1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left)">
                                      <p:cBhvr>
                                        <p:cTn id="29" dur="500"/>
                                        <p:tgtEl>
                                          <p:spTgt spid="2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down)">
                                      <p:cBhvr>
                                        <p:cTn id="34" dur="500"/>
                                        <p:tgtEl>
                                          <p:spTgt spid="2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ipe(left)">
                                      <p:cBhvr>
                                        <p:cTn id="39" dur="500"/>
                                        <p:tgtEl>
                                          <p:spTgt spid="3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nodeType="click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wipe(down)">
                                      <p:cBhvr>
                                        <p:cTn id="44" dur="500"/>
                                        <p:tgtEl>
                                          <p:spTgt spid="3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nodeType="click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box(in)">
                                      <p:cBhvr>
                                        <p:cTn id="49" dur="500"/>
                                        <p:tgtEl>
                                          <p:spTgt spid="3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wipe(left)">
                                      <p:cBhvr>
                                        <p:cTn id="54" dur="500"/>
                                        <p:tgtEl>
                                          <p:spTgt spid="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wipe(left)">
                                      <p:cBhvr>
                                        <p:cTn id="59" dur="500"/>
                                        <p:tgtEl>
                                          <p:spTgt spid="4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4" fill="hold"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wipe(down)">
                                      <p:cBhvr>
                                        <p:cTn id="64" dur="500"/>
                                        <p:tgtEl>
                                          <p:spTgt spid="4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wipe(left)">
                                      <p:cBhvr>
                                        <p:cTn id="69" dur="500"/>
                                        <p:tgtEl>
                                          <p:spTgt spid="4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4" fill="hold" nodeType="clickEffect">
                                  <p:stCondLst>
                                    <p:cond delay="0"/>
                                  </p:stCondLst>
                                  <p:childTnLst>
                                    <p:set>
                                      <p:cBhvr>
                                        <p:cTn id="73" dur="1" fill="hold">
                                          <p:stCondLst>
                                            <p:cond delay="0"/>
                                          </p:stCondLst>
                                        </p:cTn>
                                        <p:tgtEl>
                                          <p:spTgt spid="44"/>
                                        </p:tgtEl>
                                        <p:attrNameLst>
                                          <p:attrName>style.visibility</p:attrName>
                                        </p:attrNameLst>
                                      </p:cBhvr>
                                      <p:to>
                                        <p:strVal val="visible"/>
                                      </p:to>
                                    </p:set>
                                    <p:animEffect transition="in" filter="wipe(down)">
                                      <p:cBhvr>
                                        <p:cTn id="74" dur="500"/>
                                        <p:tgtEl>
                                          <p:spTgt spid="4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wipe(left)">
                                      <p:cBhvr>
                                        <p:cTn id="79" dur="500"/>
                                        <p:tgtEl>
                                          <p:spTgt spid="4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nodeType="click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wipe(down)">
                                      <p:cBhvr>
                                        <p:cTn id="84" dur="500"/>
                                        <p:tgtEl>
                                          <p:spTgt spid="46"/>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47"/>
                                        </p:tgtEl>
                                        <p:attrNameLst>
                                          <p:attrName>style.visibility</p:attrName>
                                        </p:attrNameLst>
                                      </p:cBhvr>
                                      <p:to>
                                        <p:strVal val="visible"/>
                                      </p:to>
                                    </p:set>
                                    <p:animEffect transition="in" filter="wipe(left)">
                                      <p:cBhvr>
                                        <p:cTn id="89" dur="500"/>
                                        <p:tgtEl>
                                          <p:spTgt spid="47"/>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4" fill="hold" nodeType="clickEffect">
                                  <p:stCondLst>
                                    <p:cond delay="0"/>
                                  </p:stCondLst>
                                  <p:childTnLst>
                                    <p:set>
                                      <p:cBhvr>
                                        <p:cTn id="93" dur="1" fill="hold">
                                          <p:stCondLst>
                                            <p:cond delay="0"/>
                                          </p:stCondLst>
                                        </p:cTn>
                                        <p:tgtEl>
                                          <p:spTgt spid="48"/>
                                        </p:tgtEl>
                                        <p:attrNameLst>
                                          <p:attrName>style.visibility</p:attrName>
                                        </p:attrNameLst>
                                      </p:cBhvr>
                                      <p:to>
                                        <p:strVal val="visible"/>
                                      </p:to>
                                    </p:set>
                                    <p:animEffect transition="in" filter="wipe(down)">
                                      <p:cBhvr>
                                        <p:cTn id="94"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Box 2"/>
          <p:cNvSpPr txBox="1">
            <a:spLocks noChangeArrowheads="1"/>
          </p:cNvSpPr>
          <p:nvPr>
            <p:custDataLst>
              <p:tags r:id="rId2"/>
            </p:custDataLst>
          </p:nvPr>
        </p:nvSpPr>
        <p:spPr bwMode="auto">
          <a:xfrm>
            <a:off x="2444750" y="1384300"/>
            <a:ext cx="7083472" cy="693738"/>
          </a:xfrm>
          <a:prstGeom prst="rect">
            <a:avLst/>
          </a:prstGeom>
          <a:noFill/>
          <a:ln w="9525">
            <a:noFill/>
            <a:miter lim="800000"/>
            <a:headEnd/>
            <a:tailEnd/>
          </a:ln>
        </p:spPr>
        <p:txBody>
          <a:bodyPr anchor="ctr"/>
          <a:lstStyle/>
          <a:p>
            <a:pPr marL="457200" indent="-457200" eaLnBrk="1" hangingPunct="1"/>
            <a:r>
              <a:rPr lang="zh-CN" altLang="en-US" sz="2600" dirty="0">
                <a:solidFill>
                  <a:srgbClr val="000000"/>
                </a:solidFill>
                <a:latin typeface="黑体" pitchFamily="49" charset="-122"/>
                <a:ea typeface="黑体" pitchFamily="49" charset="-122"/>
                <a:sym typeface="Microsoft Yahei" pitchFamily="34" charset="-122"/>
              </a:rPr>
              <a:t>下面关于相贯线特性的叙述，哪一个是准确的？</a:t>
            </a:r>
          </a:p>
        </p:txBody>
      </p:sp>
      <p:sp>
        <p:nvSpPr>
          <p:cNvPr id="50179" name="TextBox 3"/>
          <p:cNvSpPr txBox="1">
            <a:spLocks noChangeArrowheads="1"/>
          </p:cNvSpPr>
          <p:nvPr>
            <p:custDataLst>
              <p:tags r:id="rId3"/>
            </p:custDataLst>
          </p:nvPr>
        </p:nvSpPr>
        <p:spPr bwMode="auto">
          <a:xfrm>
            <a:off x="3352800" y="2786064"/>
            <a:ext cx="3911600" cy="642937"/>
          </a:xfrm>
          <a:prstGeom prst="rect">
            <a:avLst/>
          </a:prstGeom>
          <a:noFill/>
          <a:ln w="9525">
            <a:noFill/>
            <a:miter lim="800000"/>
            <a:headEnd/>
            <a:tailEnd/>
          </a:ln>
        </p:spPr>
        <p:txBody>
          <a:bodyPr anchor="ctr"/>
          <a:lstStyle/>
          <a:p>
            <a:pPr marL="457200" indent="-457200" eaLnBrk="1" hangingPunct="1"/>
            <a:r>
              <a:rPr lang="zh-CN" altLang="en-US" sz="2600" dirty="0">
                <a:solidFill>
                  <a:srgbClr val="000000"/>
                </a:solidFill>
                <a:latin typeface="黑体" pitchFamily="49" charset="-122"/>
                <a:ea typeface="黑体" pitchFamily="49" charset="-122"/>
                <a:sym typeface="Microsoft Yahei" pitchFamily="34" charset="-122"/>
              </a:rPr>
              <a:t>相贯线位于立体表面</a:t>
            </a:r>
          </a:p>
        </p:txBody>
      </p:sp>
      <p:sp>
        <p:nvSpPr>
          <p:cNvPr id="50180" name="TextBox 4"/>
          <p:cNvSpPr txBox="1">
            <a:spLocks noChangeArrowheads="1"/>
          </p:cNvSpPr>
          <p:nvPr>
            <p:custDataLst>
              <p:tags r:id="rId4"/>
            </p:custDataLst>
          </p:nvPr>
        </p:nvSpPr>
        <p:spPr bwMode="auto">
          <a:xfrm>
            <a:off x="3352801" y="3643314"/>
            <a:ext cx="4532337" cy="642937"/>
          </a:xfrm>
          <a:prstGeom prst="rect">
            <a:avLst/>
          </a:prstGeom>
          <a:noFill/>
          <a:ln w="9525">
            <a:noFill/>
            <a:miter lim="800000"/>
            <a:headEnd/>
            <a:tailEnd/>
          </a:ln>
        </p:spPr>
        <p:txBody>
          <a:bodyPr anchor="ctr"/>
          <a:lstStyle/>
          <a:p>
            <a:pPr marL="457200" indent="-457200" eaLnBrk="1" hangingPunct="1"/>
            <a:r>
              <a:rPr lang="zh-CN" altLang="en-US" sz="2400" b="1" dirty="0"/>
              <a:t>相贯线一般是封闭的空间折线</a:t>
            </a:r>
            <a:endParaRPr lang="zh-CN" altLang="en-US" sz="2600" b="1" dirty="0">
              <a:latin typeface="黑体" pitchFamily="49" charset="-122"/>
              <a:ea typeface="黑体" pitchFamily="49" charset="-122"/>
              <a:sym typeface="Microsoft Yahei" pitchFamily="34" charset="-122"/>
            </a:endParaRPr>
          </a:p>
        </p:txBody>
      </p:sp>
      <p:sp>
        <p:nvSpPr>
          <p:cNvPr id="50181" name="TextBox 5"/>
          <p:cNvSpPr txBox="1">
            <a:spLocks noChangeArrowheads="1"/>
          </p:cNvSpPr>
          <p:nvPr>
            <p:custDataLst>
              <p:tags r:id="rId5"/>
            </p:custDataLst>
          </p:nvPr>
        </p:nvSpPr>
        <p:spPr bwMode="auto">
          <a:xfrm>
            <a:off x="3352800" y="4500564"/>
            <a:ext cx="6400800" cy="642937"/>
          </a:xfrm>
          <a:prstGeom prst="rect">
            <a:avLst/>
          </a:prstGeom>
          <a:noFill/>
          <a:ln w="9525">
            <a:noFill/>
            <a:miter lim="800000"/>
            <a:headEnd/>
            <a:tailEnd/>
          </a:ln>
        </p:spPr>
        <p:txBody>
          <a:bodyPr anchor="ctr"/>
          <a:lstStyle/>
          <a:p>
            <a:pPr marL="457200" indent="-457200" eaLnBrk="1" hangingPunct="1"/>
            <a:r>
              <a:rPr lang="en-US" altLang="zh-CN" sz="2600" dirty="0">
                <a:solidFill>
                  <a:srgbClr val="000000"/>
                </a:solidFill>
                <a:latin typeface="黑体" pitchFamily="49" charset="-122"/>
                <a:ea typeface="黑体" pitchFamily="49" charset="-122"/>
                <a:sym typeface="Microsoft Yahei" pitchFamily="34" charset="-122"/>
              </a:rPr>
              <a:t>A</a:t>
            </a:r>
            <a:r>
              <a:rPr lang="zh-CN" altLang="en-US" sz="2600" dirty="0">
                <a:solidFill>
                  <a:srgbClr val="000000"/>
                </a:solidFill>
                <a:latin typeface="黑体" pitchFamily="49" charset="-122"/>
                <a:ea typeface="黑体" pitchFamily="49" charset="-122"/>
                <a:sym typeface="Microsoft Yahei" pitchFamily="34" charset="-122"/>
              </a:rPr>
              <a:t>、</a:t>
            </a:r>
            <a:r>
              <a:rPr lang="en-US" altLang="zh-CN" sz="2600" dirty="0">
                <a:solidFill>
                  <a:srgbClr val="000000"/>
                </a:solidFill>
                <a:latin typeface="黑体" pitchFamily="49" charset="-122"/>
                <a:ea typeface="黑体" pitchFamily="49" charset="-122"/>
                <a:sym typeface="Microsoft Yahei" pitchFamily="34" charset="-122"/>
              </a:rPr>
              <a:t>B</a:t>
            </a:r>
            <a:r>
              <a:rPr lang="zh-CN" altLang="en-US" sz="2600" dirty="0">
                <a:solidFill>
                  <a:srgbClr val="000000"/>
                </a:solidFill>
                <a:latin typeface="黑体" pitchFamily="49" charset="-122"/>
                <a:ea typeface="黑体" pitchFamily="49" charset="-122"/>
                <a:sym typeface="Microsoft Yahei" pitchFamily="34" charset="-122"/>
              </a:rPr>
              <a:t>、</a:t>
            </a:r>
            <a:r>
              <a:rPr lang="en-US" altLang="zh-CN" sz="2600" dirty="0">
                <a:solidFill>
                  <a:srgbClr val="000000"/>
                </a:solidFill>
                <a:latin typeface="黑体" pitchFamily="49" charset="-122"/>
                <a:ea typeface="黑体" pitchFamily="49" charset="-122"/>
                <a:sym typeface="Microsoft Yahei" pitchFamily="34" charset="-122"/>
              </a:rPr>
              <a:t>D</a:t>
            </a:r>
            <a:r>
              <a:rPr lang="zh-CN" altLang="en-US" sz="2600" dirty="0">
                <a:solidFill>
                  <a:srgbClr val="000000"/>
                </a:solidFill>
                <a:latin typeface="黑体" pitchFamily="49" charset="-122"/>
                <a:ea typeface="黑体" pitchFamily="49" charset="-122"/>
                <a:sym typeface="Microsoft Yahei" pitchFamily="34" charset="-122"/>
              </a:rPr>
              <a:t>都对</a:t>
            </a:r>
          </a:p>
        </p:txBody>
      </p:sp>
      <p:sp>
        <p:nvSpPr>
          <p:cNvPr id="50182" name="TextBox 6"/>
          <p:cNvSpPr txBox="1">
            <a:spLocks noChangeArrowheads="1"/>
          </p:cNvSpPr>
          <p:nvPr>
            <p:custDataLst>
              <p:tags r:id="rId6"/>
            </p:custDataLst>
          </p:nvPr>
        </p:nvSpPr>
        <p:spPr bwMode="auto">
          <a:xfrm>
            <a:off x="3352800" y="5357814"/>
            <a:ext cx="5445162" cy="642937"/>
          </a:xfrm>
          <a:prstGeom prst="rect">
            <a:avLst/>
          </a:prstGeom>
          <a:noFill/>
          <a:ln w="9525">
            <a:noFill/>
            <a:miter lim="800000"/>
            <a:headEnd/>
            <a:tailEnd/>
          </a:ln>
        </p:spPr>
        <p:txBody>
          <a:bodyPr anchor="ctr"/>
          <a:lstStyle/>
          <a:p>
            <a:pPr marL="457200" indent="-457200" eaLnBrk="1" hangingPunct="1"/>
            <a:r>
              <a:rPr lang="zh-CN" altLang="en-US" sz="2400" b="1" dirty="0"/>
              <a:t>相贯线是两立体表面的共有线</a:t>
            </a:r>
            <a:endParaRPr lang="zh-CN" altLang="en-US" sz="2600" b="1" dirty="0">
              <a:latin typeface="黑体" pitchFamily="49" charset="-122"/>
              <a:ea typeface="黑体" pitchFamily="49" charset="-122"/>
              <a:sym typeface="Microsoft Yahei" pitchFamily="34" charset="-122"/>
            </a:endParaRPr>
          </a:p>
        </p:txBody>
      </p:sp>
      <p:sp>
        <p:nvSpPr>
          <p:cNvPr id="50183" name="椭圆 7"/>
          <p:cNvSpPr>
            <a:spLocks noChangeAspect="1"/>
          </p:cNvSpPr>
          <p:nvPr>
            <p:custDataLst>
              <p:tags r:id="rId7"/>
            </p:custDataLst>
          </p:nvPr>
        </p:nvSpPr>
        <p:spPr bwMode="auto">
          <a:xfrm>
            <a:off x="2638425" y="2849563"/>
            <a:ext cx="514350" cy="514350"/>
          </a:xfrm>
          <a:prstGeom prst="ellipse">
            <a:avLst/>
          </a:prstGeom>
          <a:solidFill>
            <a:srgbClr val="808080"/>
          </a:solidFill>
          <a:ln w="127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sym typeface="Microsoft Yahei" pitchFamily="34" charset="-122"/>
              </a:rPr>
              <a:t>A</a:t>
            </a:r>
            <a:endParaRPr lang="zh-CN" altLang="en-US" sz="1600">
              <a:solidFill>
                <a:srgbClr val="FFFFFF"/>
              </a:solidFill>
              <a:latin typeface="Microsoft Yahei" pitchFamily="34" charset="-122"/>
              <a:sym typeface="Microsoft Yahei" pitchFamily="34" charset="-122"/>
            </a:endParaRPr>
          </a:p>
        </p:txBody>
      </p:sp>
      <p:sp>
        <p:nvSpPr>
          <p:cNvPr id="50184" name="椭圆 8"/>
          <p:cNvSpPr>
            <a:spLocks noChangeAspect="1"/>
          </p:cNvSpPr>
          <p:nvPr>
            <p:custDataLst>
              <p:tags r:id="rId8"/>
            </p:custDataLst>
          </p:nvPr>
        </p:nvSpPr>
        <p:spPr bwMode="auto">
          <a:xfrm>
            <a:off x="2638425" y="3706813"/>
            <a:ext cx="514350" cy="514350"/>
          </a:xfrm>
          <a:prstGeom prst="ellipse">
            <a:avLst/>
          </a:prstGeom>
          <a:solidFill>
            <a:srgbClr val="808080"/>
          </a:solidFill>
          <a:ln w="127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sym typeface="Microsoft Yahei" pitchFamily="34" charset="-122"/>
              </a:rPr>
              <a:t>B</a:t>
            </a:r>
            <a:endParaRPr lang="zh-CN" altLang="en-US" sz="1600">
              <a:solidFill>
                <a:srgbClr val="FFFFFF"/>
              </a:solidFill>
              <a:latin typeface="Microsoft Yahei" pitchFamily="34" charset="-122"/>
              <a:sym typeface="Microsoft Yahei" pitchFamily="34" charset="-122"/>
            </a:endParaRPr>
          </a:p>
        </p:txBody>
      </p:sp>
      <p:sp>
        <p:nvSpPr>
          <p:cNvPr id="50185" name="椭圆 9"/>
          <p:cNvSpPr>
            <a:spLocks noChangeAspect="1"/>
          </p:cNvSpPr>
          <p:nvPr>
            <p:custDataLst>
              <p:tags r:id="rId9"/>
            </p:custDataLst>
          </p:nvPr>
        </p:nvSpPr>
        <p:spPr bwMode="auto">
          <a:xfrm>
            <a:off x="2638425" y="4564063"/>
            <a:ext cx="514350" cy="514350"/>
          </a:xfrm>
          <a:prstGeom prst="ellipse">
            <a:avLst/>
          </a:prstGeom>
          <a:solidFill>
            <a:srgbClr val="00FF00"/>
          </a:solidFill>
          <a:ln w="254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sym typeface="Microsoft Yahei" pitchFamily="34" charset="-122"/>
              </a:rPr>
              <a:t>C</a:t>
            </a:r>
            <a:endParaRPr lang="zh-CN" altLang="en-US" sz="1600">
              <a:solidFill>
                <a:srgbClr val="FFFFFF"/>
              </a:solidFill>
              <a:latin typeface="Microsoft Yahei" pitchFamily="34" charset="-122"/>
              <a:sym typeface="Microsoft Yahei" pitchFamily="34" charset="-122"/>
            </a:endParaRPr>
          </a:p>
        </p:txBody>
      </p:sp>
      <p:sp>
        <p:nvSpPr>
          <p:cNvPr id="50186" name="椭圆 10"/>
          <p:cNvSpPr>
            <a:spLocks noChangeAspect="1"/>
          </p:cNvSpPr>
          <p:nvPr>
            <p:custDataLst>
              <p:tags r:id="rId10"/>
            </p:custDataLst>
          </p:nvPr>
        </p:nvSpPr>
        <p:spPr bwMode="auto">
          <a:xfrm>
            <a:off x="2638425" y="5421313"/>
            <a:ext cx="514350" cy="514350"/>
          </a:xfrm>
          <a:prstGeom prst="ellipse">
            <a:avLst/>
          </a:prstGeom>
          <a:solidFill>
            <a:srgbClr val="808080"/>
          </a:solidFill>
          <a:ln w="127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sym typeface="Microsoft Yahei" pitchFamily="34" charset="-122"/>
              </a:rPr>
              <a:t>D</a:t>
            </a:r>
            <a:endParaRPr lang="zh-CN" altLang="en-US" sz="1600">
              <a:solidFill>
                <a:srgbClr val="FFFFFF"/>
              </a:solidFill>
              <a:latin typeface="Microsoft Yahei" pitchFamily="34" charset="-122"/>
              <a:sym typeface="Microsoft Yahei" pitchFamily="34" charset="-122"/>
            </a:endParaRPr>
          </a:p>
        </p:txBody>
      </p:sp>
      <p:sp>
        <p:nvSpPr>
          <p:cNvPr id="50187" name="圆角矩形 11"/>
          <p:cNvSpPr>
            <a:spLocks noChangeArrowheads="1"/>
          </p:cNvSpPr>
          <p:nvPr>
            <p:custDataLst>
              <p:tags r:id="rId11"/>
            </p:custDataLst>
          </p:nvPr>
        </p:nvSpPr>
        <p:spPr bwMode="auto">
          <a:xfrm>
            <a:off x="7696200" y="6215063"/>
            <a:ext cx="1543050" cy="411162"/>
          </a:xfrm>
          <a:prstGeom prst="roundRect">
            <a:avLst>
              <a:gd name="adj" fmla="val 16667"/>
            </a:avLst>
          </a:prstGeom>
          <a:solidFill>
            <a:srgbClr val="808080"/>
          </a:solidFill>
          <a:ln w="38100">
            <a:solidFill>
              <a:srgbClr val="000000"/>
            </a:solidFill>
            <a:miter lim="800000"/>
            <a:headEnd/>
            <a:tailEnd/>
          </a:ln>
        </p:spPr>
        <p:txBody>
          <a:bodyPr anchor="ctr" anchorCtr="1"/>
          <a:lstStyle/>
          <a:p>
            <a:pPr algn="ctr"/>
            <a:r>
              <a:rPr lang="zh-CN" altLang="en-US" sz="1600">
                <a:solidFill>
                  <a:srgbClr val="FFFFFF"/>
                </a:solidFill>
                <a:latin typeface="Microsoft Yahei" pitchFamily="34" charset="-122"/>
                <a:sym typeface="Microsoft Yahei" pitchFamily="34" charset="-122"/>
              </a:rPr>
              <a:t>提交</a:t>
            </a:r>
          </a:p>
        </p:txBody>
      </p:sp>
      <p:grpSp>
        <p:nvGrpSpPr>
          <p:cNvPr id="2" name="组合 16"/>
          <p:cNvGrpSpPr>
            <a:grpSpLocks/>
          </p:cNvGrpSpPr>
          <p:nvPr>
            <p:custDataLst>
              <p:tags r:id="rId12"/>
            </p:custDataLst>
          </p:nvPr>
        </p:nvGrpSpPr>
        <p:grpSpPr bwMode="auto">
          <a:xfrm>
            <a:off x="0" y="0"/>
            <a:ext cx="9144000" cy="635000"/>
            <a:chOff x="-1524000" y="0"/>
            <a:chExt cx="9144000" cy="635000"/>
          </a:xfrm>
        </p:grpSpPr>
        <p:sp>
          <p:nvSpPr>
            <p:cNvPr id="50191" name="TitleBackground"/>
            <p:cNvSpPr>
              <a:spLocks noChangeArrowheads="1"/>
            </p:cNvSpPr>
            <p:nvPr>
              <p:custDataLst>
                <p:tags r:id="rId14"/>
              </p:custDataLst>
            </p:nvPr>
          </p:nvSpPr>
          <p:spPr bwMode="auto">
            <a:xfrm>
              <a:off x="-1524000" y="0"/>
              <a:ext cx="9144000" cy="635000"/>
            </a:xfrm>
            <a:prstGeom prst="rect">
              <a:avLst/>
            </a:prstGeom>
            <a:solidFill>
              <a:srgbClr val="F6F7F8"/>
            </a:solidFill>
            <a:ln w="9525">
              <a:noFill/>
              <a:miter lim="800000"/>
              <a:headEnd/>
              <a:tailEnd/>
            </a:ln>
          </p:spPr>
          <p:txBody>
            <a:bodyPr anchor="ctr"/>
            <a:lstStyle/>
            <a:p>
              <a:pPr algn="ctr"/>
              <a:endParaRPr lang="zh-CN" altLang="en-US" sz="3600">
                <a:solidFill>
                  <a:schemeClr val="tx2"/>
                </a:solidFill>
                <a:latin typeface="宋体" pitchFamily="2" charset="-122"/>
              </a:endParaRPr>
            </a:p>
          </p:txBody>
        </p:sp>
        <p:sp>
          <p:nvSpPr>
            <p:cNvPr id="50192" name="ColorBlock"/>
            <p:cNvSpPr>
              <a:spLocks noChangeArrowheads="1"/>
            </p:cNvSpPr>
            <p:nvPr>
              <p:custDataLst>
                <p:tags r:id="rId15"/>
              </p:custDataLst>
            </p:nvPr>
          </p:nvSpPr>
          <p:spPr bwMode="auto">
            <a:xfrm>
              <a:off x="-1524000" y="0"/>
              <a:ext cx="190500" cy="635000"/>
            </a:xfrm>
            <a:prstGeom prst="rect">
              <a:avLst/>
            </a:prstGeom>
            <a:solidFill>
              <a:srgbClr val="639EF4"/>
            </a:solidFill>
            <a:ln w="9525">
              <a:noFill/>
              <a:miter lim="800000"/>
              <a:headEnd/>
              <a:tailEnd/>
            </a:ln>
          </p:spPr>
          <p:txBody>
            <a:bodyPr anchor="ctr"/>
            <a:lstStyle/>
            <a:p>
              <a:pPr algn="ctr"/>
              <a:endParaRPr lang="zh-CN" altLang="en-US" sz="3600">
                <a:solidFill>
                  <a:schemeClr val="tx2"/>
                </a:solidFill>
                <a:latin typeface="宋体" pitchFamily="2" charset="-122"/>
              </a:endParaRPr>
            </a:p>
          </p:txBody>
        </p:sp>
        <p:sp>
          <p:nvSpPr>
            <p:cNvPr id="50193" name="TypeText"/>
            <p:cNvSpPr txBox="1">
              <a:spLocks noChangeArrowheads="1"/>
            </p:cNvSpPr>
            <p:nvPr>
              <p:custDataLst>
                <p:tags r:id="rId16"/>
              </p:custDataLst>
            </p:nvPr>
          </p:nvSpPr>
          <p:spPr bwMode="auto">
            <a:xfrm>
              <a:off x="-1270000" y="0"/>
              <a:ext cx="1905000" cy="635000"/>
            </a:xfrm>
            <a:prstGeom prst="rect">
              <a:avLst/>
            </a:prstGeom>
            <a:noFill/>
            <a:ln w="9525">
              <a:noFill/>
              <a:miter lim="800000"/>
              <a:headEnd/>
              <a:tailEnd/>
            </a:ln>
          </p:spPr>
          <p:txBody>
            <a:bodyPr wrap="none" anchor="ctr"/>
            <a:lstStyle/>
            <a:p>
              <a:pPr marL="457200" indent="-457200" eaLnBrk="1" hangingPunct="1"/>
              <a:r>
                <a:rPr lang="zh-CN" altLang="en-US" sz="2600">
                  <a:solidFill>
                    <a:srgbClr val="000000"/>
                  </a:solidFill>
                  <a:latin typeface="Microsoft Yahei" pitchFamily="34" charset="-122"/>
                  <a:sym typeface="Microsoft Yahei" pitchFamily="34" charset="-122"/>
                </a:rPr>
                <a:t>单选题</a:t>
              </a:r>
            </a:p>
          </p:txBody>
        </p:sp>
        <p:sp>
          <p:nvSpPr>
            <p:cNvPr id="50194" name="TipText"/>
            <p:cNvSpPr txBox="1">
              <a:spLocks noChangeArrowheads="1"/>
            </p:cNvSpPr>
            <p:nvPr>
              <p:custDataLst>
                <p:tags r:id="rId17"/>
              </p:custDataLst>
            </p:nvPr>
          </p:nvSpPr>
          <p:spPr bwMode="auto">
            <a:xfrm>
              <a:off x="1905" y="109220"/>
              <a:ext cx="2286000" cy="508000"/>
            </a:xfrm>
            <a:prstGeom prst="rect">
              <a:avLst/>
            </a:prstGeom>
            <a:noFill/>
            <a:ln w="9525">
              <a:noFill/>
              <a:miter lim="800000"/>
              <a:headEnd/>
              <a:tailEnd/>
            </a:ln>
          </p:spPr>
          <p:txBody>
            <a:bodyPr vert="horz" wrap="none" anchor="ctr" anchorCtr="0">
              <a:noAutofit/>
            </a:bodyPr>
            <a:lstStyle/>
            <a:p>
              <a:pPr marL="457200" indent="-457200" eaLnBrk="1" hangingPunct="1"/>
              <a:r>
                <a:rPr lang="en-US" altLang="zh-CN" sz="2000">
                  <a:solidFill>
                    <a:srgbClr val="808080"/>
                  </a:solidFill>
                  <a:latin typeface="Microsoft Yahei"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itchFamily="34" charset="-122"/>
                  <a:ea typeface="Microsoft Yahei" panose="020B0503020204020204" pitchFamily="34" charset="-122"/>
                  <a:sym typeface="Microsoft Yahei" panose="020B0503020204020204" pitchFamily="34" charset="-122"/>
                </a:rPr>
                <a:t>分</a:t>
              </a:r>
            </a:p>
          </p:txBody>
        </p:sp>
      </p:grpSp>
      <p:pic>
        <p:nvPicPr>
          <p:cNvPr id="50190" name="图片 1" descr="tmp27FD.tmp"/>
          <p:cNvPicPr>
            <a:picLocks/>
          </p:cNvPicPr>
          <p:nvPr>
            <p:custDataLst>
              <p:tags r:id="rId13"/>
            </p:custDataLst>
          </p:nvPr>
        </p:nvPicPr>
        <p:blipFill>
          <a:blip r:embed="rId19"/>
          <a:srcRect/>
          <a:stretch>
            <a:fillRect/>
          </a:stretch>
        </p:blipFill>
        <p:spPr bwMode="auto">
          <a:xfrm>
            <a:off x="10642600" y="63500"/>
            <a:ext cx="1422400" cy="508000"/>
          </a:xfrm>
          <a:prstGeom prst="rect">
            <a:avLst/>
          </a:prstGeom>
          <a:noFill/>
          <a:ln w="9525">
            <a:noFill/>
            <a:miter lim="800000"/>
            <a:headEnd/>
            <a:tailEnd/>
          </a:ln>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圆柱相贯3.jpg"/>
          <p:cNvPicPr>
            <a:picLocks noChangeAspect="1"/>
          </p:cNvPicPr>
          <p:nvPr/>
        </p:nvPicPr>
        <p:blipFill>
          <a:blip r:embed="rId2"/>
          <a:srcRect/>
          <a:stretch>
            <a:fillRect/>
          </a:stretch>
        </p:blipFill>
        <p:spPr bwMode="auto">
          <a:xfrm>
            <a:off x="6205539" y="4113213"/>
            <a:ext cx="2632075" cy="2209800"/>
          </a:xfrm>
          <a:prstGeom prst="rect">
            <a:avLst/>
          </a:prstGeom>
          <a:noFill/>
          <a:ln w="9525">
            <a:noFill/>
            <a:miter lim="800000"/>
            <a:headEnd/>
            <a:tailEnd/>
          </a:ln>
        </p:spPr>
      </p:pic>
      <p:pic>
        <p:nvPicPr>
          <p:cNvPr id="3" name="图片 2" descr="打孔横销.jpg"/>
          <p:cNvPicPr>
            <a:picLocks noChangeAspect="1"/>
          </p:cNvPicPr>
          <p:nvPr/>
        </p:nvPicPr>
        <p:blipFill>
          <a:blip r:embed="rId3">
            <a:lum bright="22000" contrast="2000"/>
          </a:blip>
          <a:srcRect/>
          <a:stretch>
            <a:fillRect/>
          </a:stretch>
        </p:blipFill>
        <p:spPr bwMode="auto">
          <a:xfrm>
            <a:off x="2481263" y="1676400"/>
            <a:ext cx="2628900" cy="2451100"/>
          </a:xfrm>
          <a:prstGeom prst="rect">
            <a:avLst/>
          </a:prstGeom>
          <a:noFill/>
          <a:ln w="9525">
            <a:noFill/>
            <a:miter lim="800000"/>
            <a:headEnd/>
            <a:tailEnd/>
          </a:ln>
        </p:spPr>
      </p:pic>
      <p:pic>
        <p:nvPicPr>
          <p:cNvPr id="4" name="Picture 14" descr="圆柱表面孔"/>
          <p:cNvPicPr>
            <a:picLocks noChangeAspect="1" noChangeArrowheads="1"/>
          </p:cNvPicPr>
          <p:nvPr/>
        </p:nvPicPr>
        <p:blipFill>
          <a:blip r:embed="rId4">
            <a:lum bright="24000"/>
          </a:blip>
          <a:srcRect/>
          <a:stretch>
            <a:fillRect/>
          </a:stretch>
        </p:blipFill>
        <p:spPr bwMode="auto">
          <a:xfrm>
            <a:off x="6205539" y="1676400"/>
            <a:ext cx="3140075" cy="2363788"/>
          </a:xfrm>
          <a:prstGeom prst="rect">
            <a:avLst/>
          </a:prstGeom>
          <a:noFill/>
          <a:ln w="9525">
            <a:noFill/>
            <a:miter lim="800000"/>
            <a:headEnd/>
            <a:tailEnd/>
          </a:ln>
        </p:spPr>
      </p:pic>
      <p:pic>
        <p:nvPicPr>
          <p:cNvPr id="5" name="Picture 16" descr="压线端子"/>
          <p:cNvPicPr>
            <a:picLocks noChangeAspect="1" noChangeArrowheads="1"/>
          </p:cNvPicPr>
          <p:nvPr/>
        </p:nvPicPr>
        <p:blipFill>
          <a:blip r:embed="rId5"/>
          <a:srcRect/>
          <a:stretch>
            <a:fillRect/>
          </a:stretch>
        </p:blipFill>
        <p:spPr bwMode="auto">
          <a:xfrm>
            <a:off x="2481263" y="4232276"/>
            <a:ext cx="2628900" cy="2035175"/>
          </a:xfrm>
          <a:prstGeom prst="rect">
            <a:avLst/>
          </a:prstGeom>
          <a:noFill/>
          <a:ln w="9525">
            <a:noFill/>
            <a:miter lim="800000"/>
            <a:headEnd/>
            <a:tailEnd/>
          </a:ln>
        </p:spPr>
      </p:pic>
      <p:sp>
        <p:nvSpPr>
          <p:cNvPr id="6" name="Rectangle 67"/>
          <p:cNvSpPr>
            <a:spLocks noChangeArrowheads="1"/>
          </p:cNvSpPr>
          <p:nvPr/>
        </p:nvSpPr>
        <p:spPr bwMode="auto">
          <a:xfrm>
            <a:off x="2819636" y="440668"/>
            <a:ext cx="6243638" cy="609600"/>
          </a:xfrm>
          <a:prstGeom prst="rect">
            <a:avLst/>
          </a:prstGeom>
          <a:noFill/>
          <a:ln w="9525">
            <a:noFill/>
            <a:miter lim="800000"/>
            <a:headEnd/>
            <a:tailEnd/>
          </a:ln>
        </p:spPr>
        <p:txBody>
          <a:bodyPr anchor="ctr"/>
          <a:lstStyle/>
          <a:p>
            <a:pPr eaLnBrk="1" hangingPunct="1">
              <a:defRPr/>
            </a:pPr>
            <a:r>
              <a:rPr lang="zh-CN" altLang="en-US" sz="2800" b="1" dirty="0">
                <a:solidFill>
                  <a:schemeClr val="tx2"/>
                </a:solidFill>
                <a:latin typeface="+mn-ea"/>
                <a:ea typeface="+mn-ea"/>
              </a:rPr>
              <a:t>圆柱体与圆柱立体相贯后形成</a:t>
            </a:r>
            <a:r>
              <a:rPr lang="zh-CN" altLang="en-US" sz="2800" b="1" dirty="0">
                <a:latin typeface="+mn-ea"/>
                <a:ea typeface="+mn-ea"/>
              </a:rPr>
              <a:t>的产品</a:t>
            </a:r>
            <a:endParaRPr lang="zh-CN" altLang="en-US" sz="2800" dirty="0">
              <a:solidFill>
                <a:schemeClr val="tx2"/>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checkerboard(across)">
                                      <p:cBhvr>
                                        <p:cTn id="24" dur="500"/>
                                        <p:tgtEl>
                                          <p:spTgt spid="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1375364" y="1435572"/>
            <a:ext cx="7263812" cy="978729"/>
          </a:xfrm>
          <a:prstGeom prst="rect">
            <a:avLst/>
          </a:prstGeom>
          <a:noFill/>
          <a:ln w="9525">
            <a:noFill/>
            <a:miter lim="800000"/>
            <a:headEnd/>
            <a:tailEnd/>
          </a:ln>
        </p:spPr>
        <p:txBody>
          <a:bodyPr wrap="square">
            <a:spAutoFit/>
          </a:bodyPr>
          <a:lstStyle/>
          <a:p>
            <a:pPr eaLnBrk="1" hangingPunct="1">
              <a:lnSpc>
                <a:spcPct val="90000"/>
              </a:lnSpc>
            </a:pPr>
            <a:r>
              <a:rPr lang="en-US" altLang="zh-CN" sz="3200" dirty="0"/>
              <a:t>★ </a:t>
            </a:r>
            <a:r>
              <a:rPr lang="zh-CN" altLang="en-US" sz="3200" dirty="0"/>
              <a:t>相贯线一般为光滑封闭的空</a:t>
            </a:r>
            <a:r>
              <a:rPr lang="zh-CN" altLang="en-US" sz="3200" dirty="0">
                <a:solidFill>
                  <a:srgbClr val="FF0000"/>
                </a:solidFill>
              </a:rPr>
              <a:t>间曲线</a:t>
            </a:r>
            <a:r>
              <a:rPr lang="zh-CN" altLang="en-US" sz="3200" dirty="0"/>
              <a:t>，</a:t>
            </a:r>
            <a:endParaRPr lang="en-US" altLang="zh-CN" sz="3200" dirty="0"/>
          </a:p>
          <a:p>
            <a:pPr eaLnBrk="1" hangingPunct="1">
              <a:lnSpc>
                <a:spcPct val="90000"/>
              </a:lnSpc>
            </a:pPr>
            <a:r>
              <a:rPr lang="en-US" altLang="zh-CN" sz="3200" dirty="0">
                <a:solidFill>
                  <a:srgbClr val="FF0000"/>
                </a:solidFill>
              </a:rPr>
              <a:t>     </a:t>
            </a:r>
            <a:r>
              <a:rPr lang="zh-CN" altLang="en-US" sz="3200" dirty="0">
                <a:solidFill>
                  <a:srgbClr val="FF0000"/>
                </a:solidFill>
              </a:rPr>
              <a:t>它是两回转体表面的共有线</a:t>
            </a:r>
            <a:r>
              <a:rPr lang="zh-CN" altLang="en-US" sz="3200" dirty="0">
                <a:solidFill>
                  <a:schemeClr val="tx2"/>
                </a:solidFill>
              </a:rPr>
              <a:t>。</a:t>
            </a:r>
            <a:endParaRPr lang="zh-CN" altLang="en-US" sz="3200" dirty="0">
              <a:solidFill>
                <a:srgbClr val="FF0000"/>
              </a:solidFill>
            </a:endParaRPr>
          </a:p>
        </p:txBody>
      </p:sp>
      <p:sp>
        <p:nvSpPr>
          <p:cNvPr id="29699" name="Text Box 3"/>
          <p:cNvSpPr txBox="1">
            <a:spLocks noChangeArrowheads="1"/>
          </p:cNvSpPr>
          <p:nvPr/>
        </p:nvSpPr>
        <p:spPr bwMode="auto">
          <a:xfrm>
            <a:off x="1372287" y="417367"/>
            <a:ext cx="6400800" cy="584775"/>
          </a:xfrm>
          <a:prstGeom prst="rect">
            <a:avLst/>
          </a:prstGeom>
          <a:noFill/>
          <a:ln w="38100">
            <a:noFill/>
            <a:miter lim="800000"/>
            <a:headEnd/>
            <a:tailEnd/>
          </a:ln>
        </p:spPr>
        <p:txBody>
          <a:bodyPr>
            <a:spAutoFit/>
          </a:bodyPr>
          <a:lstStyle/>
          <a:p>
            <a:pPr eaLnBrk="1" hangingPunct="1"/>
            <a:r>
              <a:rPr lang="zh-CN" altLang="en-US" sz="3200" b="1" dirty="0">
                <a:latin typeface="黑体" pitchFamily="49" charset="-122"/>
                <a:ea typeface="黑体" pitchFamily="49" charset="-122"/>
              </a:rPr>
              <a:t>二、回转体与回转体相贯</a:t>
            </a:r>
          </a:p>
        </p:txBody>
      </p:sp>
      <p:sp>
        <p:nvSpPr>
          <p:cNvPr id="148484" name="Text Box 4"/>
          <p:cNvSpPr txBox="1">
            <a:spLocks noChangeArrowheads="1"/>
          </p:cNvSpPr>
          <p:nvPr/>
        </p:nvSpPr>
        <p:spPr bwMode="auto">
          <a:xfrm>
            <a:off x="1375364" y="2689731"/>
            <a:ext cx="3984625" cy="579438"/>
          </a:xfrm>
          <a:prstGeom prst="rect">
            <a:avLst/>
          </a:prstGeom>
          <a:noFill/>
          <a:ln w="9525">
            <a:noFill/>
            <a:miter lim="800000"/>
            <a:headEnd/>
            <a:tailEnd/>
          </a:ln>
        </p:spPr>
        <p:txBody>
          <a:bodyPr>
            <a:spAutoFit/>
          </a:bodyPr>
          <a:lstStyle/>
          <a:p>
            <a:pPr eaLnBrk="1" hangingPunct="1"/>
            <a:r>
              <a:rPr lang="en-US" altLang="zh-CN" sz="3200" dirty="0"/>
              <a:t>★ </a:t>
            </a:r>
            <a:r>
              <a:rPr lang="zh-CN" altLang="en-US" sz="3200" dirty="0"/>
              <a:t>作图方法</a:t>
            </a:r>
          </a:p>
        </p:txBody>
      </p:sp>
      <p:sp>
        <p:nvSpPr>
          <p:cNvPr id="148485" name="Text Box 5"/>
          <p:cNvSpPr txBox="1">
            <a:spLocks noChangeArrowheads="1"/>
          </p:cNvSpPr>
          <p:nvPr/>
        </p:nvSpPr>
        <p:spPr bwMode="auto">
          <a:xfrm>
            <a:off x="1952677" y="3213894"/>
            <a:ext cx="2571750" cy="535531"/>
          </a:xfrm>
          <a:prstGeom prst="rect">
            <a:avLst/>
          </a:prstGeom>
          <a:noFill/>
          <a:ln w="9525">
            <a:noFill/>
            <a:miter lim="800000"/>
            <a:headEnd/>
            <a:tailEnd/>
          </a:ln>
        </p:spPr>
        <p:txBody>
          <a:bodyPr>
            <a:spAutoFit/>
          </a:bodyPr>
          <a:lstStyle/>
          <a:p>
            <a:pPr eaLnBrk="1" hangingPunct="1">
              <a:lnSpc>
                <a:spcPct val="90000"/>
              </a:lnSpc>
            </a:pPr>
            <a:r>
              <a:rPr lang="en-US" altLang="zh-CN" sz="2800" dirty="0">
                <a:sym typeface="Symbol" pitchFamily="18" charset="2"/>
              </a:rPr>
              <a:t></a:t>
            </a:r>
            <a:r>
              <a:rPr lang="en-US" altLang="zh-CN" sz="3200" dirty="0">
                <a:sym typeface="Symbol" pitchFamily="18" charset="2"/>
              </a:rPr>
              <a:t> </a:t>
            </a:r>
            <a:r>
              <a:rPr lang="zh-CN" altLang="en-US" sz="2800" dirty="0">
                <a:sym typeface="Symbol" pitchFamily="18" charset="2"/>
              </a:rPr>
              <a:t>表面取点法</a:t>
            </a:r>
          </a:p>
        </p:txBody>
      </p:sp>
      <p:sp>
        <p:nvSpPr>
          <p:cNvPr id="148486" name="Text Box 6"/>
          <p:cNvSpPr txBox="1">
            <a:spLocks noChangeArrowheads="1"/>
          </p:cNvSpPr>
          <p:nvPr/>
        </p:nvSpPr>
        <p:spPr bwMode="auto">
          <a:xfrm>
            <a:off x="1952678" y="3707606"/>
            <a:ext cx="3116263" cy="519113"/>
          </a:xfrm>
          <a:prstGeom prst="rect">
            <a:avLst/>
          </a:prstGeom>
          <a:noFill/>
          <a:ln w="9525">
            <a:noFill/>
            <a:miter lim="800000"/>
            <a:headEnd/>
            <a:tailEnd/>
          </a:ln>
        </p:spPr>
        <p:txBody>
          <a:bodyPr>
            <a:spAutoFit/>
          </a:bodyPr>
          <a:lstStyle/>
          <a:p>
            <a:pPr eaLnBrk="1" hangingPunct="1"/>
            <a:r>
              <a:rPr lang="en-US" altLang="zh-CN" sz="2800">
                <a:sym typeface="Symbol" pitchFamily="18" charset="2"/>
              </a:rPr>
              <a:t> </a:t>
            </a:r>
            <a:r>
              <a:rPr lang="zh-CN" altLang="en-US" sz="2800">
                <a:sym typeface="Symbol" pitchFamily="18" charset="2"/>
              </a:rPr>
              <a:t>辅助平面法</a:t>
            </a:r>
          </a:p>
        </p:txBody>
      </p:sp>
      <p:sp>
        <p:nvSpPr>
          <p:cNvPr id="148487" name="Text Box 7"/>
          <p:cNvSpPr txBox="1">
            <a:spLocks noChangeArrowheads="1"/>
          </p:cNvSpPr>
          <p:nvPr/>
        </p:nvSpPr>
        <p:spPr bwMode="auto">
          <a:xfrm>
            <a:off x="1925691" y="4907534"/>
            <a:ext cx="2630487" cy="519112"/>
          </a:xfrm>
          <a:prstGeom prst="rect">
            <a:avLst/>
          </a:prstGeom>
          <a:noFill/>
          <a:ln w="9525">
            <a:noFill/>
            <a:miter lim="800000"/>
            <a:headEnd/>
            <a:tailEnd/>
          </a:ln>
        </p:spPr>
        <p:txBody>
          <a:bodyPr wrap="none">
            <a:spAutoFit/>
          </a:bodyPr>
          <a:lstStyle/>
          <a:p>
            <a:pPr eaLnBrk="1" hangingPunct="1"/>
            <a:r>
              <a:rPr lang="en-US" altLang="zh-CN" sz="2800" dirty="0">
                <a:sym typeface="Symbol" pitchFamily="18" charset="2"/>
              </a:rPr>
              <a:t> </a:t>
            </a:r>
            <a:r>
              <a:rPr lang="zh-CN" altLang="en-US" sz="2800" dirty="0">
                <a:sym typeface="Symbol" pitchFamily="18" charset="2"/>
              </a:rPr>
              <a:t>先找特殊点。</a:t>
            </a:r>
            <a:endParaRPr lang="zh-CN" altLang="en-US" sz="2800" dirty="0"/>
          </a:p>
        </p:txBody>
      </p:sp>
      <p:sp>
        <p:nvSpPr>
          <p:cNvPr id="148488" name="Text Box 8"/>
          <p:cNvSpPr txBox="1">
            <a:spLocks noChangeArrowheads="1"/>
          </p:cNvSpPr>
          <p:nvPr/>
        </p:nvSpPr>
        <p:spPr bwMode="auto">
          <a:xfrm>
            <a:off x="1372287" y="4375437"/>
            <a:ext cx="2435225" cy="579437"/>
          </a:xfrm>
          <a:prstGeom prst="rect">
            <a:avLst/>
          </a:prstGeom>
          <a:noFill/>
          <a:ln w="9525">
            <a:noFill/>
            <a:miter lim="800000"/>
            <a:headEnd/>
            <a:tailEnd/>
          </a:ln>
        </p:spPr>
        <p:txBody>
          <a:bodyPr wrap="none">
            <a:spAutoFit/>
          </a:bodyPr>
          <a:lstStyle/>
          <a:p>
            <a:pPr eaLnBrk="1" hangingPunct="1"/>
            <a:r>
              <a:rPr lang="en-US" altLang="zh-CN" sz="3200" dirty="0"/>
              <a:t>★ </a:t>
            </a:r>
            <a:r>
              <a:rPr lang="zh-CN" altLang="en-US" sz="3200" dirty="0"/>
              <a:t>作图过程</a:t>
            </a:r>
          </a:p>
        </p:txBody>
      </p:sp>
      <p:sp>
        <p:nvSpPr>
          <p:cNvPr id="148489" name="Text Box 9"/>
          <p:cNvSpPr txBox="1">
            <a:spLocks noChangeArrowheads="1"/>
          </p:cNvSpPr>
          <p:nvPr/>
        </p:nvSpPr>
        <p:spPr bwMode="auto">
          <a:xfrm>
            <a:off x="1932041" y="5413947"/>
            <a:ext cx="2630487" cy="519113"/>
          </a:xfrm>
          <a:prstGeom prst="rect">
            <a:avLst/>
          </a:prstGeom>
          <a:noFill/>
          <a:ln w="9525">
            <a:noFill/>
            <a:miter lim="800000"/>
            <a:headEnd/>
            <a:tailEnd/>
          </a:ln>
        </p:spPr>
        <p:txBody>
          <a:bodyPr wrap="none">
            <a:spAutoFit/>
          </a:bodyPr>
          <a:lstStyle/>
          <a:p>
            <a:pPr eaLnBrk="1" hangingPunct="1"/>
            <a:r>
              <a:rPr lang="en-US" altLang="zh-CN" sz="2800">
                <a:sym typeface="Symbol" pitchFamily="18" charset="2"/>
              </a:rPr>
              <a:t> </a:t>
            </a:r>
            <a:r>
              <a:rPr lang="zh-CN" altLang="en-US" sz="2800">
                <a:sym typeface="Symbol" pitchFamily="18" charset="2"/>
              </a:rPr>
              <a:t>补充中间点。</a:t>
            </a:r>
          </a:p>
        </p:txBody>
      </p:sp>
      <p:sp>
        <p:nvSpPr>
          <p:cNvPr id="148490" name="AutoShape 10"/>
          <p:cNvSpPr>
            <a:spLocks noChangeArrowheads="1"/>
          </p:cNvSpPr>
          <p:nvPr/>
        </p:nvSpPr>
        <p:spPr bwMode="auto">
          <a:xfrm>
            <a:off x="5949951" y="4816476"/>
            <a:ext cx="2182813" cy="1133475"/>
          </a:xfrm>
          <a:prstGeom prst="wedgeEllipseCallout">
            <a:avLst>
              <a:gd name="adj1" fmla="val -129462"/>
              <a:gd name="adj2" fmla="val 36766"/>
            </a:avLst>
          </a:prstGeom>
          <a:gradFill rotWithShape="0">
            <a:gsLst>
              <a:gs pos="0">
                <a:srgbClr val="FF99FF"/>
              </a:gs>
              <a:gs pos="100000">
                <a:srgbClr val="C677C6"/>
              </a:gs>
            </a:gsLst>
            <a:path path="rect">
              <a:fillToRect l="50000" t="50000" r="50000" b="50000"/>
            </a:path>
          </a:gradFill>
          <a:ln w="9525">
            <a:solidFill>
              <a:schemeClr val="tx1"/>
            </a:solidFill>
            <a:miter lim="800000"/>
            <a:headEnd/>
            <a:tailEnd/>
          </a:ln>
        </p:spPr>
        <p:txBody>
          <a:bodyPr wrap="none" anchor="ctr"/>
          <a:lstStyle/>
          <a:p>
            <a:pPr eaLnBrk="1" hangingPunct="1"/>
            <a:r>
              <a:rPr lang="zh-CN" altLang="en-US">
                <a:latin typeface="Times New Roman" pitchFamily="18" charset="0"/>
              </a:rPr>
              <a:t>确定交线的</a:t>
            </a:r>
          </a:p>
          <a:p>
            <a:pPr eaLnBrk="1" hangingPunct="1"/>
            <a:r>
              <a:rPr lang="zh-CN" altLang="en-US">
                <a:latin typeface="Times New Roman" pitchFamily="18" charset="0"/>
              </a:rPr>
              <a:t>弯曲趋势</a:t>
            </a:r>
          </a:p>
        </p:txBody>
      </p:sp>
      <p:sp>
        <p:nvSpPr>
          <p:cNvPr id="148491" name="AutoShape 11"/>
          <p:cNvSpPr>
            <a:spLocks noChangeArrowheads="1"/>
          </p:cNvSpPr>
          <p:nvPr/>
        </p:nvSpPr>
        <p:spPr bwMode="auto">
          <a:xfrm>
            <a:off x="5438776" y="3392488"/>
            <a:ext cx="1935163" cy="1111250"/>
          </a:xfrm>
          <a:prstGeom prst="cloudCallout">
            <a:avLst>
              <a:gd name="adj1" fmla="val -121457"/>
              <a:gd name="adj2" fmla="val 105355"/>
            </a:avLst>
          </a:prstGeom>
          <a:solidFill>
            <a:srgbClr val="00FFFF"/>
          </a:solidFill>
          <a:ln w="9525">
            <a:solidFill>
              <a:schemeClr val="tx1"/>
            </a:solidFill>
            <a:round/>
            <a:headEnd/>
            <a:tailEnd/>
          </a:ln>
        </p:spPr>
        <p:txBody>
          <a:bodyPr wrap="none" anchor="ctr"/>
          <a:lstStyle/>
          <a:p>
            <a:pPr eaLnBrk="1" hangingPunct="1"/>
            <a:r>
              <a:rPr lang="zh-CN" altLang="en-US" dirty="0">
                <a:latin typeface="Times New Roman" pitchFamily="18" charset="0"/>
              </a:rPr>
              <a:t>确定交线</a:t>
            </a:r>
          </a:p>
          <a:p>
            <a:pPr eaLnBrk="1" hangingPunct="1"/>
            <a:r>
              <a:rPr lang="zh-CN" altLang="en-US" dirty="0">
                <a:latin typeface="Times New Roman" pitchFamily="18" charset="0"/>
              </a:rPr>
              <a:t>的范围</a:t>
            </a:r>
          </a:p>
        </p:txBody>
      </p:sp>
      <p:pic>
        <p:nvPicPr>
          <p:cNvPr id="29708" name="Picture 25"/>
          <p:cNvPicPr>
            <a:picLocks noChangeAspect="1" noChangeArrowheads="1"/>
          </p:cNvPicPr>
          <p:nvPr/>
        </p:nvPicPr>
        <p:blipFill>
          <a:blip r:embed="rId2"/>
          <a:srcRect/>
          <a:stretch>
            <a:fillRect/>
          </a:stretch>
        </p:blipFill>
        <p:spPr bwMode="auto">
          <a:xfrm>
            <a:off x="8555039" y="1803331"/>
            <a:ext cx="2154238" cy="2108200"/>
          </a:xfrm>
          <a:prstGeom prst="rect">
            <a:avLst/>
          </a:prstGeom>
          <a:noFill/>
          <a:ln w="28575" algn="ctr">
            <a:noFill/>
            <a:miter lim="800000"/>
            <a:headEnd/>
            <a:tailEnd/>
          </a:ln>
        </p:spPr>
      </p:pic>
      <p:pic>
        <p:nvPicPr>
          <p:cNvPr id="29709" name="Picture 26"/>
          <p:cNvPicPr>
            <a:picLocks noChangeAspect="1" noChangeArrowheads="1"/>
          </p:cNvPicPr>
          <p:nvPr/>
        </p:nvPicPr>
        <p:blipFill>
          <a:blip r:embed="rId3"/>
          <a:srcRect/>
          <a:stretch>
            <a:fillRect/>
          </a:stretch>
        </p:blipFill>
        <p:spPr bwMode="auto">
          <a:xfrm>
            <a:off x="8250239" y="4159250"/>
            <a:ext cx="2117725" cy="2300288"/>
          </a:xfrm>
          <a:prstGeom prst="rect">
            <a:avLst/>
          </a:prstGeom>
          <a:noFill/>
          <a:ln w="28575" algn="ctr">
            <a:noFill/>
            <a:miter lim="800000"/>
            <a:headEnd/>
            <a:tailEnd/>
          </a:ln>
        </p:spPr>
      </p:pic>
      <p:sp>
        <p:nvSpPr>
          <p:cNvPr id="14" name="Text Box 9"/>
          <p:cNvSpPr txBox="1">
            <a:spLocks noChangeArrowheads="1"/>
          </p:cNvSpPr>
          <p:nvPr/>
        </p:nvSpPr>
        <p:spPr bwMode="auto">
          <a:xfrm>
            <a:off x="1952677" y="5894960"/>
            <a:ext cx="4300538" cy="522287"/>
          </a:xfrm>
          <a:prstGeom prst="rect">
            <a:avLst/>
          </a:prstGeom>
          <a:noFill/>
          <a:ln w="9525">
            <a:noFill/>
            <a:miter lim="800000"/>
            <a:headEnd/>
            <a:tailEnd/>
          </a:ln>
        </p:spPr>
        <p:txBody>
          <a:bodyPr wrap="none">
            <a:spAutoFit/>
          </a:bodyPr>
          <a:lstStyle/>
          <a:p>
            <a:pPr eaLnBrk="1" hangingPunct="1"/>
            <a:r>
              <a:rPr lang="en-US" altLang="zh-CN" sz="2800">
                <a:sym typeface="Symbol" pitchFamily="18" charset="2"/>
              </a:rPr>
              <a:t></a:t>
            </a:r>
            <a:r>
              <a:rPr lang="zh-CN" altLang="en-US" sz="2800">
                <a:latin typeface="Calibri" pitchFamily="34" charset="0"/>
              </a:rPr>
              <a:t>分析可见性，光滑连接</a:t>
            </a:r>
            <a:r>
              <a:rPr lang="zh-CN" altLang="en-US" sz="2800">
                <a:sym typeface="Symbol" pitchFamily="18" charset="2"/>
              </a:rPr>
              <a:t>。</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48482"/>
                                        </p:tgtEl>
                                        <p:attrNameLst>
                                          <p:attrName>style.visibility</p:attrName>
                                        </p:attrNameLst>
                                      </p:cBhvr>
                                      <p:to>
                                        <p:strVal val="visible"/>
                                      </p:to>
                                    </p:set>
                                    <p:animEffect transition="in" filter="blinds(vertical)">
                                      <p:cBhvr>
                                        <p:cTn id="7" dur="500"/>
                                        <p:tgtEl>
                                          <p:spTgt spid="1484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48484"/>
                                        </p:tgtEl>
                                        <p:attrNameLst>
                                          <p:attrName>style.visibility</p:attrName>
                                        </p:attrNameLst>
                                      </p:cBhvr>
                                      <p:to>
                                        <p:strVal val="visible"/>
                                      </p:to>
                                    </p:set>
                                    <p:anim calcmode="lin" valueType="num">
                                      <p:cBhvr additive="base">
                                        <p:cTn id="12" dur="500" fill="hold"/>
                                        <p:tgtEl>
                                          <p:spTgt spid="148484"/>
                                        </p:tgtEl>
                                        <p:attrNameLst>
                                          <p:attrName>ppt_x</p:attrName>
                                        </p:attrNameLst>
                                      </p:cBhvr>
                                      <p:tavLst>
                                        <p:tav tm="0">
                                          <p:val>
                                            <p:strVal val="0-#ppt_w/2"/>
                                          </p:val>
                                        </p:tav>
                                        <p:tav tm="100000">
                                          <p:val>
                                            <p:strVal val="#ppt_x"/>
                                          </p:val>
                                        </p:tav>
                                      </p:tavLst>
                                    </p:anim>
                                    <p:anim calcmode="lin" valueType="num">
                                      <p:cBhvr additive="base">
                                        <p:cTn id="13" dur="500" fill="hold"/>
                                        <p:tgtEl>
                                          <p:spTgt spid="148484"/>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48485"/>
                                        </p:tgtEl>
                                        <p:attrNameLst>
                                          <p:attrName>style.visibility</p:attrName>
                                        </p:attrNameLst>
                                      </p:cBhvr>
                                      <p:to>
                                        <p:strVal val="visible"/>
                                      </p:to>
                                    </p:set>
                                    <p:animEffect transition="in" filter="blinds(horizontal)">
                                      <p:cBhvr>
                                        <p:cTn id="18" dur="500"/>
                                        <p:tgtEl>
                                          <p:spTgt spid="14848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148486"/>
                                        </p:tgtEl>
                                        <p:attrNameLst>
                                          <p:attrName>style.visibility</p:attrName>
                                        </p:attrNameLst>
                                      </p:cBhvr>
                                      <p:to>
                                        <p:strVal val="visible"/>
                                      </p:to>
                                    </p:set>
                                    <p:animEffect transition="in" filter="blinds(vertical)">
                                      <p:cBhvr>
                                        <p:cTn id="23" dur="500"/>
                                        <p:tgtEl>
                                          <p:spTgt spid="14848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48488"/>
                                        </p:tgtEl>
                                        <p:attrNameLst>
                                          <p:attrName>style.visibility</p:attrName>
                                        </p:attrNameLst>
                                      </p:cBhvr>
                                      <p:to>
                                        <p:strVal val="visible"/>
                                      </p:to>
                                    </p:set>
                                    <p:anim calcmode="lin" valueType="num">
                                      <p:cBhvr additive="base">
                                        <p:cTn id="28" dur="500" fill="hold"/>
                                        <p:tgtEl>
                                          <p:spTgt spid="148488"/>
                                        </p:tgtEl>
                                        <p:attrNameLst>
                                          <p:attrName>ppt_x</p:attrName>
                                        </p:attrNameLst>
                                      </p:cBhvr>
                                      <p:tavLst>
                                        <p:tav tm="0">
                                          <p:val>
                                            <p:strVal val="0-#ppt_w/2"/>
                                          </p:val>
                                        </p:tav>
                                        <p:tav tm="100000">
                                          <p:val>
                                            <p:strVal val="#ppt_x"/>
                                          </p:val>
                                        </p:tav>
                                      </p:tavLst>
                                    </p:anim>
                                    <p:anim calcmode="lin" valueType="num">
                                      <p:cBhvr additive="base">
                                        <p:cTn id="29" dur="500" fill="hold"/>
                                        <p:tgtEl>
                                          <p:spTgt spid="148488"/>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48487"/>
                                        </p:tgtEl>
                                        <p:attrNameLst>
                                          <p:attrName>style.visibility</p:attrName>
                                        </p:attrNameLst>
                                      </p:cBhvr>
                                      <p:to>
                                        <p:strVal val="visible"/>
                                      </p:to>
                                    </p:set>
                                    <p:animEffect transition="in" filter="blinds(horizontal)">
                                      <p:cBhvr>
                                        <p:cTn id="34" dur="500"/>
                                        <p:tgtEl>
                                          <p:spTgt spid="14848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3" fill="hold" grpId="0" nodeType="clickEffect">
                                  <p:stCondLst>
                                    <p:cond delay="0"/>
                                  </p:stCondLst>
                                  <p:childTnLst>
                                    <p:set>
                                      <p:cBhvr>
                                        <p:cTn id="38" dur="1" fill="hold">
                                          <p:stCondLst>
                                            <p:cond delay="0"/>
                                          </p:stCondLst>
                                        </p:cTn>
                                        <p:tgtEl>
                                          <p:spTgt spid="148491"/>
                                        </p:tgtEl>
                                        <p:attrNameLst>
                                          <p:attrName>style.visibility</p:attrName>
                                        </p:attrNameLst>
                                      </p:cBhvr>
                                      <p:to>
                                        <p:strVal val="visible"/>
                                      </p:to>
                                    </p:set>
                                    <p:anim calcmode="lin" valueType="num">
                                      <p:cBhvr additive="base">
                                        <p:cTn id="39" dur="500" fill="hold"/>
                                        <p:tgtEl>
                                          <p:spTgt spid="148491"/>
                                        </p:tgtEl>
                                        <p:attrNameLst>
                                          <p:attrName>ppt_x</p:attrName>
                                        </p:attrNameLst>
                                      </p:cBhvr>
                                      <p:tavLst>
                                        <p:tav tm="0">
                                          <p:val>
                                            <p:strVal val="1+#ppt_w/2"/>
                                          </p:val>
                                        </p:tav>
                                        <p:tav tm="100000">
                                          <p:val>
                                            <p:strVal val="#ppt_x"/>
                                          </p:val>
                                        </p:tav>
                                      </p:tavLst>
                                    </p:anim>
                                    <p:anim calcmode="lin" valueType="num">
                                      <p:cBhvr additive="base">
                                        <p:cTn id="40" dur="500" fill="hold"/>
                                        <p:tgtEl>
                                          <p:spTgt spid="148491"/>
                                        </p:tgtEl>
                                        <p:attrNameLst>
                                          <p:attrName>ppt_y</p:attrName>
                                        </p:attrNameLst>
                                      </p:cBhvr>
                                      <p:tavLst>
                                        <p:tav tm="0">
                                          <p:val>
                                            <p:strVal val="0-#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48489"/>
                                        </p:tgtEl>
                                        <p:attrNameLst>
                                          <p:attrName>style.visibility</p:attrName>
                                        </p:attrNameLst>
                                      </p:cBhvr>
                                      <p:to>
                                        <p:strVal val="visible"/>
                                      </p:to>
                                    </p:set>
                                    <p:anim calcmode="lin" valueType="num">
                                      <p:cBhvr additive="base">
                                        <p:cTn id="45" dur="500" fill="hold"/>
                                        <p:tgtEl>
                                          <p:spTgt spid="148489"/>
                                        </p:tgtEl>
                                        <p:attrNameLst>
                                          <p:attrName>ppt_x</p:attrName>
                                        </p:attrNameLst>
                                      </p:cBhvr>
                                      <p:tavLst>
                                        <p:tav tm="0">
                                          <p:val>
                                            <p:strVal val="0-#ppt_w/2"/>
                                          </p:val>
                                        </p:tav>
                                        <p:tav tm="100000">
                                          <p:val>
                                            <p:strVal val="#ppt_x"/>
                                          </p:val>
                                        </p:tav>
                                      </p:tavLst>
                                    </p:anim>
                                    <p:anim calcmode="lin" valueType="num">
                                      <p:cBhvr additive="base">
                                        <p:cTn id="46" dur="500" fill="hold"/>
                                        <p:tgtEl>
                                          <p:spTgt spid="148489"/>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2" fill="hold" grpId="0" nodeType="clickEffect">
                                  <p:stCondLst>
                                    <p:cond delay="0"/>
                                  </p:stCondLst>
                                  <p:childTnLst>
                                    <p:set>
                                      <p:cBhvr>
                                        <p:cTn id="50" dur="1" fill="hold">
                                          <p:stCondLst>
                                            <p:cond delay="0"/>
                                          </p:stCondLst>
                                        </p:cTn>
                                        <p:tgtEl>
                                          <p:spTgt spid="148490"/>
                                        </p:tgtEl>
                                        <p:attrNameLst>
                                          <p:attrName>style.visibility</p:attrName>
                                        </p:attrNameLst>
                                      </p:cBhvr>
                                      <p:to>
                                        <p:strVal val="visible"/>
                                      </p:to>
                                    </p:set>
                                    <p:animEffect transition="in" filter="slide(fromRight)">
                                      <p:cBhvr>
                                        <p:cTn id="51" dur="500"/>
                                        <p:tgtEl>
                                          <p:spTgt spid="148490"/>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500" fill="hold"/>
                                        <p:tgtEl>
                                          <p:spTgt spid="14"/>
                                        </p:tgtEl>
                                        <p:attrNameLst>
                                          <p:attrName>ppt_x</p:attrName>
                                        </p:attrNameLst>
                                      </p:cBhvr>
                                      <p:tavLst>
                                        <p:tav tm="0">
                                          <p:val>
                                            <p:strVal val="0-#ppt_w/2"/>
                                          </p:val>
                                        </p:tav>
                                        <p:tav tm="100000">
                                          <p:val>
                                            <p:strVal val="#ppt_x"/>
                                          </p:val>
                                        </p:tav>
                                      </p:tavLst>
                                    </p:anim>
                                    <p:anim calcmode="lin" valueType="num">
                                      <p:cBhvr additive="base">
                                        <p:cTn id="57"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autoUpdateAnimBg="0"/>
      <p:bldP spid="148484" grpId="0" autoUpdateAnimBg="0"/>
      <p:bldP spid="148485" grpId="0" autoUpdateAnimBg="0"/>
      <p:bldP spid="148486" grpId="0" autoUpdateAnimBg="0"/>
      <p:bldP spid="148487" grpId="0" autoUpdateAnimBg="0"/>
      <p:bldP spid="148488" grpId="0" autoUpdateAnimBg="0"/>
      <p:bldP spid="148489" grpId="0" autoUpdateAnimBg="0"/>
      <p:bldP spid="148490" grpId="0" animBg="1" autoUpdateAnimBg="0"/>
      <p:bldP spid="148491" grpId="0" animBg="1" autoUpdateAnimBg="0"/>
      <p:bldP spid="14"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62"/>
          <p:cNvPicPr>
            <a:picLocks noChangeAspect="1" noChangeArrowheads="1"/>
          </p:cNvPicPr>
          <p:nvPr/>
        </p:nvPicPr>
        <p:blipFill>
          <a:blip r:embed="rId2"/>
          <a:srcRect/>
          <a:stretch>
            <a:fillRect/>
          </a:stretch>
        </p:blipFill>
        <p:spPr bwMode="auto">
          <a:xfrm>
            <a:off x="1897063" y="1603376"/>
            <a:ext cx="5351462" cy="4308475"/>
          </a:xfrm>
          <a:prstGeom prst="rect">
            <a:avLst/>
          </a:prstGeom>
          <a:noFill/>
          <a:ln w="28575" algn="ctr">
            <a:noFill/>
            <a:miter lim="800000"/>
            <a:headEnd/>
            <a:tailEnd/>
          </a:ln>
        </p:spPr>
      </p:pic>
      <p:sp>
        <p:nvSpPr>
          <p:cNvPr id="30723" name="Text Box 15"/>
          <p:cNvSpPr txBox="1">
            <a:spLocks noChangeArrowheads="1"/>
          </p:cNvSpPr>
          <p:nvPr/>
        </p:nvSpPr>
        <p:spPr bwMode="auto">
          <a:xfrm>
            <a:off x="1667508" y="461963"/>
            <a:ext cx="7620000" cy="579437"/>
          </a:xfrm>
          <a:prstGeom prst="rect">
            <a:avLst/>
          </a:prstGeom>
          <a:noFill/>
          <a:ln w="9525">
            <a:noFill/>
            <a:miter lim="800000"/>
            <a:headEnd/>
            <a:tailEnd/>
          </a:ln>
        </p:spPr>
        <p:txBody>
          <a:bodyPr>
            <a:spAutoFit/>
          </a:bodyPr>
          <a:lstStyle/>
          <a:p>
            <a:pPr eaLnBrk="1" hangingPunct="1"/>
            <a:r>
              <a:rPr lang="zh-CN" altLang="en-US" sz="3200" b="1" dirty="0">
                <a:latin typeface="+mn-ea"/>
                <a:ea typeface="+mn-ea"/>
              </a:rPr>
              <a:t>例</a:t>
            </a:r>
            <a:r>
              <a:rPr lang="en-US" altLang="zh-CN" sz="3200" b="1" dirty="0">
                <a:latin typeface="+mn-ea"/>
                <a:ea typeface="+mn-ea"/>
              </a:rPr>
              <a:t> </a:t>
            </a:r>
            <a:r>
              <a:rPr lang="zh-CN" altLang="en-US" sz="3200" b="1" dirty="0">
                <a:latin typeface="+mn-ea"/>
                <a:ea typeface="+mn-ea"/>
              </a:rPr>
              <a:t>：圆柱与圆柱相贯，求其相贯线。</a:t>
            </a:r>
          </a:p>
        </p:txBody>
      </p:sp>
      <p:sp>
        <p:nvSpPr>
          <p:cNvPr id="149551" name="Text Box 47"/>
          <p:cNvSpPr txBox="1">
            <a:spLocks noChangeArrowheads="1"/>
          </p:cNvSpPr>
          <p:nvPr/>
        </p:nvSpPr>
        <p:spPr bwMode="auto">
          <a:xfrm>
            <a:off x="4979876" y="4118898"/>
            <a:ext cx="6017229" cy="2369880"/>
          </a:xfrm>
          <a:prstGeom prst="rect">
            <a:avLst/>
          </a:prstGeom>
          <a:noFill/>
          <a:ln w="38100">
            <a:noFill/>
            <a:miter lim="800000"/>
            <a:headEnd/>
            <a:tailEnd/>
          </a:ln>
        </p:spPr>
        <p:txBody>
          <a:bodyPr wrap="square" anchor="ctr">
            <a:spAutoFit/>
          </a:bodyPr>
          <a:lstStyle/>
          <a:p>
            <a:pPr eaLnBrk="1" hangingPunct="1">
              <a:defRPr/>
            </a:pPr>
            <a:r>
              <a:rPr lang="en-US" altLang="zh-CN" dirty="0">
                <a:latin typeface="Times New Roman" pitchFamily="18" charset="0"/>
              </a:rPr>
              <a:t>            </a:t>
            </a:r>
            <a:r>
              <a:rPr lang="zh-CN" altLang="en-US" sz="2800" dirty="0">
                <a:solidFill>
                  <a:srgbClr val="FF0000"/>
                </a:solidFill>
                <a:latin typeface="Times New Roman" pitchFamily="18" charset="0"/>
              </a:rPr>
              <a:t>空间及投影分析：</a:t>
            </a:r>
            <a:endParaRPr lang="zh-CN" altLang="en-US" dirty="0">
              <a:latin typeface="Times New Roman" pitchFamily="18" charset="0"/>
            </a:endParaRPr>
          </a:p>
          <a:p>
            <a:pPr eaLnBrk="1" hangingPunct="1">
              <a:defRPr/>
            </a:pPr>
            <a:r>
              <a:rPr lang="zh-CN" altLang="en-US" dirty="0"/>
              <a:t>    </a:t>
            </a:r>
            <a:r>
              <a:rPr lang="zh-CN" altLang="en-US" sz="2400" dirty="0">
                <a:latin typeface="+mn-ea"/>
                <a:ea typeface="+mn-ea"/>
              </a:rPr>
              <a:t>小圆柱轴线垂直于</a:t>
            </a:r>
            <a:r>
              <a:rPr lang="en-US" altLang="zh-CN" sz="2400" dirty="0">
                <a:latin typeface="+mn-ea"/>
                <a:ea typeface="+mn-ea"/>
              </a:rPr>
              <a:t>H</a:t>
            </a:r>
            <a:r>
              <a:rPr lang="zh-CN" altLang="en-US" sz="2400" dirty="0">
                <a:latin typeface="+mn-ea"/>
                <a:ea typeface="+mn-ea"/>
              </a:rPr>
              <a:t>面，</a:t>
            </a:r>
            <a:r>
              <a:rPr lang="zh-CN" altLang="en-US" sz="2400" dirty="0">
                <a:solidFill>
                  <a:srgbClr val="FF0000"/>
                </a:solidFill>
                <a:latin typeface="+mn-ea"/>
                <a:ea typeface="+mn-ea"/>
              </a:rPr>
              <a:t>水平投影</a:t>
            </a:r>
            <a:r>
              <a:rPr lang="zh-CN" altLang="en-US" sz="2400" dirty="0">
                <a:latin typeface="+mn-ea"/>
                <a:ea typeface="+mn-ea"/>
              </a:rPr>
              <a:t>积聚为圆，根据相贯线的共有性，</a:t>
            </a:r>
            <a:r>
              <a:rPr lang="zh-CN" altLang="en-US" sz="2400" dirty="0">
                <a:solidFill>
                  <a:srgbClr val="FF0000"/>
                </a:solidFill>
                <a:latin typeface="+mn-ea"/>
                <a:ea typeface="+mn-ea"/>
              </a:rPr>
              <a:t>相贯线</a:t>
            </a:r>
            <a:r>
              <a:rPr lang="zh-CN" altLang="en-US" sz="2400" dirty="0">
                <a:latin typeface="+mn-ea"/>
                <a:ea typeface="+mn-ea"/>
              </a:rPr>
              <a:t>的水平投影</a:t>
            </a:r>
            <a:r>
              <a:rPr lang="zh-CN" altLang="en-US" sz="2400" dirty="0">
                <a:solidFill>
                  <a:srgbClr val="FF0000"/>
                </a:solidFill>
                <a:latin typeface="+mn-ea"/>
                <a:ea typeface="+mn-ea"/>
              </a:rPr>
              <a:t>积聚在该圆</a:t>
            </a:r>
            <a:r>
              <a:rPr lang="zh-CN" altLang="en-US" sz="2400" dirty="0">
                <a:latin typeface="+mn-ea"/>
                <a:ea typeface="+mn-ea"/>
              </a:rPr>
              <a:t>上。</a:t>
            </a:r>
            <a:r>
              <a:rPr lang="zh-CN" altLang="en-US" sz="2400" dirty="0">
                <a:solidFill>
                  <a:srgbClr val="FF0000"/>
                </a:solidFill>
                <a:latin typeface="+mn-ea"/>
                <a:ea typeface="+mn-ea"/>
              </a:rPr>
              <a:t>大圆柱轴线垂直于</a:t>
            </a:r>
            <a:r>
              <a:rPr lang="en-US" altLang="zh-CN" sz="2400" dirty="0">
                <a:solidFill>
                  <a:srgbClr val="FF0000"/>
                </a:solidFill>
                <a:latin typeface="+mn-ea"/>
                <a:ea typeface="+mn-ea"/>
              </a:rPr>
              <a:t>W</a:t>
            </a:r>
            <a:r>
              <a:rPr lang="zh-CN" altLang="en-US" sz="2400" dirty="0">
                <a:solidFill>
                  <a:srgbClr val="FF0000"/>
                </a:solidFill>
                <a:latin typeface="+mn-ea"/>
                <a:ea typeface="+mn-ea"/>
              </a:rPr>
              <a:t>面</a:t>
            </a:r>
            <a:r>
              <a:rPr lang="zh-CN" altLang="en-US" sz="2400" dirty="0">
                <a:latin typeface="+mn-ea"/>
                <a:ea typeface="+mn-ea"/>
              </a:rPr>
              <a:t>，侧面投影积聚为圆，</a:t>
            </a:r>
            <a:r>
              <a:rPr lang="zh-CN" altLang="en-US" sz="2400" dirty="0">
                <a:solidFill>
                  <a:srgbClr val="FF0000"/>
                </a:solidFill>
                <a:latin typeface="+mn-ea"/>
                <a:ea typeface="+mn-ea"/>
              </a:rPr>
              <a:t>相贯线</a:t>
            </a:r>
            <a:r>
              <a:rPr lang="zh-CN" altLang="en-US" sz="2400" dirty="0">
                <a:latin typeface="+mn-ea"/>
                <a:ea typeface="+mn-ea"/>
              </a:rPr>
              <a:t>的侧面投影应</a:t>
            </a:r>
            <a:r>
              <a:rPr lang="zh-CN" altLang="en-US" sz="2400" dirty="0">
                <a:solidFill>
                  <a:srgbClr val="FF0000"/>
                </a:solidFill>
                <a:latin typeface="+mn-ea"/>
                <a:ea typeface="+mn-ea"/>
              </a:rPr>
              <a:t>积聚在该圆</a:t>
            </a:r>
            <a:r>
              <a:rPr lang="zh-CN" altLang="en-US" sz="2400" dirty="0">
                <a:latin typeface="+mn-ea"/>
                <a:ea typeface="+mn-ea"/>
              </a:rPr>
              <a:t>上，为</a:t>
            </a:r>
            <a:r>
              <a:rPr lang="zh-CN" altLang="en-US" sz="2400" dirty="0">
                <a:solidFill>
                  <a:srgbClr val="FF0000"/>
                </a:solidFill>
                <a:latin typeface="+mn-ea"/>
                <a:ea typeface="+mn-ea"/>
              </a:rPr>
              <a:t>两圆柱面共有</a:t>
            </a:r>
            <a:r>
              <a:rPr lang="zh-CN" altLang="en-US" sz="2400" dirty="0">
                <a:latin typeface="+mn-ea"/>
                <a:ea typeface="+mn-ea"/>
              </a:rPr>
              <a:t>的一段</a:t>
            </a:r>
            <a:r>
              <a:rPr lang="zh-CN" altLang="en-US" sz="2400" dirty="0">
                <a:solidFill>
                  <a:srgbClr val="FF0000"/>
                </a:solidFill>
                <a:latin typeface="+mn-ea"/>
                <a:ea typeface="+mn-ea"/>
              </a:rPr>
              <a:t>圆弧</a:t>
            </a:r>
            <a:r>
              <a:rPr lang="zh-CN" altLang="en-US" sz="2400" dirty="0">
                <a:latin typeface="+mn-ea"/>
                <a:ea typeface="+mn-ea"/>
              </a:rPr>
              <a:t>。</a:t>
            </a:r>
          </a:p>
        </p:txBody>
      </p:sp>
      <p:sp>
        <p:nvSpPr>
          <p:cNvPr id="149552" name="Rectangle 48"/>
          <p:cNvSpPr>
            <a:spLocks noChangeArrowheads="1"/>
          </p:cNvSpPr>
          <p:nvPr/>
        </p:nvSpPr>
        <p:spPr bwMode="auto">
          <a:xfrm>
            <a:off x="5024437" y="3954810"/>
            <a:ext cx="6472151" cy="2639665"/>
          </a:xfrm>
          <a:prstGeom prst="rect">
            <a:avLst/>
          </a:prstGeom>
          <a:solidFill>
            <a:srgbClr val="00CCFF"/>
          </a:solidFill>
          <a:ln w="38100">
            <a:noFill/>
            <a:miter lim="800000"/>
            <a:headEnd/>
            <a:tailEnd/>
          </a:ln>
        </p:spPr>
        <p:txBody>
          <a:bodyPr wrap="none" anchor="ctr"/>
          <a:lstStyle/>
          <a:p>
            <a:pPr eaLnBrk="1" hangingPunct="1"/>
            <a:endParaRPr lang="zh-CN" altLang="zh-CN">
              <a:latin typeface="Times New Roman" pitchFamily="18" charset="0"/>
            </a:endParaRPr>
          </a:p>
        </p:txBody>
      </p:sp>
      <p:sp>
        <p:nvSpPr>
          <p:cNvPr id="149553" name="Text Box 49"/>
          <p:cNvSpPr txBox="1">
            <a:spLocks noChangeArrowheads="1"/>
          </p:cNvSpPr>
          <p:nvPr/>
        </p:nvSpPr>
        <p:spPr bwMode="auto">
          <a:xfrm>
            <a:off x="5310078" y="3980984"/>
            <a:ext cx="3905673" cy="523220"/>
          </a:xfrm>
          <a:prstGeom prst="rect">
            <a:avLst/>
          </a:prstGeom>
          <a:noFill/>
          <a:ln w="38100">
            <a:noFill/>
            <a:miter lim="800000"/>
            <a:headEnd/>
            <a:tailEnd/>
          </a:ln>
        </p:spPr>
        <p:txBody>
          <a:bodyPr wrap="square" anchor="ctr">
            <a:spAutoFit/>
          </a:bodyPr>
          <a:lstStyle/>
          <a:p>
            <a:pPr eaLnBrk="1" hangingPunct="1"/>
            <a:r>
              <a:rPr lang="zh-CN" altLang="en-US" sz="2800">
                <a:solidFill>
                  <a:srgbClr val="FF0000"/>
                </a:solidFill>
              </a:rPr>
              <a:t>求相贯线的投影：</a:t>
            </a:r>
          </a:p>
        </p:txBody>
      </p:sp>
      <p:sp>
        <p:nvSpPr>
          <p:cNvPr id="149554" name="Text Box 50"/>
          <p:cNvSpPr txBox="1">
            <a:spLocks noChangeArrowheads="1"/>
          </p:cNvSpPr>
          <p:nvPr/>
        </p:nvSpPr>
        <p:spPr bwMode="auto">
          <a:xfrm>
            <a:off x="5311523" y="4555619"/>
            <a:ext cx="5220205" cy="480131"/>
          </a:xfrm>
          <a:prstGeom prst="rect">
            <a:avLst/>
          </a:prstGeom>
          <a:noFill/>
          <a:ln w="38100">
            <a:noFill/>
            <a:miter lim="800000"/>
            <a:headEnd/>
            <a:tailEnd/>
          </a:ln>
        </p:spPr>
        <p:txBody>
          <a:bodyPr wrap="square" anchor="ctr">
            <a:spAutoFit/>
          </a:bodyPr>
          <a:lstStyle/>
          <a:p>
            <a:pPr eaLnBrk="1" hangingPunct="1">
              <a:lnSpc>
                <a:spcPct val="90000"/>
              </a:lnSpc>
            </a:pPr>
            <a:r>
              <a:rPr lang="en-US" altLang="zh-CN" sz="2800" dirty="0"/>
              <a:t>    </a:t>
            </a:r>
            <a:r>
              <a:rPr lang="zh-CN" altLang="en-US" sz="2800" dirty="0"/>
              <a:t>利用积聚性，采用表面取点法。</a:t>
            </a:r>
          </a:p>
        </p:txBody>
      </p:sp>
      <p:sp>
        <p:nvSpPr>
          <p:cNvPr id="149555" name="Text Box 51"/>
          <p:cNvSpPr txBox="1">
            <a:spLocks noChangeArrowheads="1"/>
          </p:cNvSpPr>
          <p:nvPr/>
        </p:nvSpPr>
        <p:spPr bwMode="auto">
          <a:xfrm>
            <a:off x="5719783" y="4940053"/>
            <a:ext cx="2703394" cy="519112"/>
          </a:xfrm>
          <a:prstGeom prst="rect">
            <a:avLst/>
          </a:prstGeom>
          <a:noFill/>
          <a:ln w="38100">
            <a:noFill/>
            <a:miter lim="800000"/>
            <a:headEnd/>
            <a:tailEnd/>
          </a:ln>
        </p:spPr>
        <p:txBody>
          <a:bodyPr wrap="square" anchor="ctr">
            <a:spAutoFit/>
          </a:bodyPr>
          <a:lstStyle/>
          <a:p>
            <a:pPr eaLnBrk="1" hangingPunct="1"/>
            <a:r>
              <a:rPr lang="en-US" altLang="zh-CN" sz="2800" dirty="0">
                <a:solidFill>
                  <a:srgbClr val="003399"/>
                </a:solidFill>
              </a:rPr>
              <a:t>☆ </a:t>
            </a:r>
            <a:r>
              <a:rPr lang="zh-CN" altLang="en-US" sz="2800" dirty="0">
                <a:solidFill>
                  <a:srgbClr val="003399"/>
                </a:solidFill>
              </a:rPr>
              <a:t>找特殊点</a:t>
            </a:r>
          </a:p>
        </p:txBody>
      </p:sp>
      <p:sp>
        <p:nvSpPr>
          <p:cNvPr id="149556" name="Text Box 52"/>
          <p:cNvSpPr txBox="1">
            <a:spLocks noChangeArrowheads="1"/>
          </p:cNvSpPr>
          <p:nvPr/>
        </p:nvSpPr>
        <p:spPr bwMode="auto">
          <a:xfrm>
            <a:off x="5709241" y="5392738"/>
            <a:ext cx="3151592" cy="519113"/>
          </a:xfrm>
          <a:prstGeom prst="rect">
            <a:avLst/>
          </a:prstGeom>
          <a:noFill/>
          <a:ln w="38100">
            <a:noFill/>
            <a:miter lim="800000"/>
            <a:headEnd/>
            <a:tailEnd/>
          </a:ln>
        </p:spPr>
        <p:txBody>
          <a:bodyPr wrap="square" anchor="ctr">
            <a:spAutoFit/>
          </a:bodyPr>
          <a:lstStyle/>
          <a:p>
            <a:pPr eaLnBrk="1" hangingPunct="1"/>
            <a:r>
              <a:rPr lang="en-US" altLang="zh-CN" sz="2800" dirty="0">
                <a:solidFill>
                  <a:srgbClr val="003399"/>
                </a:solidFill>
              </a:rPr>
              <a:t>☆ </a:t>
            </a:r>
            <a:r>
              <a:rPr lang="zh-CN" altLang="en-US" sz="2800" dirty="0">
                <a:solidFill>
                  <a:srgbClr val="003399"/>
                </a:solidFill>
              </a:rPr>
              <a:t>补充中间点</a:t>
            </a:r>
          </a:p>
        </p:txBody>
      </p:sp>
      <p:sp>
        <p:nvSpPr>
          <p:cNvPr id="149557" name="Text Box 53"/>
          <p:cNvSpPr txBox="1">
            <a:spLocks noChangeArrowheads="1"/>
          </p:cNvSpPr>
          <p:nvPr/>
        </p:nvSpPr>
        <p:spPr bwMode="auto">
          <a:xfrm>
            <a:off x="5736089" y="5800412"/>
            <a:ext cx="2703394" cy="519112"/>
          </a:xfrm>
          <a:prstGeom prst="rect">
            <a:avLst/>
          </a:prstGeom>
          <a:noFill/>
          <a:ln w="38100">
            <a:noFill/>
            <a:miter lim="800000"/>
            <a:headEnd/>
            <a:tailEnd/>
          </a:ln>
        </p:spPr>
        <p:txBody>
          <a:bodyPr wrap="square" anchor="ctr">
            <a:spAutoFit/>
          </a:bodyPr>
          <a:lstStyle/>
          <a:p>
            <a:pPr eaLnBrk="1" hangingPunct="1"/>
            <a:r>
              <a:rPr lang="en-US" altLang="zh-CN" sz="2800" dirty="0">
                <a:solidFill>
                  <a:srgbClr val="003399"/>
                </a:solidFill>
              </a:rPr>
              <a:t>☆ </a:t>
            </a:r>
            <a:r>
              <a:rPr lang="zh-CN" altLang="en-US" sz="2800" dirty="0">
                <a:solidFill>
                  <a:srgbClr val="003399"/>
                </a:solidFill>
              </a:rPr>
              <a:t>光滑连接</a:t>
            </a:r>
          </a:p>
        </p:txBody>
      </p:sp>
      <p:pic>
        <p:nvPicPr>
          <p:cNvPr id="31805" name="Picture 61"/>
          <p:cNvPicPr>
            <a:picLocks noChangeAspect="1" noChangeArrowheads="1"/>
          </p:cNvPicPr>
          <p:nvPr/>
        </p:nvPicPr>
        <p:blipFill>
          <a:blip r:embed="rId3"/>
          <a:srcRect/>
          <a:stretch>
            <a:fillRect/>
          </a:stretch>
        </p:blipFill>
        <p:spPr bwMode="auto">
          <a:xfrm>
            <a:off x="7921626" y="1457326"/>
            <a:ext cx="2441575" cy="2333625"/>
          </a:xfrm>
          <a:prstGeom prst="rect">
            <a:avLst/>
          </a:prstGeom>
          <a:noFill/>
          <a:ln w="28575" algn="ctr">
            <a:noFill/>
            <a:miter lim="800000"/>
            <a:headEnd/>
            <a:tailEnd/>
          </a:ln>
        </p:spPr>
      </p:pic>
      <p:sp>
        <p:nvSpPr>
          <p:cNvPr id="63" name="Oval 38"/>
          <p:cNvSpPr>
            <a:spLocks noChangeArrowheads="1"/>
          </p:cNvSpPr>
          <p:nvPr/>
        </p:nvSpPr>
        <p:spPr bwMode="auto">
          <a:xfrm>
            <a:off x="2590800" y="4381501"/>
            <a:ext cx="1028700" cy="1019175"/>
          </a:xfrm>
          <a:prstGeom prst="ellipse">
            <a:avLst/>
          </a:prstGeom>
          <a:noFill/>
          <a:ln w="38100">
            <a:solidFill>
              <a:srgbClr val="FF0066"/>
            </a:solidFill>
            <a:round/>
            <a:headEnd/>
            <a:tailEnd/>
          </a:ln>
        </p:spPr>
        <p:txBody>
          <a:bodyPr wrap="none" anchor="ctr"/>
          <a:lstStyle/>
          <a:p>
            <a:pPr eaLnBrk="1" hangingPunct="1"/>
            <a:endParaRPr lang="zh-CN" altLang="en-US"/>
          </a:p>
        </p:txBody>
      </p:sp>
      <p:sp>
        <p:nvSpPr>
          <p:cNvPr id="64" name="Freeform 39"/>
          <p:cNvSpPr>
            <a:spLocks/>
          </p:cNvSpPr>
          <p:nvPr/>
        </p:nvSpPr>
        <p:spPr bwMode="auto">
          <a:xfrm>
            <a:off x="5813426" y="2171700"/>
            <a:ext cx="1012825" cy="234950"/>
          </a:xfrm>
          <a:custGeom>
            <a:avLst/>
            <a:gdLst>
              <a:gd name="T0" fmla="*/ 0 w 979"/>
              <a:gd name="T1" fmla="*/ 2147483647 h 217"/>
              <a:gd name="T2" fmla="*/ 2147483647 w 979"/>
              <a:gd name="T3" fmla="*/ 2147483647 h 217"/>
              <a:gd name="T4" fmla="*/ 2147483647 w 979"/>
              <a:gd name="T5" fmla="*/ 2147483647 h 217"/>
              <a:gd name="T6" fmla="*/ 2147483647 w 979"/>
              <a:gd name="T7" fmla="*/ 0 h 217"/>
              <a:gd name="T8" fmla="*/ 2147483647 w 979"/>
              <a:gd name="T9" fmla="*/ 2147483647 h 217"/>
              <a:gd name="T10" fmla="*/ 2147483647 w 979"/>
              <a:gd name="T11" fmla="*/ 2147483647 h 217"/>
              <a:gd name="T12" fmla="*/ 2147483647 w 979"/>
              <a:gd name="T13" fmla="*/ 2147483647 h 217"/>
              <a:gd name="T14" fmla="*/ 0 60000 65536"/>
              <a:gd name="T15" fmla="*/ 0 60000 65536"/>
              <a:gd name="T16" fmla="*/ 0 60000 65536"/>
              <a:gd name="T17" fmla="*/ 0 60000 65536"/>
              <a:gd name="T18" fmla="*/ 0 60000 65536"/>
              <a:gd name="T19" fmla="*/ 0 60000 65536"/>
              <a:gd name="T20" fmla="*/ 0 60000 65536"/>
              <a:gd name="T21" fmla="*/ 0 w 979"/>
              <a:gd name="T22" fmla="*/ 0 h 217"/>
              <a:gd name="T23" fmla="*/ 979 w 979"/>
              <a:gd name="T24" fmla="*/ 217 h 2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79" h="217">
                <a:moveTo>
                  <a:pt x="0" y="182"/>
                </a:moveTo>
                <a:cubicBezTo>
                  <a:pt x="25" y="165"/>
                  <a:pt x="99" y="104"/>
                  <a:pt x="151" y="77"/>
                </a:cubicBezTo>
                <a:cubicBezTo>
                  <a:pt x="203" y="50"/>
                  <a:pt x="257" y="30"/>
                  <a:pt x="315" y="17"/>
                </a:cubicBezTo>
                <a:cubicBezTo>
                  <a:pt x="373" y="4"/>
                  <a:pt x="443" y="0"/>
                  <a:pt x="497" y="0"/>
                </a:cubicBezTo>
                <a:cubicBezTo>
                  <a:pt x="551" y="0"/>
                  <a:pt x="588" y="5"/>
                  <a:pt x="641" y="19"/>
                </a:cubicBezTo>
                <a:cubicBezTo>
                  <a:pt x="694" y="33"/>
                  <a:pt x="758" y="54"/>
                  <a:pt x="814" y="87"/>
                </a:cubicBezTo>
                <a:cubicBezTo>
                  <a:pt x="870" y="120"/>
                  <a:pt x="945" y="190"/>
                  <a:pt x="979" y="217"/>
                </a:cubicBezTo>
              </a:path>
            </a:pathLst>
          </a:custGeom>
          <a:noFill/>
          <a:ln w="38100">
            <a:solidFill>
              <a:srgbClr val="FF0066"/>
            </a:solidFill>
            <a:round/>
            <a:headEnd/>
            <a:tailEnd/>
          </a:ln>
        </p:spPr>
        <p:txBody>
          <a:bodyPr wrap="none" anchor="ctr"/>
          <a:lstStyle/>
          <a:p>
            <a:endParaRPr lang="zh-CN" altLang="en-US"/>
          </a:p>
        </p:txBody>
      </p:sp>
      <p:sp>
        <p:nvSpPr>
          <p:cNvPr id="65" name="Text Box 33"/>
          <p:cNvSpPr txBox="1">
            <a:spLocks noChangeArrowheads="1"/>
          </p:cNvSpPr>
          <p:nvPr/>
        </p:nvSpPr>
        <p:spPr bwMode="auto">
          <a:xfrm>
            <a:off x="3463926" y="2039939"/>
            <a:ext cx="219075" cy="230187"/>
          </a:xfrm>
          <a:prstGeom prst="rect">
            <a:avLst/>
          </a:prstGeom>
          <a:noFill/>
          <a:ln w="9525">
            <a:noFill/>
            <a:miter lim="800000"/>
            <a:headEnd/>
            <a:tailEnd/>
          </a:ln>
        </p:spPr>
        <p:txBody>
          <a:bodyPr anchor="ctr">
            <a:spAutoFit/>
          </a:bodyPr>
          <a:lstStyle/>
          <a:p>
            <a:pPr eaLnBrk="1" hangingPunct="1"/>
            <a:r>
              <a:rPr lang="en-US" altLang="zh-CN" sz="900">
                <a:solidFill>
                  <a:srgbClr val="FF0000"/>
                </a:solidFill>
                <a:latin typeface="Times New Roman" pitchFamily="18" charset="0"/>
              </a:rPr>
              <a:t>●</a:t>
            </a:r>
            <a:endParaRPr lang="en-US" altLang="zh-CN">
              <a:solidFill>
                <a:srgbClr val="FF0000"/>
              </a:solidFill>
              <a:latin typeface="Times New Roman" pitchFamily="18" charset="0"/>
            </a:endParaRPr>
          </a:p>
        </p:txBody>
      </p:sp>
      <p:sp>
        <p:nvSpPr>
          <p:cNvPr id="66" name="Text Box 34"/>
          <p:cNvSpPr txBox="1">
            <a:spLocks noChangeArrowheads="1"/>
          </p:cNvSpPr>
          <p:nvPr/>
        </p:nvSpPr>
        <p:spPr bwMode="auto">
          <a:xfrm>
            <a:off x="2452688" y="2041525"/>
            <a:ext cx="304800" cy="228600"/>
          </a:xfrm>
          <a:prstGeom prst="rect">
            <a:avLst/>
          </a:prstGeom>
          <a:noFill/>
          <a:ln w="9525">
            <a:noFill/>
            <a:miter lim="800000"/>
            <a:headEnd/>
            <a:tailEnd/>
          </a:ln>
        </p:spPr>
        <p:txBody>
          <a:bodyPr anchor="ctr">
            <a:spAutoFit/>
          </a:bodyPr>
          <a:lstStyle/>
          <a:p>
            <a:pPr eaLnBrk="1" hangingPunct="1"/>
            <a:r>
              <a:rPr lang="en-US" altLang="zh-CN" sz="900">
                <a:solidFill>
                  <a:srgbClr val="FF0000"/>
                </a:solidFill>
                <a:latin typeface="Times New Roman" pitchFamily="18" charset="0"/>
              </a:rPr>
              <a:t>●</a:t>
            </a:r>
            <a:endParaRPr lang="en-US" altLang="zh-CN">
              <a:solidFill>
                <a:srgbClr val="FF0000"/>
              </a:solidFill>
              <a:latin typeface="Times New Roman" pitchFamily="18" charset="0"/>
            </a:endParaRPr>
          </a:p>
        </p:txBody>
      </p:sp>
      <p:cxnSp>
        <p:nvCxnSpPr>
          <p:cNvPr id="71" name="直接连接符 70"/>
          <p:cNvCxnSpPr/>
          <p:nvPr/>
        </p:nvCxnSpPr>
        <p:spPr>
          <a:xfrm rot="5400000">
            <a:off x="2589213" y="4889500"/>
            <a:ext cx="1008062" cy="1588"/>
          </a:xfrm>
          <a:prstGeom prst="line">
            <a:avLst/>
          </a:prstGeom>
          <a:ln>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rot="10800000" flipH="1">
            <a:off x="2595563" y="2165351"/>
            <a:ext cx="0" cy="2735263"/>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rot="10800000" flipH="1">
            <a:off x="3603625" y="2171701"/>
            <a:ext cx="0" cy="2735263"/>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rot="10800000">
            <a:off x="3092451" y="2379664"/>
            <a:ext cx="3724275" cy="1587"/>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 Box 33"/>
          <p:cNvSpPr txBox="1">
            <a:spLocks noChangeArrowheads="1"/>
          </p:cNvSpPr>
          <p:nvPr/>
        </p:nvSpPr>
        <p:spPr bwMode="auto">
          <a:xfrm>
            <a:off x="2955926" y="2251075"/>
            <a:ext cx="219075" cy="230188"/>
          </a:xfrm>
          <a:prstGeom prst="rect">
            <a:avLst/>
          </a:prstGeom>
          <a:noFill/>
          <a:ln w="9525">
            <a:noFill/>
            <a:miter lim="800000"/>
            <a:headEnd/>
            <a:tailEnd/>
          </a:ln>
        </p:spPr>
        <p:txBody>
          <a:bodyPr anchor="ctr">
            <a:spAutoFit/>
          </a:bodyPr>
          <a:lstStyle/>
          <a:p>
            <a:pPr eaLnBrk="1" hangingPunct="1"/>
            <a:r>
              <a:rPr lang="en-US" altLang="zh-CN" sz="900">
                <a:solidFill>
                  <a:srgbClr val="FF0000"/>
                </a:solidFill>
                <a:latin typeface="Times New Roman" pitchFamily="18" charset="0"/>
              </a:rPr>
              <a:t>●</a:t>
            </a:r>
            <a:endParaRPr lang="en-US" altLang="zh-CN">
              <a:solidFill>
                <a:srgbClr val="FF0000"/>
              </a:solidFill>
              <a:latin typeface="Times New Roman" pitchFamily="18" charset="0"/>
            </a:endParaRPr>
          </a:p>
        </p:txBody>
      </p:sp>
      <p:cxnSp>
        <p:nvCxnSpPr>
          <p:cNvPr id="84" name="直接连接符 83"/>
          <p:cNvCxnSpPr/>
          <p:nvPr/>
        </p:nvCxnSpPr>
        <p:spPr>
          <a:xfrm>
            <a:off x="5813426" y="2379664"/>
            <a:ext cx="1008063" cy="1587"/>
          </a:xfrm>
          <a:prstGeom prst="line">
            <a:avLst/>
          </a:prstGeom>
          <a:ln>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6" name="Freeform 25"/>
          <p:cNvSpPr>
            <a:spLocks/>
          </p:cNvSpPr>
          <p:nvPr/>
        </p:nvSpPr>
        <p:spPr bwMode="auto">
          <a:xfrm>
            <a:off x="2613025" y="2286000"/>
            <a:ext cx="4103688" cy="1588"/>
          </a:xfrm>
          <a:custGeom>
            <a:avLst/>
            <a:gdLst>
              <a:gd name="T0" fmla="*/ 0 w 2980"/>
              <a:gd name="T1" fmla="*/ 0 h 1"/>
              <a:gd name="T2" fmla="*/ 2147483647 w 2980"/>
              <a:gd name="T3" fmla="*/ 0 h 1"/>
              <a:gd name="T4" fmla="*/ 0 60000 65536"/>
              <a:gd name="T5" fmla="*/ 0 60000 65536"/>
              <a:gd name="T6" fmla="*/ 0 w 2980"/>
              <a:gd name="T7" fmla="*/ 0 h 1"/>
              <a:gd name="T8" fmla="*/ 2980 w 2980"/>
              <a:gd name="T9" fmla="*/ 1 h 1"/>
            </a:gdLst>
            <a:ahLst/>
            <a:cxnLst>
              <a:cxn ang="T4">
                <a:pos x="T0" y="T1"/>
              </a:cxn>
              <a:cxn ang="T5">
                <a:pos x="T2" y="T3"/>
              </a:cxn>
            </a:cxnLst>
            <a:rect l="T6" t="T7" r="T8" b="T9"/>
            <a:pathLst>
              <a:path w="2980" h="1">
                <a:moveTo>
                  <a:pt x="0" y="0"/>
                </a:moveTo>
                <a:lnTo>
                  <a:pt x="2980" y="0"/>
                </a:lnTo>
              </a:path>
            </a:pathLst>
          </a:custGeom>
          <a:noFill/>
          <a:ln w="12700">
            <a:solidFill>
              <a:srgbClr val="FF00FF"/>
            </a:solidFill>
            <a:round/>
            <a:headEnd/>
            <a:tailEnd/>
          </a:ln>
        </p:spPr>
        <p:txBody>
          <a:bodyPr wrap="none" anchor="ctr"/>
          <a:lstStyle/>
          <a:p>
            <a:endParaRPr lang="zh-CN" altLang="en-US"/>
          </a:p>
        </p:txBody>
      </p:sp>
      <p:grpSp>
        <p:nvGrpSpPr>
          <p:cNvPr id="2" name="Group 40"/>
          <p:cNvGrpSpPr>
            <a:grpSpLocks/>
          </p:cNvGrpSpPr>
          <p:nvPr/>
        </p:nvGrpSpPr>
        <p:grpSpPr bwMode="auto">
          <a:xfrm>
            <a:off x="5788027" y="2151062"/>
            <a:ext cx="1056463" cy="247984"/>
            <a:chOff x="3089" y="904"/>
            <a:chExt cx="1127" cy="258"/>
          </a:xfrm>
        </p:grpSpPr>
        <p:sp>
          <p:nvSpPr>
            <p:cNvPr id="30754" name="Text Box 41"/>
            <p:cNvSpPr txBox="1">
              <a:spLocks noChangeArrowheads="1"/>
            </p:cNvSpPr>
            <p:nvPr/>
          </p:nvSpPr>
          <p:spPr bwMode="auto">
            <a:xfrm>
              <a:off x="3089" y="904"/>
              <a:ext cx="228" cy="256"/>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30755" name="Text Box 42"/>
            <p:cNvSpPr txBox="1">
              <a:spLocks noChangeArrowheads="1"/>
            </p:cNvSpPr>
            <p:nvPr/>
          </p:nvSpPr>
          <p:spPr bwMode="auto">
            <a:xfrm>
              <a:off x="3882" y="906"/>
              <a:ext cx="334" cy="256"/>
            </a:xfrm>
            <a:prstGeom prst="rect">
              <a:avLst/>
            </a:prstGeom>
            <a:noFill/>
            <a:ln w="12700">
              <a:noFill/>
              <a:miter lim="800000"/>
              <a:headEnd/>
              <a:tailEnd/>
            </a:ln>
          </p:spPr>
          <p:txBody>
            <a:bodyPr wrap="none" anchor="ctr">
              <a:spAutoFit/>
            </a:bodyPr>
            <a:lstStyle/>
            <a:p>
              <a:pPr eaLnBrk="1" hangingPunct="1"/>
              <a:r>
                <a:rPr lang="en-US" altLang="zh-CN" sz="1000">
                  <a:solidFill>
                    <a:srgbClr val="FF0000"/>
                  </a:solidFill>
                  <a:latin typeface="Times New Roman" pitchFamily="18" charset="0"/>
                </a:rPr>
                <a:t>●</a:t>
              </a:r>
            </a:p>
          </p:txBody>
        </p:sp>
      </p:grpSp>
      <p:sp>
        <p:nvSpPr>
          <p:cNvPr id="93" name="Line 27"/>
          <p:cNvSpPr>
            <a:spLocks noChangeShapeType="1"/>
          </p:cNvSpPr>
          <p:nvPr/>
        </p:nvSpPr>
        <p:spPr bwMode="auto">
          <a:xfrm>
            <a:off x="6324601" y="2290763"/>
            <a:ext cx="360363" cy="0"/>
          </a:xfrm>
          <a:prstGeom prst="line">
            <a:avLst/>
          </a:prstGeom>
          <a:noFill/>
          <a:ln w="38100">
            <a:solidFill>
              <a:srgbClr val="CC0000"/>
            </a:solidFill>
            <a:round/>
            <a:headEnd/>
            <a:tailEnd/>
          </a:ln>
        </p:spPr>
        <p:txBody>
          <a:bodyPr wrap="none" anchor="ctr"/>
          <a:lstStyle/>
          <a:p>
            <a:endParaRPr lang="zh-CN" altLang="en-US"/>
          </a:p>
        </p:txBody>
      </p:sp>
      <p:sp>
        <p:nvSpPr>
          <p:cNvPr id="94" name="Line 27"/>
          <p:cNvSpPr>
            <a:spLocks noChangeShapeType="1"/>
          </p:cNvSpPr>
          <p:nvPr/>
        </p:nvSpPr>
        <p:spPr bwMode="auto">
          <a:xfrm>
            <a:off x="4016375" y="4899026"/>
            <a:ext cx="0" cy="360363"/>
          </a:xfrm>
          <a:prstGeom prst="line">
            <a:avLst/>
          </a:prstGeom>
          <a:noFill/>
          <a:ln w="38100">
            <a:solidFill>
              <a:srgbClr val="CC0000"/>
            </a:solidFill>
            <a:round/>
            <a:headEnd/>
            <a:tailEnd/>
          </a:ln>
        </p:spPr>
        <p:txBody>
          <a:bodyPr wrap="none" anchor="ctr"/>
          <a:lstStyle/>
          <a:p>
            <a:endParaRPr lang="zh-CN" altLang="en-US"/>
          </a:p>
        </p:txBody>
      </p:sp>
      <p:sp>
        <p:nvSpPr>
          <p:cNvPr id="95" name="Freeform 25"/>
          <p:cNvSpPr>
            <a:spLocks/>
          </p:cNvSpPr>
          <p:nvPr/>
        </p:nvSpPr>
        <p:spPr bwMode="auto">
          <a:xfrm>
            <a:off x="2554288" y="5254625"/>
            <a:ext cx="1547812" cy="1588"/>
          </a:xfrm>
          <a:custGeom>
            <a:avLst/>
            <a:gdLst>
              <a:gd name="T0" fmla="*/ 0 w 2980"/>
              <a:gd name="T1" fmla="*/ 0 h 1"/>
              <a:gd name="T2" fmla="*/ 2147483647 w 2980"/>
              <a:gd name="T3" fmla="*/ 0 h 1"/>
              <a:gd name="T4" fmla="*/ 0 60000 65536"/>
              <a:gd name="T5" fmla="*/ 0 60000 65536"/>
              <a:gd name="T6" fmla="*/ 0 w 2980"/>
              <a:gd name="T7" fmla="*/ 0 h 1"/>
              <a:gd name="T8" fmla="*/ 2980 w 2980"/>
              <a:gd name="T9" fmla="*/ 1 h 1"/>
            </a:gdLst>
            <a:ahLst/>
            <a:cxnLst>
              <a:cxn ang="T4">
                <a:pos x="T0" y="T1"/>
              </a:cxn>
              <a:cxn ang="T5">
                <a:pos x="T2" y="T3"/>
              </a:cxn>
            </a:cxnLst>
            <a:rect l="T6" t="T7" r="T8" b="T9"/>
            <a:pathLst>
              <a:path w="2980" h="1">
                <a:moveTo>
                  <a:pt x="0" y="0"/>
                </a:moveTo>
                <a:lnTo>
                  <a:pt x="2980" y="0"/>
                </a:lnTo>
              </a:path>
            </a:pathLst>
          </a:custGeom>
          <a:noFill/>
          <a:ln w="12700">
            <a:solidFill>
              <a:srgbClr val="FF00FF"/>
            </a:solidFill>
            <a:round/>
            <a:headEnd/>
            <a:tailEnd/>
          </a:ln>
        </p:spPr>
        <p:txBody>
          <a:bodyPr wrap="none" anchor="ctr"/>
          <a:lstStyle/>
          <a:p>
            <a:endParaRPr lang="zh-CN" altLang="en-US"/>
          </a:p>
        </p:txBody>
      </p:sp>
      <p:grpSp>
        <p:nvGrpSpPr>
          <p:cNvPr id="3" name="Group 30"/>
          <p:cNvGrpSpPr>
            <a:grpSpLocks/>
          </p:cNvGrpSpPr>
          <p:nvPr/>
        </p:nvGrpSpPr>
        <p:grpSpPr bwMode="auto">
          <a:xfrm>
            <a:off x="2754313" y="2160588"/>
            <a:ext cx="698500" cy="3276600"/>
            <a:chOff x="1680" y="974"/>
            <a:chExt cx="440" cy="2367"/>
          </a:xfrm>
        </p:grpSpPr>
        <p:sp>
          <p:nvSpPr>
            <p:cNvPr id="30752" name="Freeform 31"/>
            <p:cNvSpPr>
              <a:spLocks/>
            </p:cNvSpPr>
            <p:nvPr/>
          </p:nvSpPr>
          <p:spPr bwMode="auto">
            <a:xfrm>
              <a:off x="2119" y="974"/>
              <a:ext cx="1" cy="2357"/>
            </a:xfrm>
            <a:custGeom>
              <a:avLst/>
              <a:gdLst>
                <a:gd name="T0" fmla="*/ 0 w 1"/>
                <a:gd name="T1" fmla="*/ 2357 h 2357"/>
                <a:gd name="T2" fmla="*/ 0 w 1"/>
                <a:gd name="T3" fmla="*/ 0 h 2357"/>
                <a:gd name="T4" fmla="*/ 0 60000 65536"/>
                <a:gd name="T5" fmla="*/ 0 60000 65536"/>
                <a:gd name="T6" fmla="*/ 0 w 1"/>
                <a:gd name="T7" fmla="*/ 0 h 2357"/>
                <a:gd name="T8" fmla="*/ 1 w 1"/>
                <a:gd name="T9" fmla="*/ 2357 h 2357"/>
              </a:gdLst>
              <a:ahLst/>
              <a:cxnLst>
                <a:cxn ang="T4">
                  <a:pos x="T0" y="T1"/>
                </a:cxn>
                <a:cxn ang="T5">
                  <a:pos x="T2" y="T3"/>
                </a:cxn>
              </a:cxnLst>
              <a:rect l="T6" t="T7" r="T8" b="T9"/>
              <a:pathLst>
                <a:path w="1" h="2357">
                  <a:moveTo>
                    <a:pt x="0" y="2357"/>
                  </a:moveTo>
                  <a:lnTo>
                    <a:pt x="0" y="0"/>
                  </a:lnTo>
                </a:path>
              </a:pathLst>
            </a:custGeom>
            <a:noFill/>
            <a:ln w="12700">
              <a:solidFill>
                <a:srgbClr val="FF00FF"/>
              </a:solidFill>
              <a:round/>
              <a:headEnd/>
              <a:tailEnd/>
            </a:ln>
          </p:spPr>
          <p:txBody>
            <a:bodyPr wrap="none" anchor="ctr"/>
            <a:lstStyle/>
            <a:p>
              <a:endParaRPr lang="zh-CN" altLang="en-US"/>
            </a:p>
          </p:txBody>
        </p:sp>
        <p:sp>
          <p:nvSpPr>
            <p:cNvPr id="30753" name="Freeform 32"/>
            <p:cNvSpPr>
              <a:spLocks/>
            </p:cNvSpPr>
            <p:nvPr/>
          </p:nvSpPr>
          <p:spPr bwMode="auto">
            <a:xfrm>
              <a:off x="1680" y="979"/>
              <a:ext cx="1" cy="2362"/>
            </a:xfrm>
            <a:custGeom>
              <a:avLst/>
              <a:gdLst>
                <a:gd name="T0" fmla="*/ 0 w 1"/>
                <a:gd name="T1" fmla="*/ 2362 h 2362"/>
                <a:gd name="T2" fmla="*/ 0 w 1"/>
                <a:gd name="T3" fmla="*/ 0 h 2362"/>
                <a:gd name="T4" fmla="*/ 0 60000 65536"/>
                <a:gd name="T5" fmla="*/ 0 60000 65536"/>
                <a:gd name="T6" fmla="*/ 0 w 1"/>
                <a:gd name="T7" fmla="*/ 0 h 2362"/>
                <a:gd name="T8" fmla="*/ 1 w 1"/>
                <a:gd name="T9" fmla="*/ 2362 h 2362"/>
              </a:gdLst>
              <a:ahLst/>
              <a:cxnLst>
                <a:cxn ang="T4">
                  <a:pos x="T0" y="T1"/>
                </a:cxn>
                <a:cxn ang="T5">
                  <a:pos x="T2" y="T3"/>
                </a:cxn>
              </a:cxnLst>
              <a:rect l="T6" t="T7" r="T8" b="T9"/>
              <a:pathLst>
                <a:path w="1" h="2362">
                  <a:moveTo>
                    <a:pt x="0" y="2362"/>
                  </a:moveTo>
                  <a:lnTo>
                    <a:pt x="0" y="0"/>
                  </a:lnTo>
                </a:path>
              </a:pathLst>
            </a:custGeom>
            <a:noFill/>
            <a:ln w="12700">
              <a:solidFill>
                <a:srgbClr val="FF00FF"/>
              </a:solidFill>
              <a:round/>
              <a:headEnd/>
              <a:tailEnd/>
            </a:ln>
          </p:spPr>
          <p:txBody>
            <a:bodyPr wrap="none" anchor="ctr"/>
            <a:lstStyle/>
            <a:p>
              <a:endParaRPr lang="zh-CN" altLang="en-US"/>
            </a:p>
          </p:txBody>
        </p:sp>
      </p:grpSp>
      <p:grpSp>
        <p:nvGrpSpPr>
          <p:cNvPr id="4" name="Group 40"/>
          <p:cNvGrpSpPr>
            <a:grpSpLocks/>
          </p:cNvGrpSpPr>
          <p:nvPr/>
        </p:nvGrpSpPr>
        <p:grpSpPr bwMode="auto">
          <a:xfrm>
            <a:off x="2597150" y="2160587"/>
            <a:ext cx="1011654" cy="247984"/>
            <a:chOff x="3089" y="904"/>
            <a:chExt cx="1148" cy="258"/>
          </a:xfrm>
        </p:grpSpPr>
        <p:sp>
          <p:nvSpPr>
            <p:cNvPr id="30750" name="Text Box 41"/>
            <p:cNvSpPr txBox="1">
              <a:spLocks noChangeArrowheads="1"/>
            </p:cNvSpPr>
            <p:nvPr/>
          </p:nvSpPr>
          <p:spPr bwMode="auto">
            <a:xfrm>
              <a:off x="3089" y="904"/>
              <a:ext cx="228" cy="256"/>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30751" name="Text Box 42"/>
            <p:cNvSpPr txBox="1">
              <a:spLocks noChangeArrowheads="1"/>
            </p:cNvSpPr>
            <p:nvPr/>
          </p:nvSpPr>
          <p:spPr bwMode="auto">
            <a:xfrm>
              <a:off x="3882" y="906"/>
              <a:ext cx="355" cy="256"/>
            </a:xfrm>
            <a:prstGeom prst="rect">
              <a:avLst/>
            </a:prstGeom>
            <a:noFill/>
            <a:ln w="12700">
              <a:noFill/>
              <a:miter lim="800000"/>
              <a:headEnd/>
              <a:tailEnd/>
            </a:ln>
          </p:spPr>
          <p:txBody>
            <a:bodyPr wrap="none" anchor="ctr">
              <a:spAutoFit/>
            </a:bodyPr>
            <a:lstStyle/>
            <a:p>
              <a:pPr eaLnBrk="1" hangingPunct="1"/>
              <a:r>
                <a:rPr lang="en-US" altLang="zh-CN" sz="1000">
                  <a:solidFill>
                    <a:srgbClr val="FF0000"/>
                  </a:solidFill>
                  <a:latin typeface="Times New Roman" pitchFamily="18" charset="0"/>
                </a:rPr>
                <a:t>●</a:t>
              </a:r>
            </a:p>
          </p:txBody>
        </p:sp>
      </p:grpSp>
      <p:sp>
        <p:nvSpPr>
          <p:cNvPr id="102" name="Freeform 46"/>
          <p:cNvSpPr>
            <a:spLocks/>
          </p:cNvSpPr>
          <p:nvPr/>
        </p:nvSpPr>
        <p:spPr bwMode="auto">
          <a:xfrm>
            <a:off x="2590800" y="2151063"/>
            <a:ext cx="1028700" cy="227012"/>
          </a:xfrm>
          <a:custGeom>
            <a:avLst/>
            <a:gdLst>
              <a:gd name="T0" fmla="*/ 0 w 954"/>
              <a:gd name="T1" fmla="*/ 0 h 189"/>
              <a:gd name="T2" fmla="*/ 2147483647 w 954"/>
              <a:gd name="T3" fmla="*/ 2147483647 h 189"/>
              <a:gd name="T4" fmla="*/ 2147483647 w 954"/>
              <a:gd name="T5" fmla="*/ 2147483647 h 189"/>
              <a:gd name="T6" fmla="*/ 2147483647 w 954"/>
              <a:gd name="T7" fmla="*/ 2147483647 h 189"/>
              <a:gd name="T8" fmla="*/ 2147483647 w 954"/>
              <a:gd name="T9" fmla="*/ 2147483647 h 189"/>
              <a:gd name="T10" fmla="*/ 2147483647 w 954"/>
              <a:gd name="T11" fmla="*/ 2147483647 h 189"/>
              <a:gd name="T12" fmla="*/ 2147483647 w 954"/>
              <a:gd name="T13" fmla="*/ 2147483647 h 189"/>
              <a:gd name="T14" fmla="*/ 2147483647 w 954"/>
              <a:gd name="T15" fmla="*/ 2147483647 h 189"/>
              <a:gd name="T16" fmla="*/ 2147483647 w 954"/>
              <a:gd name="T17" fmla="*/ 2147483647 h 189"/>
              <a:gd name="T18" fmla="*/ 2147483647 w 954"/>
              <a:gd name="T19" fmla="*/ 2147483647 h 189"/>
              <a:gd name="T20" fmla="*/ 2147483647 w 954"/>
              <a:gd name="T21" fmla="*/ 2147483647 h 189"/>
              <a:gd name="T22" fmla="*/ 2147483647 w 954"/>
              <a:gd name="T23" fmla="*/ 2147483647 h 189"/>
              <a:gd name="T24" fmla="*/ 2147483647 w 954"/>
              <a:gd name="T25" fmla="*/ 2147483647 h 189"/>
              <a:gd name="T26" fmla="*/ 2147483647 w 954"/>
              <a:gd name="T27" fmla="*/ 2147483647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54"/>
              <a:gd name="T43" fmla="*/ 0 h 189"/>
              <a:gd name="T44" fmla="*/ 954 w 954"/>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54" h="189">
                <a:moveTo>
                  <a:pt x="0" y="0"/>
                </a:moveTo>
                <a:cubicBezTo>
                  <a:pt x="18" y="12"/>
                  <a:pt x="76" y="55"/>
                  <a:pt x="109" y="76"/>
                </a:cubicBezTo>
                <a:cubicBezTo>
                  <a:pt x="142" y="97"/>
                  <a:pt x="177" y="117"/>
                  <a:pt x="200" y="127"/>
                </a:cubicBezTo>
                <a:cubicBezTo>
                  <a:pt x="222" y="138"/>
                  <a:pt x="234" y="145"/>
                  <a:pt x="252" y="151"/>
                </a:cubicBezTo>
                <a:cubicBezTo>
                  <a:pt x="251" y="154"/>
                  <a:pt x="286" y="161"/>
                  <a:pt x="306" y="165"/>
                </a:cubicBezTo>
                <a:cubicBezTo>
                  <a:pt x="326" y="169"/>
                  <a:pt x="341" y="171"/>
                  <a:pt x="370" y="175"/>
                </a:cubicBezTo>
                <a:cubicBezTo>
                  <a:pt x="399" y="179"/>
                  <a:pt x="445" y="189"/>
                  <a:pt x="482" y="187"/>
                </a:cubicBezTo>
                <a:cubicBezTo>
                  <a:pt x="519" y="186"/>
                  <a:pt x="543" y="187"/>
                  <a:pt x="579" y="179"/>
                </a:cubicBezTo>
                <a:cubicBezTo>
                  <a:pt x="581" y="178"/>
                  <a:pt x="637" y="171"/>
                  <a:pt x="610" y="173"/>
                </a:cubicBezTo>
                <a:cubicBezTo>
                  <a:pt x="640" y="162"/>
                  <a:pt x="649" y="171"/>
                  <a:pt x="679" y="160"/>
                </a:cubicBezTo>
                <a:cubicBezTo>
                  <a:pt x="732" y="145"/>
                  <a:pt x="687" y="170"/>
                  <a:pt x="736" y="142"/>
                </a:cubicBezTo>
                <a:cubicBezTo>
                  <a:pt x="750" y="140"/>
                  <a:pt x="757" y="139"/>
                  <a:pt x="785" y="125"/>
                </a:cubicBezTo>
                <a:cubicBezTo>
                  <a:pt x="813" y="102"/>
                  <a:pt x="842" y="74"/>
                  <a:pt x="870" y="55"/>
                </a:cubicBezTo>
                <a:cubicBezTo>
                  <a:pt x="898" y="36"/>
                  <a:pt x="937" y="21"/>
                  <a:pt x="954" y="12"/>
                </a:cubicBezTo>
              </a:path>
            </a:pathLst>
          </a:custGeom>
          <a:noFill/>
          <a:ln w="38100">
            <a:solidFill>
              <a:srgbClr val="FF0000"/>
            </a:solidFill>
            <a:round/>
            <a:headEnd/>
            <a:tailEnd/>
          </a:ln>
        </p:spPr>
        <p:txBody>
          <a:bodyPr wrap="none" anchor="ctr"/>
          <a:lstStyle/>
          <a:p>
            <a:endParaRPr lang="zh-CN" altLang="en-US"/>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31805"/>
                                        </p:tgtEl>
                                        <p:attrNameLst>
                                          <p:attrName>style.visibility</p:attrName>
                                        </p:attrNameLst>
                                      </p:cBhvr>
                                      <p:to>
                                        <p:strVal val="visible"/>
                                      </p:to>
                                    </p:set>
                                    <p:anim calcmode="lin" valueType="num">
                                      <p:cBhvr additive="base">
                                        <p:cTn id="7" dur="500" fill="hold"/>
                                        <p:tgtEl>
                                          <p:spTgt spid="31805"/>
                                        </p:tgtEl>
                                        <p:attrNameLst>
                                          <p:attrName>ppt_x</p:attrName>
                                        </p:attrNameLst>
                                      </p:cBhvr>
                                      <p:tavLst>
                                        <p:tav tm="0">
                                          <p:val>
                                            <p:strVal val="1+#ppt_w/2"/>
                                          </p:val>
                                        </p:tav>
                                        <p:tav tm="100000">
                                          <p:val>
                                            <p:strVal val="#ppt_x"/>
                                          </p:val>
                                        </p:tav>
                                      </p:tavLst>
                                    </p:anim>
                                    <p:anim calcmode="lin" valueType="num">
                                      <p:cBhvr additive="base">
                                        <p:cTn id="8" dur="500" fill="hold"/>
                                        <p:tgtEl>
                                          <p:spTgt spid="3180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49551"/>
                                        </p:tgtEl>
                                        <p:attrNameLst>
                                          <p:attrName>style.visibility</p:attrName>
                                        </p:attrNameLst>
                                      </p:cBhvr>
                                      <p:to>
                                        <p:strVal val="visible"/>
                                      </p:to>
                                    </p:set>
                                    <p:animEffect transition="in" filter="box(out)">
                                      <p:cBhvr>
                                        <p:cTn id="13" dur="500"/>
                                        <p:tgtEl>
                                          <p:spTgt spid="14955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63"/>
                                        </p:tgtEl>
                                        <p:attrNameLst>
                                          <p:attrName>style.visibility</p:attrName>
                                        </p:attrNameLst>
                                      </p:cBhvr>
                                      <p:to>
                                        <p:strVal val="visible"/>
                                      </p:to>
                                    </p:set>
                                    <p:animEffect transition="in" filter="box(out)">
                                      <p:cBhvr>
                                        <p:cTn id="18" dur="500"/>
                                        <p:tgtEl>
                                          <p:spTgt spid="6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wipe(left)">
                                      <p:cBhvr>
                                        <p:cTn id="23" dur="500"/>
                                        <p:tgtEl>
                                          <p:spTgt spid="6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49552"/>
                                        </p:tgtEl>
                                        <p:attrNameLst>
                                          <p:attrName>style.visibility</p:attrName>
                                        </p:attrNameLst>
                                      </p:cBhvr>
                                      <p:to>
                                        <p:strVal val="visible"/>
                                      </p:to>
                                    </p:set>
                                  </p:childTnLst>
                                </p:cTn>
                              </p:par>
                            </p:childTnLst>
                          </p:cTn>
                        </p:par>
                        <p:par>
                          <p:cTn id="28" fill="hold" nodeType="afterGroup">
                            <p:stCondLst>
                              <p:cond delay="500"/>
                            </p:stCondLst>
                            <p:childTnLst>
                              <p:par>
                                <p:cTn id="29" presetID="1" presetClass="entr" presetSubtype="0" fill="hold" grpId="0" nodeType="afterEffect">
                                  <p:stCondLst>
                                    <p:cond delay="0"/>
                                  </p:stCondLst>
                                  <p:childTnLst>
                                    <p:set>
                                      <p:cBhvr>
                                        <p:cTn id="30" dur="1" fill="hold">
                                          <p:stCondLst>
                                            <p:cond delay="499"/>
                                          </p:stCondLst>
                                        </p:cTn>
                                        <p:tgtEl>
                                          <p:spTgt spid="149553"/>
                                        </p:tgtEl>
                                        <p:attrNameLst>
                                          <p:attrName>style.visibility</p:attrName>
                                        </p:attrNameLst>
                                      </p:cBhvr>
                                      <p:to>
                                        <p:strVal val="visible"/>
                                      </p:to>
                                    </p:set>
                                  </p:childTnLst>
                                </p:cTn>
                              </p:par>
                            </p:childTnLst>
                          </p:cTn>
                        </p:par>
                        <p:par>
                          <p:cTn id="31" fill="hold" nodeType="afterGroup">
                            <p:stCondLst>
                              <p:cond delay="1000"/>
                            </p:stCondLst>
                            <p:childTnLst>
                              <p:par>
                                <p:cTn id="32" presetID="17" presetClass="entr" presetSubtype="1" fill="hold" grpId="0" nodeType="afterEffect">
                                  <p:stCondLst>
                                    <p:cond delay="0"/>
                                  </p:stCondLst>
                                  <p:childTnLst>
                                    <p:set>
                                      <p:cBhvr>
                                        <p:cTn id="33" dur="1" fill="hold">
                                          <p:stCondLst>
                                            <p:cond delay="0"/>
                                          </p:stCondLst>
                                        </p:cTn>
                                        <p:tgtEl>
                                          <p:spTgt spid="149554"/>
                                        </p:tgtEl>
                                        <p:attrNameLst>
                                          <p:attrName>style.visibility</p:attrName>
                                        </p:attrNameLst>
                                      </p:cBhvr>
                                      <p:to>
                                        <p:strVal val="visible"/>
                                      </p:to>
                                    </p:set>
                                    <p:anim calcmode="lin" valueType="num">
                                      <p:cBhvr>
                                        <p:cTn id="34" dur="500" fill="hold"/>
                                        <p:tgtEl>
                                          <p:spTgt spid="149554"/>
                                        </p:tgtEl>
                                        <p:attrNameLst>
                                          <p:attrName>ppt_x</p:attrName>
                                        </p:attrNameLst>
                                      </p:cBhvr>
                                      <p:tavLst>
                                        <p:tav tm="0">
                                          <p:val>
                                            <p:strVal val="#ppt_x"/>
                                          </p:val>
                                        </p:tav>
                                        <p:tav tm="100000">
                                          <p:val>
                                            <p:strVal val="#ppt_x"/>
                                          </p:val>
                                        </p:tav>
                                      </p:tavLst>
                                    </p:anim>
                                    <p:anim calcmode="lin" valueType="num">
                                      <p:cBhvr>
                                        <p:cTn id="35" dur="500" fill="hold"/>
                                        <p:tgtEl>
                                          <p:spTgt spid="149554"/>
                                        </p:tgtEl>
                                        <p:attrNameLst>
                                          <p:attrName>ppt_y</p:attrName>
                                        </p:attrNameLst>
                                      </p:cBhvr>
                                      <p:tavLst>
                                        <p:tav tm="0">
                                          <p:val>
                                            <p:strVal val="#ppt_y-#ppt_h/2"/>
                                          </p:val>
                                        </p:tav>
                                        <p:tav tm="100000">
                                          <p:val>
                                            <p:strVal val="#ppt_y"/>
                                          </p:val>
                                        </p:tav>
                                      </p:tavLst>
                                    </p:anim>
                                    <p:anim calcmode="lin" valueType="num">
                                      <p:cBhvr>
                                        <p:cTn id="36" dur="500" fill="hold"/>
                                        <p:tgtEl>
                                          <p:spTgt spid="149554"/>
                                        </p:tgtEl>
                                        <p:attrNameLst>
                                          <p:attrName>ppt_w</p:attrName>
                                        </p:attrNameLst>
                                      </p:cBhvr>
                                      <p:tavLst>
                                        <p:tav tm="0">
                                          <p:val>
                                            <p:strVal val="#ppt_w"/>
                                          </p:val>
                                        </p:tav>
                                        <p:tav tm="100000">
                                          <p:val>
                                            <p:strVal val="#ppt_w"/>
                                          </p:val>
                                        </p:tav>
                                      </p:tavLst>
                                    </p:anim>
                                    <p:anim calcmode="lin" valueType="num">
                                      <p:cBhvr>
                                        <p:cTn id="37" dur="500" fill="hold"/>
                                        <p:tgtEl>
                                          <p:spTgt spid="149554"/>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49555"/>
                                        </p:tgtEl>
                                        <p:attrNameLst>
                                          <p:attrName>style.visibility</p:attrName>
                                        </p:attrNameLst>
                                      </p:cBhvr>
                                      <p:to>
                                        <p:strVal val="visible"/>
                                      </p:to>
                                    </p:set>
                                    <p:anim calcmode="lin" valueType="num">
                                      <p:cBhvr additive="base">
                                        <p:cTn id="42" dur="500" fill="hold"/>
                                        <p:tgtEl>
                                          <p:spTgt spid="149555"/>
                                        </p:tgtEl>
                                        <p:attrNameLst>
                                          <p:attrName>ppt_x</p:attrName>
                                        </p:attrNameLst>
                                      </p:cBhvr>
                                      <p:tavLst>
                                        <p:tav tm="0">
                                          <p:val>
                                            <p:strVal val="#ppt_x"/>
                                          </p:val>
                                        </p:tav>
                                        <p:tav tm="100000">
                                          <p:val>
                                            <p:strVal val="#ppt_x"/>
                                          </p:val>
                                        </p:tav>
                                      </p:tavLst>
                                    </p:anim>
                                    <p:anim calcmode="lin" valueType="num">
                                      <p:cBhvr additive="base">
                                        <p:cTn id="43" dur="500" fill="hold"/>
                                        <p:tgtEl>
                                          <p:spTgt spid="149555"/>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nodeType="clickEffect">
                                  <p:stCondLst>
                                    <p:cond delay="0"/>
                                  </p:stCondLst>
                                  <p:childTnLst>
                                    <p:set>
                                      <p:cBhvr>
                                        <p:cTn id="47" dur="1" fill="hold">
                                          <p:stCondLst>
                                            <p:cond delay="0"/>
                                          </p:stCondLst>
                                        </p:cTn>
                                        <p:tgtEl>
                                          <p:spTgt spid="78"/>
                                        </p:tgtEl>
                                        <p:attrNameLst>
                                          <p:attrName>style.visibility</p:attrName>
                                        </p:attrNameLst>
                                      </p:cBhvr>
                                      <p:to>
                                        <p:strVal val="visible"/>
                                      </p:to>
                                    </p:set>
                                    <p:animEffect transition="in" filter="wipe(down)">
                                      <p:cBhvr>
                                        <p:cTn id="48" dur="500"/>
                                        <p:tgtEl>
                                          <p:spTgt spid="7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nodeType="clickEffect">
                                  <p:stCondLst>
                                    <p:cond delay="0"/>
                                  </p:stCondLst>
                                  <p:childTnLst>
                                    <p:set>
                                      <p:cBhvr>
                                        <p:cTn id="52" dur="1" fill="hold">
                                          <p:stCondLst>
                                            <p:cond delay="0"/>
                                          </p:stCondLst>
                                        </p:cTn>
                                        <p:tgtEl>
                                          <p:spTgt spid="79"/>
                                        </p:tgtEl>
                                        <p:attrNameLst>
                                          <p:attrName>style.visibility</p:attrName>
                                        </p:attrNameLst>
                                      </p:cBhvr>
                                      <p:to>
                                        <p:strVal val="visible"/>
                                      </p:to>
                                    </p:set>
                                    <p:animEffect transition="in" filter="wipe(down)">
                                      <p:cBhvr>
                                        <p:cTn id="53" dur="500"/>
                                        <p:tgtEl>
                                          <p:spTgt spid="7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3" presetClass="entr" presetSubtype="32" fill="hold" grpId="0" nodeType="clickEffect">
                                  <p:stCondLst>
                                    <p:cond delay="0"/>
                                  </p:stCondLst>
                                  <p:childTnLst>
                                    <p:set>
                                      <p:cBhvr>
                                        <p:cTn id="57" dur="1" fill="hold">
                                          <p:stCondLst>
                                            <p:cond delay="0"/>
                                          </p:stCondLst>
                                        </p:cTn>
                                        <p:tgtEl>
                                          <p:spTgt spid="66"/>
                                        </p:tgtEl>
                                        <p:attrNameLst>
                                          <p:attrName>style.visibility</p:attrName>
                                        </p:attrNameLst>
                                      </p:cBhvr>
                                      <p:to>
                                        <p:strVal val="visible"/>
                                      </p:to>
                                    </p:set>
                                    <p:anim calcmode="lin" valueType="num">
                                      <p:cBhvr>
                                        <p:cTn id="58" dur="500" fill="hold"/>
                                        <p:tgtEl>
                                          <p:spTgt spid="66"/>
                                        </p:tgtEl>
                                        <p:attrNameLst>
                                          <p:attrName>ppt_w</p:attrName>
                                        </p:attrNameLst>
                                      </p:cBhvr>
                                      <p:tavLst>
                                        <p:tav tm="0">
                                          <p:val>
                                            <p:strVal val="4*#ppt_w"/>
                                          </p:val>
                                        </p:tav>
                                        <p:tav tm="100000">
                                          <p:val>
                                            <p:strVal val="#ppt_w"/>
                                          </p:val>
                                        </p:tav>
                                      </p:tavLst>
                                    </p:anim>
                                    <p:anim calcmode="lin" valueType="num">
                                      <p:cBhvr>
                                        <p:cTn id="59" dur="500" fill="hold"/>
                                        <p:tgtEl>
                                          <p:spTgt spid="66"/>
                                        </p:tgtEl>
                                        <p:attrNameLst>
                                          <p:attrName>ppt_h</p:attrName>
                                        </p:attrNameLst>
                                      </p:cBhvr>
                                      <p:tavLst>
                                        <p:tav tm="0">
                                          <p:val>
                                            <p:strVal val="4*#ppt_h"/>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3" presetClass="entr" presetSubtype="32" fill="hold" grpId="0" nodeType="clickEffect">
                                  <p:stCondLst>
                                    <p:cond delay="0"/>
                                  </p:stCondLst>
                                  <p:childTnLst>
                                    <p:set>
                                      <p:cBhvr>
                                        <p:cTn id="63" dur="1" fill="hold">
                                          <p:stCondLst>
                                            <p:cond delay="0"/>
                                          </p:stCondLst>
                                        </p:cTn>
                                        <p:tgtEl>
                                          <p:spTgt spid="65"/>
                                        </p:tgtEl>
                                        <p:attrNameLst>
                                          <p:attrName>style.visibility</p:attrName>
                                        </p:attrNameLst>
                                      </p:cBhvr>
                                      <p:to>
                                        <p:strVal val="visible"/>
                                      </p:to>
                                    </p:set>
                                    <p:anim calcmode="lin" valueType="num">
                                      <p:cBhvr>
                                        <p:cTn id="64" dur="500" fill="hold"/>
                                        <p:tgtEl>
                                          <p:spTgt spid="65"/>
                                        </p:tgtEl>
                                        <p:attrNameLst>
                                          <p:attrName>ppt_w</p:attrName>
                                        </p:attrNameLst>
                                      </p:cBhvr>
                                      <p:tavLst>
                                        <p:tav tm="0">
                                          <p:val>
                                            <p:strVal val="4*#ppt_w"/>
                                          </p:val>
                                        </p:tav>
                                        <p:tav tm="100000">
                                          <p:val>
                                            <p:strVal val="#ppt_w"/>
                                          </p:val>
                                        </p:tav>
                                      </p:tavLst>
                                    </p:anim>
                                    <p:anim calcmode="lin" valueType="num">
                                      <p:cBhvr>
                                        <p:cTn id="65" dur="500" fill="hold"/>
                                        <p:tgtEl>
                                          <p:spTgt spid="65"/>
                                        </p:tgtEl>
                                        <p:attrNameLst>
                                          <p:attrName>ppt_h</p:attrName>
                                        </p:attrNameLst>
                                      </p:cBhvr>
                                      <p:tavLst>
                                        <p:tav tm="0">
                                          <p:val>
                                            <p:strVal val="4*#ppt_h"/>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8" fill="hold" nodeType="clickEffect">
                                  <p:stCondLst>
                                    <p:cond delay="0"/>
                                  </p:stCondLst>
                                  <p:childTnLst>
                                    <p:set>
                                      <p:cBhvr>
                                        <p:cTn id="69" dur="1" fill="hold">
                                          <p:stCondLst>
                                            <p:cond delay="0"/>
                                          </p:stCondLst>
                                        </p:cTn>
                                        <p:tgtEl>
                                          <p:spTgt spid="71"/>
                                        </p:tgtEl>
                                        <p:attrNameLst>
                                          <p:attrName>style.visibility</p:attrName>
                                        </p:attrNameLst>
                                      </p:cBhvr>
                                      <p:to>
                                        <p:strVal val="visible"/>
                                      </p:to>
                                    </p:set>
                                    <p:anim calcmode="lin" valueType="num">
                                      <p:cBhvr additive="base">
                                        <p:cTn id="70" dur="500" fill="hold"/>
                                        <p:tgtEl>
                                          <p:spTgt spid="71"/>
                                        </p:tgtEl>
                                        <p:attrNameLst>
                                          <p:attrName>ppt_x</p:attrName>
                                        </p:attrNameLst>
                                      </p:cBhvr>
                                      <p:tavLst>
                                        <p:tav tm="0">
                                          <p:val>
                                            <p:strVal val="0-#ppt_w/2"/>
                                          </p:val>
                                        </p:tav>
                                        <p:tav tm="100000">
                                          <p:val>
                                            <p:strVal val="#ppt_x"/>
                                          </p:val>
                                        </p:tav>
                                      </p:tavLst>
                                    </p:anim>
                                    <p:anim calcmode="lin" valueType="num">
                                      <p:cBhvr additive="base">
                                        <p:cTn id="71" dur="500" fill="hold"/>
                                        <p:tgtEl>
                                          <p:spTgt spid="71"/>
                                        </p:tgtEl>
                                        <p:attrNameLst>
                                          <p:attrName>ppt_y</p:attrName>
                                        </p:attrNameLst>
                                      </p:cBhvr>
                                      <p:tavLst>
                                        <p:tav tm="0">
                                          <p:val>
                                            <p:strVal val="#ppt_y"/>
                                          </p:val>
                                        </p:tav>
                                        <p:tav tm="100000">
                                          <p:val>
                                            <p:strVal val="#ppt_y"/>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 presetClass="entr" presetSubtype="4" fill="hold" nodeType="clickEffect">
                                  <p:stCondLst>
                                    <p:cond delay="0"/>
                                  </p:stCondLst>
                                  <p:childTnLst>
                                    <p:set>
                                      <p:cBhvr>
                                        <p:cTn id="75" dur="1" fill="hold">
                                          <p:stCondLst>
                                            <p:cond delay="0"/>
                                          </p:stCondLst>
                                        </p:cTn>
                                        <p:tgtEl>
                                          <p:spTgt spid="84"/>
                                        </p:tgtEl>
                                        <p:attrNameLst>
                                          <p:attrName>style.visibility</p:attrName>
                                        </p:attrNameLst>
                                      </p:cBhvr>
                                      <p:to>
                                        <p:strVal val="visible"/>
                                      </p:to>
                                    </p:set>
                                    <p:anim calcmode="lin" valueType="num">
                                      <p:cBhvr additive="base">
                                        <p:cTn id="76" dur="500" fill="hold"/>
                                        <p:tgtEl>
                                          <p:spTgt spid="84"/>
                                        </p:tgtEl>
                                        <p:attrNameLst>
                                          <p:attrName>ppt_x</p:attrName>
                                        </p:attrNameLst>
                                      </p:cBhvr>
                                      <p:tavLst>
                                        <p:tav tm="0">
                                          <p:val>
                                            <p:strVal val="#ppt_x"/>
                                          </p:val>
                                        </p:tav>
                                        <p:tav tm="100000">
                                          <p:val>
                                            <p:strVal val="#ppt_x"/>
                                          </p:val>
                                        </p:tav>
                                      </p:tavLst>
                                    </p:anim>
                                    <p:anim calcmode="lin" valueType="num">
                                      <p:cBhvr additive="base">
                                        <p:cTn id="77"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2" fill="hold" nodeType="clickEffect">
                                  <p:stCondLst>
                                    <p:cond delay="0"/>
                                  </p:stCondLst>
                                  <p:childTnLst>
                                    <p:set>
                                      <p:cBhvr>
                                        <p:cTn id="81" dur="1" fill="hold">
                                          <p:stCondLst>
                                            <p:cond delay="0"/>
                                          </p:stCondLst>
                                        </p:cTn>
                                        <p:tgtEl>
                                          <p:spTgt spid="81"/>
                                        </p:tgtEl>
                                        <p:attrNameLst>
                                          <p:attrName>style.visibility</p:attrName>
                                        </p:attrNameLst>
                                      </p:cBhvr>
                                      <p:to>
                                        <p:strVal val="visible"/>
                                      </p:to>
                                    </p:set>
                                    <p:animEffect transition="in" filter="wipe(right)">
                                      <p:cBhvr>
                                        <p:cTn id="82" dur="500"/>
                                        <p:tgtEl>
                                          <p:spTgt spid="81"/>
                                        </p:tgtEl>
                                      </p:cBhvr>
                                    </p:animEffect>
                                  </p:childTnLst>
                                </p:cTn>
                              </p:par>
                            </p:childTnLst>
                          </p:cTn>
                        </p:par>
                        <p:par>
                          <p:cTn id="83" fill="hold" nodeType="afterGroup">
                            <p:stCondLst>
                              <p:cond delay="500"/>
                            </p:stCondLst>
                            <p:childTnLst>
                              <p:par>
                                <p:cTn id="84" presetID="23" presetClass="entr" presetSubtype="32" fill="hold" grpId="0" nodeType="afterEffect">
                                  <p:stCondLst>
                                    <p:cond delay="0"/>
                                  </p:stCondLst>
                                  <p:childTnLst>
                                    <p:set>
                                      <p:cBhvr>
                                        <p:cTn id="85" dur="1" fill="hold">
                                          <p:stCondLst>
                                            <p:cond delay="0"/>
                                          </p:stCondLst>
                                        </p:cTn>
                                        <p:tgtEl>
                                          <p:spTgt spid="82"/>
                                        </p:tgtEl>
                                        <p:attrNameLst>
                                          <p:attrName>style.visibility</p:attrName>
                                        </p:attrNameLst>
                                      </p:cBhvr>
                                      <p:to>
                                        <p:strVal val="visible"/>
                                      </p:to>
                                    </p:set>
                                    <p:anim calcmode="lin" valueType="num">
                                      <p:cBhvr>
                                        <p:cTn id="86" dur="500" fill="hold"/>
                                        <p:tgtEl>
                                          <p:spTgt spid="82"/>
                                        </p:tgtEl>
                                        <p:attrNameLst>
                                          <p:attrName>ppt_w</p:attrName>
                                        </p:attrNameLst>
                                      </p:cBhvr>
                                      <p:tavLst>
                                        <p:tav tm="0">
                                          <p:val>
                                            <p:strVal val="4*#ppt_w"/>
                                          </p:val>
                                        </p:tav>
                                        <p:tav tm="100000">
                                          <p:val>
                                            <p:strVal val="#ppt_w"/>
                                          </p:val>
                                        </p:tav>
                                      </p:tavLst>
                                    </p:anim>
                                    <p:anim calcmode="lin" valueType="num">
                                      <p:cBhvr>
                                        <p:cTn id="87" dur="500" fill="hold"/>
                                        <p:tgtEl>
                                          <p:spTgt spid="82"/>
                                        </p:tgtEl>
                                        <p:attrNameLst>
                                          <p:attrName>ppt_h</p:attrName>
                                        </p:attrNameLst>
                                      </p:cBhvr>
                                      <p:tavLst>
                                        <p:tav tm="0">
                                          <p:val>
                                            <p:strVal val="4*#ppt_h"/>
                                          </p:val>
                                        </p:tav>
                                        <p:tav tm="100000">
                                          <p:val>
                                            <p:strVal val="#ppt_h"/>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2" presetClass="entr" presetSubtype="4" fill="hold" grpId="0" nodeType="clickEffect">
                                  <p:stCondLst>
                                    <p:cond delay="0"/>
                                  </p:stCondLst>
                                  <p:childTnLst>
                                    <p:set>
                                      <p:cBhvr>
                                        <p:cTn id="91" dur="1" fill="hold">
                                          <p:stCondLst>
                                            <p:cond delay="0"/>
                                          </p:stCondLst>
                                        </p:cTn>
                                        <p:tgtEl>
                                          <p:spTgt spid="149556"/>
                                        </p:tgtEl>
                                        <p:attrNameLst>
                                          <p:attrName>style.visibility</p:attrName>
                                        </p:attrNameLst>
                                      </p:cBhvr>
                                      <p:to>
                                        <p:strVal val="visible"/>
                                      </p:to>
                                    </p:set>
                                    <p:anim calcmode="lin" valueType="num">
                                      <p:cBhvr additive="base">
                                        <p:cTn id="92" dur="500" fill="hold"/>
                                        <p:tgtEl>
                                          <p:spTgt spid="149556"/>
                                        </p:tgtEl>
                                        <p:attrNameLst>
                                          <p:attrName>ppt_x</p:attrName>
                                        </p:attrNameLst>
                                      </p:cBhvr>
                                      <p:tavLst>
                                        <p:tav tm="0">
                                          <p:val>
                                            <p:strVal val="#ppt_x"/>
                                          </p:val>
                                        </p:tav>
                                        <p:tav tm="100000">
                                          <p:val>
                                            <p:strVal val="#ppt_x"/>
                                          </p:val>
                                        </p:tav>
                                      </p:tavLst>
                                    </p:anim>
                                    <p:anim calcmode="lin" valueType="num">
                                      <p:cBhvr additive="base">
                                        <p:cTn id="93" dur="500" fill="hold"/>
                                        <p:tgtEl>
                                          <p:spTgt spid="149556"/>
                                        </p:tgtEl>
                                        <p:attrNameLst>
                                          <p:attrName>ppt_y</p:attrName>
                                        </p:attrNameLst>
                                      </p:cBhvr>
                                      <p:tavLst>
                                        <p:tav tm="0">
                                          <p:val>
                                            <p:strVal val="1+#ppt_h/2"/>
                                          </p:val>
                                        </p:tav>
                                        <p:tav tm="100000">
                                          <p:val>
                                            <p:strVal val="#ppt_y"/>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2" fill="hold" grpId="0" nodeType="clickEffect">
                                  <p:stCondLst>
                                    <p:cond delay="0"/>
                                  </p:stCondLst>
                                  <p:childTnLst>
                                    <p:set>
                                      <p:cBhvr>
                                        <p:cTn id="97" dur="1" fill="hold">
                                          <p:stCondLst>
                                            <p:cond delay="0"/>
                                          </p:stCondLst>
                                        </p:cTn>
                                        <p:tgtEl>
                                          <p:spTgt spid="86"/>
                                        </p:tgtEl>
                                        <p:attrNameLst>
                                          <p:attrName>style.visibility</p:attrName>
                                        </p:attrNameLst>
                                      </p:cBhvr>
                                      <p:to>
                                        <p:strVal val="visible"/>
                                      </p:to>
                                    </p:set>
                                    <p:animEffect transition="in" filter="wipe(right)">
                                      <p:cBhvr>
                                        <p:cTn id="98" dur="500"/>
                                        <p:tgtEl>
                                          <p:spTgt spid="86"/>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1" fill="hold" nodeType="clickEffect">
                                  <p:stCondLst>
                                    <p:cond delay="0"/>
                                  </p:stCondLst>
                                  <p:childTnLst>
                                    <p:set>
                                      <p:cBhvr>
                                        <p:cTn id="102" dur="1" fill="hold">
                                          <p:stCondLst>
                                            <p:cond delay="0"/>
                                          </p:stCondLst>
                                        </p:cTn>
                                        <p:tgtEl>
                                          <p:spTgt spid="2"/>
                                        </p:tgtEl>
                                        <p:attrNameLst>
                                          <p:attrName>style.visibility</p:attrName>
                                        </p:attrNameLst>
                                      </p:cBhvr>
                                      <p:to>
                                        <p:strVal val="visible"/>
                                      </p:to>
                                    </p:set>
                                    <p:anim calcmode="lin" valueType="num">
                                      <p:cBhvr additive="base">
                                        <p:cTn id="103" dur="500" fill="hold"/>
                                        <p:tgtEl>
                                          <p:spTgt spid="2"/>
                                        </p:tgtEl>
                                        <p:attrNameLst>
                                          <p:attrName>ppt_x</p:attrName>
                                        </p:attrNameLst>
                                      </p:cBhvr>
                                      <p:tavLst>
                                        <p:tav tm="0">
                                          <p:val>
                                            <p:strVal val="#ppt_x"/>
                                          </p:val>
                                        </p:tav>
                                        <p:tav tm="100000">
                                          <p:val>
                                            <p:strVal val="#ppt_x"/>
                                          </p:val>
                                        </p:tav>
                                      </p:tavLst>
                                    </p:anim>
                                    <p:anim calcmode="lin" valueType="num">
                                      <p:cBhvr additive="base">
                                        <p:cTn id="10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93"/>
                                        </p:tgtEl>
                                        <p:attrNameLst>
                                          <p:attrName>style.visibility</p:attrName>
                                        </p:attrNameLst>
                                      </p:cBhvr>
                                      <p:to>
                                        <p:strVal val="visible"/>
                                      </p:to>
                                    </p:set>
                                    <p:animEffect transition="in" filter="wipe(left)">
                                      <p:cBhvr>
                                        <p:cTn id="109" dur="500"/>
                                        <p:tgtEl>
                                          <p:spTgt spid="93"/>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 presetClass="entr" presetSubtype="3" fill="hold" grpId="0" nodeType="clickEffect">
                                  <p:stCondLst>
                                    <p:cond delay="0"/>
                                  </p:stCondLst>
                                  <p:childTnLst>
                                    <p:set>
                                      <p:cBhvr>
                                        <p:cTn id="113" dur="1" fill="hold">
                                          <p:stCondLst>
                                            <p:cond delay="0"/>
                                          </p:stCondLst>
                                        </p:cTn>
                                        <p:tgtEl>
                                          <p:spTgt spid="94"/>
                                        </p:tgtEl>
                                        <p:attrNameLst>
                                          <p:attrName>style.visibility</p:attrName>
                                        </p:attrNameLst>
                                      </p:cBhvr>
                                      <p:to>
                                        <p:strVal val="visible"/>
                                      </p:to>
                                    </p:set>
                                    <p:anim calcmode="lin" valueType="num">
                                      <p:cBhvr additive="base">
                                        <p:cTn id="114" dur="500" fill="hold"/>
                                        <p:tgtEl>
                                          <p:spTgt spid="94"/>
                                        </p:tgtEl>
                                        <p:attrNameLst>
                                          <p:attrName>ppt_x</p:attrName>
                                        </p:attrNameLst>
                                      </p:cBhvr>
                                      <p:tavLst>
                                        <p:tav tm="0">
                                          <p:val>
                                            <p:strVal val="1+#ppt_w/2"/>
                                          </p:val>
                                        </p:tav>
                                        <p:tav tm="100000">
                                          <p:val>
                                            <p:strVal val="#ppt_x"/>
                                          </p:val>
                                        </p:tav>
                                      </p:tavLst>
                                    </p:anim>
                                    <p:anim calcmode="lin" valueType="num">
                                      <p:cBhvr additive="base">
                                        <p:cTn id="115" dur="500" fill="hold"/>
                                        <p:tgtEl>
                                          <p:spTgt spid="94"/>
                                        </p:tgtEl>
                                        <p:attrNameLst>
                                          <p:attrName>ppt_y</p:attrName>
                                        </p:attrNameLst>
                                      </p:cBhvr>
                                      <p:tavLst>
                                        <p:tav tm="0">
                                          <p:val>
                                            <p:strVal val="0-#ppt_h/2"/>
                                          </p:val>
                                        </p:tav>
                                        <p:tav tm="100000">
                                          <p:val>
                                            <p:strVal val="#ppt_y"/>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2" fill="hold" grpId="0" nodeType="clickEffect">
                                  <p:stCondLst>
                                    <p:cond delay="0"/>
                                  </p:stCondLst>
                                  <p:childTnLst>
                                    <p:set>
                                      <p:cBhvr>
                                        <p:cTn id="119" dur="1" fill="hold">
                                          <p:stCondLst>
                                            <p:cond delay="0"/>
                                          </p:stCondLst>
                                        </p:cTn>
                                        <p:tgtEl>
                                          <p:spTgt spid="95"/>
                                        </p:tgtEl>
                                        <p:attrNameLst>
                                          <p:attrName>style.visibility</p:attrName>
                                        </p:attrNameLst>
                                      </p:cBhvr>
                                      <p:to>
                                        <p:strVal val="visible"/>
                                      </p:to>
                                    </p:set>
                                    <p:animEffect transition="in" filter="wipe(right)">
                                      <p:cBhvr>
                                        <p:cTn id="120" dur="1000"/>
                                        <p:tgtEl>
                                          <p:spTgt spid="95"/>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4" fill="hold" nodeType="clickEffect">
                                  <p:stCondLst>
                                    <p:cond delay="0"/>
                                  </p:stCondLst>
                                  <p:childTnLst>
                                    <p:set>
                                      <p:cBhvr>
                                        <p:cTn id="124" dur="1" fill="hold">
                                          <p:stCondLst>
                                            <p:cond delay="0"/>
                                          </p:stCondLst>
                                        </p:cTn>
                                        <p:tgtEl>
                                          <p:spTgt spid="3"/>
                                        </p:tgtEl>
                                        <p:attrNameLst>
                                          <p:attrName>style.visibility</p:attrName>
                                        </p:attrNameLst>
                                      </p:cBhvr>
                                      <p:to>
                                        <p:strVal val="visible"/>
                                      </p:to>
                                    </p:set>
                                    <p:animEffect transition="in" filter="wipe(down)">
                                      <p:cBhvr>
                                        <p:cTn id="125" dur="500"/>
                                        <p:tgtEl>
                                          <p:spTgt spid="3"/>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 presetClass="entr" presetSubtype="1" fill="hold" nodeType="clickEffect">
                                  <p:stCondLst>
                                    <p:cond delay="0"/>
                                  </p:stCondLst>
                                  <p:childTnLst>
                                    <p:set>
                                      <p:cBhvr>
                                        <p:cTn id="129" dur="1" fill="hold">
                                          <p:stCondLst>
                                            <p:cond delay="0"/>
                                          </p:stCondLst>
                                        </p:cTn>
                                        <p:tgtEl>
                                          <p:spTgt spid="4"/>
                                        </p:tgtEl>
                                        <p:attrNameLst>
                                          <p:attrName>style.visibility</p:attrName>
                                        </p:attrNameLst>
                                      </p:cBhvr>
                                      <p:to>
                                        <p:strVal val="visible"/>
                                      </p:to>
                                    </p:set>
                                    <p:anim calcmode="lin" valueType="num">
                                      <p:cBhvr additive="base">
                                        <p:cTn id="130" dur="500" fill="hold"/>
                                        <p:tgtEl>
                                          <p:spTgt spid="4"/>
                                        </p:tgtEl>
                                        <p:attrNameLst>
                                          <p:attrName>ppt_x</p:attrName>
                                        </p:attrNameLst>
                                      </p:cBhvr>
                                      <p:tavLst>
                                        <p:tav tm="0">
                                          <p:val>
                                            <p:strVal val="#ppt_x"/>
                                          </p:val>
                                        </p:tav>
                                        <p:tav tm="100000">
                                          <p:val>
                                            <p:strVal val="#ppt_x"/>
                                          </p:val>
                                        </p:tav>
                                      </p:tavLst>
                                    </p:anim>
                                    <p:anim calcmode="lin" valueType="num">
                                      <p:cBhvr additive="base">
                                        <p:cTn id="131"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 presetClass="entr" presetSubtype="4" fill="hold" grpId="0" nodeType="clickEffect">
                                  <p:stCondLst>
                                    <p:cond delay="0"/>
                                  </p:stCondLst>
                                  <p:childTnLst>
                                    <p:set>
                                      <p:cBhvr>
                                        <p:cTn id="135" dur="1" fill="hold">
                                          <p:stCondLst>
                                            <p:cond delay="0"/>
                                          </p:stCondLst>
                                        </p:cTn>
                                        <p:tgtEl>
                                          <p:spTgt spid="149557"/>
                                        </p:tgtEl>
                                        <p:attrNameLst>
                                          <p:attrName>style.visibility</p:attrName>
                                        </p:attrNameLst>
                                      </p:cBhvr>
                                      <p:to>
                                        <p:strVal val="visible"/>
                                      </p:to>
                                    </p:set>
                                    <p:anim calcmode="lin" valueType="num">
                                      <p:cBhvr additive="base">
                                        <p:cTn id="136" dur="500" fill="hold"/>
                                        <p:tgtEl>
                                          <p:spTgt spid="149557"/>
                                        </p:tgtEl>
                                        <p:attrNameLst>
                                          <p:attrName>ppt_x</p:attrName>
                                        </p:attrNameLst>
                                      </p:cBhvr>
                                      <p:tavLst>
                                        <p:tav tm="0">
                                          <p:val>
                                            <p:strVal val="#ppt_x"/>
                                          </p:val>
                                        </p:tav>
                                        <p:tav tm="100000">
                                          <p:val>
                                            <p:strVal val="#ppt_x"/>
                                          </p:val>
                                        </p:tav>
                                      </p:tavLst>
                                    </p:anim>
                                    <p:anim calcmode="lin" valueType="num">
                                      <p:cBhvr additive="base">
                                        <p:cTn id="137" dur="500" fill="hold"/>
                                        <p:tgtEl>
                                          <p:spTgt spid="149557"/>
                                        </p:tgtEl>
                                        <p:attrNameLst>
                                          <p:attrName>ppt_y</p:attrName>
                                        </p:attrNameLst>
                                      </p:cBhvr>
                                      <p:tavLst>
                                        <p:tav tm="0">
                                          <p:val>
                                            <p:strVal val="1+#ppt_h/2"/>
                                          </p:val>
                                        </p:tav>
                                        <p:tav tm="100000">
                                          <p:val>
                                            <p:strVal val="#ppt_y"/>
                                          </p:val>
                                        </p:tav>
                                      </p:tavLst>
                                    </p:anim>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102"/>
                                        </p:tgtEl>
                                        <p:attrNameLst>
                                          <p:attrName>style.visibility</p:attrName>
                                        </p:attrNameLst>
                                      </p:cBhvr>
                                      <p:to>
                                        <p:strVal val="visible"/>
                                      </p:to>
                                    </p:set>
                                    <p:animEffect transition="in" filter="wipe(left)">
                                      <p:cBhvr>
                                        <p:cTn id="142"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51" grpId="0" autoUpdateAnimBg="0"/>
      <p:bldP spid="149552" grpId="0" animBg="1" autoUpdateAnimBg="0"/>
      <p:bldP spid="149553" grpId="0" autoUpdateAnimBg="0"/>
      <p:bldP spid="149554" grpId="0" autoUpdateAnimBg="0"/>
      <p:bldP spid="149555" grpId="0" autoUpdateAnimBg="0"/>
      <p:bldP spid="149556" grpId="0" autoUpdateAnimBg="0"/>
      <p:bldP spid="149557" grpId="0" autoUpdateAnimBg="0"/>
      <p:bldP spid="63" grpId="0" animBg="1"/>
      <p:bldP spid="64" grpId="0" animBg="1"/>
      <p:bldP spid="65" grpId="0" autoUpdateAnimBg="0"/>
      <p:bldP spid="66" grpId="0" autoUpdateAnimBg="0"/>
      <p:bldP spid="82" grpId="0" autoUpdateAnimBg="0"/>
      <p:bldP spid="86" grpId="0" animBg="1"/>
      <p:bldP spid="93" grpId="0" animBg="1"/>
      <p:bldP spid="94" grpId="0" animBg="1"/>
      <p:bldP spid="95" grpId="0" animBg="1"/>
      <p:bldP spid="10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31"/>
          <p:cNvPicPr>
            <a:picLocks noChangeAspect="1" noChangeArrowheads="1"/>
          </p:cNvPicPr>
          <p:nvPr/>
        </p:nvPicPr>
        <p:blipFill>
          <a:blip r:embed="rId2"/>
          <a:srcRect/>
          <a:stretch>
            <a:fillRect/>
          </a:stretch>
        </p:blipFill>
        <p:spPr bwMode="auto">
          <a:xfrm>
            <a:off x="1524001" y="1274763"/>
            <a:ext cx="5768975" cy="4603750"/>
          </a:xfrm>
          <a:prstGeom prst="rect">
            <a:avLst/>
          </a:prstGeom>
          <a:noFill/>
          <a:ln w="28575" algn="ctr">
            <a:noFill/>
            <a:miter lim="800000"/>
            <a:headEnd/>
            <a:tailEnd/>
          </a:ln>
        </p:spPr>
      </p:pic>
      <p:sp>
        <p:nvSpPr>
          <p:cNvPr id="25602" name="矩形 1"/>
          <p:cNvSpPr>
            <a:spLocks noChangeArrowheads="1"/>
          </p:cNvSpPr>
          <p:nvPr/>
        </p:nvSpPr>
        <p:spPr bwMode="auto">
          <a:xfrm>
            <a:off x="1524001" y="395287"/>
            <a:ext cx="4699000" cy="584200"/>
          </a:xfrm>
          <a:prstGeom prst="rect">
            <a:avLst/>
          </a:prstGeom>
          <a:noFill/>
          <a:ln w="9525">
            <a:noFill/>
            <a:miter lim="800000"/>
            <a:headEnd/>
            <a:tailEnd/>
          </a:ln>
        </p:spPr>
        <p:txBody>
          <a:bodyPr wrap="none">
            <a:spAutoFit/>
          </a:bodyPr>
          <a:lstStyle/>
          <a:p>
            <a:pPr eaLnBrk="1" hangingPunct="1">
              <a:defRPr/>
            </a:pPr>
            <a:r>
              <a:rPr lang="zh-CN" altLang="en-US" sz="3200" b="1" dirty="0">
                <a:latin typeface="+mn-ea"/>
                <a:ea typeface="+mn-ea"/>
              </a:rPr>
              <a:t>圆柱与圆柱相贯投影举例</a:t>
            </a:r>
          </a:p>
        </p:txBody>
      </p:sp>
      <p:pic>
        <p:nvPicPr>
          <p:cNvPr id="3" name="图片 2" descr="圆柱相贯1.jpg"/>
          <p:cNvPicPr>
            <a:picLocks noChangeAspect="1"/>
          </p:cNvPicPr>
          <p:nvPr/>
        </p:nvPicPr>
        <p:blipFill>
          <a:blip r:embed="rId3"/>
          <a:srcRect/>
          <a:stretch>
            <a:fillRect/>
          </a:stretch>
        </p:blipFill>
        <p:spPr bwMode="auto">
          <a:xfrm>
            <a:off x="6602414" y="3575050"/>
            <a:ext cx="3114675" cy="2482850"/>
          </a:xfrm>
          <a:prstGeom prst="rect">
            <a:avLst/>
          </a:prstGeom>
          <a:noFill/>
          <a:ln w="9525">
            <a:noFill/>
            <a:miter lim="800000"/>
            <a:headEnd/>
            <a:tailEnd/>
          </a:ln>
        </p:spPr>
      </p:pic>
      <p:pic>
        <p:nvPicPr>
          <p:cNvPr id="4" name="图片 3" descr="圆柱相贯2.jpg"/>
          <p:cNvPicPr>
            <a:picLocks noChangeAspect="1"/>
          </p:cNvPicPr>
          <p:nvPr/>
        </p:nvPicPr>
        <p:blipFill>
          <a:blip r:embed="rId4"/>
          <a:srcRect/>
          <a:stretch>
            <a:fillRect/>
          </a:stretch>
        </p:blipFill>
        <p:spPr bwMode="auto">
          <a:xfrm>
            <a:off x="6931025" y="3465513"/>
            <a:ext cx="2959100" cy="2716212"/>
          </a:xfrm>
          <a:prstGeom prst="rect">
            <a:avLst/>
          </a:prstGeom>
          <a:noFill/>
          <a:ln w="9525">
            <a:noFill/>
            <a:miter lim="800000"/>
            <a:headEnd/>
            <a:tailEnd/>
          </a:ln>
        </p:spPr>
      </p:pic>
      <p:pic>
        <p:nvPicPr>
          <p:cNvPr id="6" name="图片 5" descr="圆柱相贯4.jpg"/>
          <p:cNvPicPr>
            <a:picLocks noChangeAspect="1"/>
          </p:cNvPicPr>
          <p:nvPr/>
        </p:nvPicPr>
        <p:blipFill>
          <a:blip r:embed="rId5"/>
          <a:srcRect/>
          <a:stretch>
            <a:fillRect/>
          </a:stretch>
        </p:blipFill>
        <p:spPr bwMode="auto">
          <a:xfrm>
            <a:off x="6967538" y="3100388"/>
            <a:ext cx="2957512" cy="2957512"/>
          </a:xfrm>
          <a:prstGeom prst="rect">
            <a:avLst/>
          </a:prstGeom>
          <a:noFill/>
          <a:ln w="9525">
            <a:noFill/>
            <a:miter lim="800000"/>
            <a:headEnd/>
            <a:tailEnd/>
          </a:ln>
        </p:spPr>
      </p:pic>
      <p:pic>
        <p:nvPicPr>
          <p:cNvPr id="5" name="图片 4" descr="圆柱相贯3.jpg"/>
          <p:cNvPicPr>
            <a:picLocks noChangeAspect="1"/>
          </p:cNvPicPr>
          <p:nvPr/>
        </p:nvPicPr>
        <p:blipFill>
          <a:blip r:embed="rId6"/>
          <a:srcRect/>
          <a:stretch>
            <a:fillRect/>
          </a:stretch>
        </p:blipFill>
        <p:spPr bwMode="auto">
          <a:xfrm rot="8994139">
            <a:off x="6795366" y="3244095"/>
            <a:ext cx="3495675" cy="293528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ou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Box 2"/>
          <p:cNvSpPr txBox="1">
            <a:spLocks noChangeArrowheads="1"/>
          </p:cNvSpPr>
          <p:nvPr>
            <p:custDataLst>
              <p:tags r:id="rId2"/>
            </p:custDataLst>
          </p:nvPr>
        </p:nvSpPr>
        <p:spPr bwMode="auto">
          <a:xfrm>
            <a:off x="2444750" y="1384300"/>
            <a:ext cx="7083472" cy="693738"/>
          </a:xfrm>
          <a:prstGeom prst="rect">
            <a:avLst/>
          </a:prstGeom>
          <a:noFill/>
          <a:ln w="9525">
            <a:noFill/>
            <a:miter lim="800000"/>
            <a:headEnd/>
            <a:tailEnd/>
          </a:ln>
        </p:spPr>
        <p:txBody>
          <a:bodyPr anchor="ctr"/>
          <a:lstStyle/>
          <a:p>
            <a:pPr marL="457200" indent="-457200" eaLnBrk="1" hangingPunct="1"/>
            <a:r>
              <a:rPr lang="zh-CN" altLang="en-US" sz="2600" dirty="0">
                <a:solidFill>
                  <a:srgbClr val="000000"/>
                </a:solidFill>
                <a:latin typeface="黑体" pitchFamily="49" charset="-122"/>
                <a:ea typeface="黑体" pitchFamily="49" charset="-122"/>
                <a:sym typeface="Microsoft Yahei" pitchFamily="34" charset="-122"/>
              </a:rPr>
              <a:t>求相贯线投影的画图步骤正确的是？</a:t>
            </a:r>
          </a:p>
        </p:txBody>
      </p:sp>
      <p:sp>
        <p:nvSpPr>
          <p:cNvPr id="50179" name="TextBox 3"/>
          <p:cNvSpPr txBox="1">
            <a:spLocks noChangeArrowheads="1"/>
          </p:cNvSpPr>
          <p:nvPr>
            <p:custDataLst>
              <p:tags r:id="rId3"/>
            </p:custDataLst>
          </p:nvPr>
        </p:nvSpPr>
        <p:spPr bwMode="auto">
          <a:xfrm>
            <a:off x="3352799" y="2786064"/>
            <a:ext cx="5919832" cy="642937"/>
          </a:xfrm>
          <a:prstGeom prst="rect">
            <a:avLst/>
          </a:prstGeom>
          <a:noFill/>
          <a:ln w="9525">
            <a:noFill/>
            <a:miter lim="800000"/>
            <a:headEnd/>
            <a:tailEnd/>
          </a:ln>
        </p:spPr>
        <p:txBody>
          <a:bodyPr anchor="ctr"/>
          <a:lstStyle/>
          <a:p>
            <a:pPr marL="457200" indent="-457200" eaLnBrk="1" hangingPunct="1"/>
            <a:r>
              <a:rPr lang="zh-CN" altLang="en-US" sz="2400" b="1" dirty="0"/>
              <a:t>利用积聚性，采用表面取点法找特殊点</a:t>
            </a:r>
            <a:endParaRPr lang="zh-CN" altLang="en-US" sz="2600" b="1" dirty="0">
              <a:solidFill>
                <a:srgbClr val="000000"/>
              </a:solidFill>
              <a:latin typeface="黑体" pitchFamily="49" charset="-122"/>
              <a:ea typeface="黑体" pitchFamily="49" charset="-122"/>
              <a:sym typeface="Microsoft Yahei" pitchFamily="34" charset="-122"/>
            </a:endParaRPr>
          </a:p>
        </p:txBody>
      </p:sp>
      <p:sp>
        <p:nvSpPr>
          <p:cNvPr id="50180" name="TextBox 4"/>
          <p:cNvSpPr txBox="1">
            <a:spLocks noChangeArrowheads="1"/>
          </p:cNvSpPr>
          <p:nvPr>
            <p:custDataLst>
              <p:tags r:id="rId4"/>
            </p:custDataLst>
          </p:nvPr>
        </p:nvSpPr>
        <p:spPr bwMode="auto">
          <a:xfrm>
            <a:off x="3352801" y="3643314"/>
            <a:ext cx="4532337" cy="642937"/>
          </a:xfrm>
          <a:prstGeom prst="rect">
            <a:avLst/>
          </a:prstGeom>
          <a:noFill/>
          <a:ln w="9525">
            <a:noFill/>
            <a:miter lim="800000"/>
            <a:headEnd/>
            <a:tailEnd/>
          </a:ln>
        </p:spPr>
        <p:txBody>
          <a:bodyPr anchor="ctr"/>
          <a:lstStyle/>
          <a:p>
            <a:pPr marL="457200" indent="-457200" eaLnBrk="1" hangingPunct="1"/>
            <a:r>
              <a:rPr lang="zh-CN" altLang="en-US" sz="2600" b="1" dirty="0">
                <a:latin typeface="+mn-ea"/>
                <a:ea typeface="+mn-ea"/>
                <a:sym typeface="Microsoft Yahei" pitchFamily="34" charset="-122"/>
              </a:rPr>
              <a:t>补充中间点，光滑连接</a:t>
            </a:r>
          </a:p>
        </p:txBody>
      </p:sp>
      <p:sp>
        <p:nvSpPr>
          <p:cNvPr id="50181" name="TextBox 5"/>
          <p:cNvSpPr txBox="1">
            <a:spLocks noChangeArrowheads="1"/>
          </p:cNvSpPr>
          <p:nvPr>
            <p:custDataLst>
              <p:tags r:id="rId5"/>
            </p:custDataLst>
          </p:nvPr>
        </p:nvSpPr>
        <p:spPr bwMode="auto">
          <a:xfrm>
            <a:off x="3352800" y="4500564"/>
            <a:ext cx="6400800" cy="642937"/>
          </a:xfrm>
          <a:prstGeom prst="rect">
            <a:avLst/>
          </a:prstGeom>
          <a:noFill/>
          <a:ln w="9525">
            <a:noFill/>
            <a:miter lim="800000"/>
            <a:headEnd/>
            <a:tailEnd/>
          </a:ln>
        </p:spPr>
        <p:txBody>
          <a:bodyPr anchor="ctr"/>
          <a:lstStyle/>
          <a:p>
            <a:pPr marL="457200" indent="-457200" eaLnBrk="1" hangingPunct="1"/>
            <a:r>
              <a:rPr lang="en-US" altLang="zh-CN" sz="2600" dirty="0">
                <a:solidFill>
                  <a:srgbClr val="000000"/>
                </a:solidFill>
                <a:latin typeface="黑体" pitchFamily="49" charset="-122"/>
                <a:ea typeface="黑体" pitchFamily="49" charset="-122"/>
                <a:sym typeface="Microsoft Yahei" pitchFamily="34" charset="-122"/>
              </a:rPr>
              <a:t>A</a:t>
            </a:r>
            <a:r>
              <a:rPr lang="zh-CN" altLang="en-US" sz="2600" dirty="0">
                <a:solidFill>
                  <a:srgbClr val="000000"/>
                </a:solidFill>
                <a:latin typeface="黑体" pitchFamily="49" charset="-122"/>
                <a:ea typeface="黑体" pitchFamily="49" charset="-122"/>
                <a:sym typeface="Microsoft Yahei" pitchFamily="34" charset="-122"/>
              </a:rPr>
              <a:t>、</a:t>
            </a:r>
            <a:r>
              <a:rPr lang="en-US" altLang="zh-CN" sz="2600" dirty="0">
                <a:solidFill>
                  <a:srgbClr val="000000"/>
                </a:solidFill>
                <a:latin typeface="黑体" pitchFamily="49" charset="-122"/>
                <a:ea typeface="黑体" pitchFamily="49" charset="-122"/>
                <a:sym typeface="Microsoft Yahei" pitchFamily="34" charset="-122"/>
              </a:rPr>
              <a:t>B</a:t>
            </a:r>
            <a:r>
              <a:rPr lang="zh-CN" altLang="en-US" sz="2600" dirty="0">
                <a:solidFill>
                  <a:srgbClr val="000000"/>
                </a:solidFill>
                <a:latin typeface="黑体" pitchFamily="49" charset="-122"/>
                <a:ea typeface="黑体" pitchFamily="49" charset="-122"/>
                <a:sym typeface="Microsoft Yahei" pitchFamily="34" charset="-122"/>
              </a:rPr>
              <a:t>、都对</a:t>
            </a:r>
          </a:p>
        </p:txBody>
      </p:sp>
      <p:sp>
        <p:nvSpPr>
          <p:cNvPr id="50183" name="椭圆 7"/>
          <p:cNvSpPr>
            <a:spLocks noChangeAspect="1"/>
          </p:cNvSpPr>
          <p:nvPr>
            <p:custDataLst>
              <p:tags r:id="rId6"/>
            </p:custDataLst>
          </p:nvPr>
        </p:nvSpPr>
        <p:spPr bwMode="auto">
          <a:xfrm>
            <a:off x="2638425" y="2849563"/>
            <a:ext cx="514350" cy="514350"/>
          </a:xfrm>
          <a:prstGeom prst="ellipse">
            <a:avLst/>
          </a:prstGeom>
          <a:solidFill>
            <a:srgbClr val="808080"/>
          </a:solidFill>
          <a:ln w="127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sym typeface="Microsoft Yahei" pitchFamily="34" charset="-122"/>
              </a:rPr>
              <a:t>A</a:t>
            </a:r>
            <a:endParaRPr lang="zh-CN" altLang="en-US" sz="1600">
              <a:solidFill>
                <a:srgbClr val="FFFFFF"/>
              </a:solidFill>
              <a:latin typeface="Microsoft Yahei" pitchFamily="34" charset="-122"/>
              <a:sym typeface="Microsoft Yahei" pitchFamily="34" charset="-122"/>
            </a:endParaRPr>
          </a:p>
        </p:txBody>
      </p:sp>
      <p:sp>
        <p:nvSpPr>
          <p:cNvPr id="50184" name="椭圆 8"/>
          <p:cNvSpPr>
            <a:spLocks noChangeAspect="1"/>
          </p:cNvSpPr>
          <p:nvPr>
            <p:custDataLst>
              <p:tags r:id="rId7"/>
            </p:custDataLst>
          </p:nvPr>
        </p:nvSpPr>
        <p:spPr bwMode="auto">
          <a:xfrm>
            <a:off x="2638425" y="3706813"/>
            <a:ext cx="514350" cy="514350"/>
          </a:xfrm>
          <a:prstGeom prst="ellipse">
            <a:avLst/>
          </a:prstGeom>
          <a:solidFill>
            <a:srgbClr val="808080"/>
          </a:solidFill>
          <a:ln w="127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sym typeface="Microsoft Yahei" pitchFamily="34" charset="-122"/>
              </a:rPr>
              <a:t>B</a:t>
            </a:r>
            <a:endParaRPr lang="zh-CN" altLang="en-US" sz="1600">
              <a:solidFill>
                <a:srgbClr val="FFFFFF"/>
              </a:solidFill>
              <a:latin typeface="Microsoft Yahei" pitchFamily="34" charset="-122"/>
              <a:sym typeface="Microsoft Yahei" pitchFamily="34" charset="-122"/>
            </a:endParaRPr>
          </a:p>
        </p:txBody>
      </p:sp>
      <p:sp>
        <p:nvSpPr>
          <p:cNvPr id="50185" name="椭圆 9"/>
          <p:cNvSpPr>
            <a:spLocks noChangeAspect="1"/>
          </p:cNvSpPr>
          <p:nvPr>
            <p:custDataLst>
              <p:tags r:id="rId8"/>
            </p:custDataLst>
          </p:nvPr>
        </p:nvSpPr>
        <p:spPr bwMode="auto">
          <a:xfrm>
            <a:off x="2638425" y="4564063"/>
            <a:ext cx="514350" cy="514350"/>
          </a:xfrm>
          <a:prstGeom prst="ellipse">
            <a:avLst/>
          </a:prstGeom>
          <a:solidFill>
            <a:srgbClr val="00FF00"/>
          </a:solidFill>
          <a:ln w="254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sym typeface="Microsoft Yahei" pitchFamily="34" charset="-122"/>
              </a:rPr>
              <a:t>C</a:t>
            </a:r>
            <a:endParaRPr lang="zh-CN" altLang="en-US" sz="1600">
              <a:solidFill>
                <a:srgbClr val="FFFFFF"/>
              </a:solidFill>
              <a:latin typeface="Microsoft Yahei" pitchFamily="34" charset="-122"/>
              <a:sym typeface="Microsoft Yahei" pitchFamily="34" charset="-122"/>
            </a:endParaRPr>
          </a:p>
        </p:txBody>
      </p:sp>
      <p:sp>
        <p:nvSpPr>
          <p:cNvPr id="50187" name="圆角矩形 11"/>
          <p:cNvSpPr>
            <a:spLocks noChangeArrowheads="1"/>
          </p:cNvSpPr>
          <p:nvPr>
            <p:custDataLst>
              <p:tags r:id="rId9"/>
            </p:custDataLst>
          </p:nvPr>
        </p:nvSpPr>
        <p:spPr bwMode="auto">
          <a:xfrm>
            <a:off x="7696200" y="6215063"/>
            <a:ext cx="1543050" cy="411162"/>
          </a:xfrm>
          <a:prstGeom prst="roundRect">
            <a:avLst>
              <a:gd name="adj" fmla="val 16667"/>
            </a:avLst>
          </a:prstGeom>
          <a:solidFill>
            <a:srgbClr val="808080"/>
          </a:solidFill>
          <a:ln w="38100">
            <a:solidFill>
              <a:srgbClr val="000000"/>
            </a:solidFill>
            <a:miter lim="800000"/>
            <a:headEnd/>
            <a:tailEnd/>
          </a:ln>
        </p:spPr>
        <p:txBody>
          <a:bodyPr anchor="ctr" anchorCtr="1"/>
          <a:lstStyle/>
          <a:p>
            <a:pPr algn="ctr"/>
            <a:r>
              <a:rPr lang="zh-CN" altLang="en-US" sz="1600">
                <a:solidFill>
                  <a:srgbClr val="FFFFFF"/>
                </a:solidFill>
                <a:latin typeface="Microsoft Yahei" pitchFamily="34" charset="-122"/>
                <a:sym typeface="Microsoft Yahei" pitchFamily="34" charset="-122"/>
              </a:rPr>
              <a:t>提交</a:t>
            </a:r>
          </a:p>
        </p:txBody>
      </p:sp>
      <p:grpSp>
        <p:nvGrpSpPr>
          <p:cNvPr id="2" name="组合 16"/>
          <p:cNvGrpSpPr>
            <a:grpSpLocks/>
          </p:cNvGrpSpPr>
          <p:nvPr>
            <p:custDataLst>
              <p:tags r:id="rId10"/>
            </p:custDataLst>
          </p:nvPr>
        </p:nvGrpSpPr>
        <p:grpSpPr bwMode="auto">
          <a:xfrm>
            <a:off x="0" y="0"/>
            <a:ext cx="9144000" cy="635000"/>
            <a:chOff x="-1524000" y="0"/>
            <a:chExt cx="9144000" cy="635000"/>
          </a:xfrm>
        </p:grpSpPr>
        <p:sp>
          <p:nvSpPr>
            <p:cNvPr id="50191" name="TitleBackground"/>
            <p:cNvSpPr>
              <a:spLocks noChangeArrowheads="1"/>
            </p:cNvSpPr>
            <p:nvPr>
              <p:custDataLst>
                <p:tags r:id="rId12"/>
              </p:custDataLst>
            </p:nvPr>
          </p:nvSpPr>
          <p:spPr bwMode="auto">
            <a:xfrm>
              <a:off x="-1524000" y="0"/>
              <a:ext cx="9144000" cy="635000"/>
            </a:xfrm>
            <a:prstGeom prst="rect">
              <a:avLst/>
            </a:prstGeom>
            <a:solidFill>
              <a:srgbClr val="F6F7F8"/>
            </a:solidFill>
            <a:ln w="9525">
              <a:noFill/>
              <a:miter lim="800000"/>
              <a:headEnd/>
              <a:tailEnd/>
            </a:ln>
          </p:spPr>
          <p:txBody>
            <a:bodyPr anchor="ctr"/>
            <a:lstStyle/>
            <a:p>
              <a:pPr algn="ctr"/>
              <a:endParaRPr lang="zh-CN" altLang="en-US" sz="3600">
                <a:solidFill>
                  <a:schemeClr val="tx2"/>
                </a:solidFill>
                <a:latin typeface="宋体" pitchFamily="2" charset="-122"/>
              </a:endParaRPr>
            </a:p>
          </p:txBody>
        </p:sp>
        <p:sp>
          <p:nvSpPr>
            <p:cNvPr id="50192" name="ColorBlock"/>
            <p:cNvSpPr>
              <a:spLocks noChangeArrowheads="1"/>
            </p:cNvSpPr>
            <p:nvPr>
              <p:custDataLst>
                <p:tags r:id="rId13"/>
              </p:custDataLst>
            </p:nvPr>
          </p:nvSpPr>
          <p:spPr bwMode="auto">
            <a:xfrm>
              <a:off x="-1524000" y="0"/>
              <a:ext cx="190500" cy="635000"/>
            </a:xfrm>
            <a:prstGeom prst="rect">
              <a:avLst/>
            </a:prstGeom>
            <a:solidFill>
              <a:srgbClr val="639EF4"/>
            </a:solidFill>
            <a:ln w="9525">
              <a:noFill/>
              <a:miter lim="800000"/>
              <a:headEnd/>
              <a:tailEnd/>
            </a:ln>
          </p:spPr>
          <p:txBody>
            <a:bodyPr anchor="ctr"/>
            <a:lstStyle/>
            <a:p>
              <a:pPr algn="ctr"/>
              <a:endParaRPr lang="zh-CN" altLang="en-US" sz="3600">
                <a:solidFill>
                  <a:schemeClr val="tx2"/>
                </a:solidFill>
                <a:latin typeface="宋体" pitchFamily="2" charset="-122"/>
              </a:endParaRPr>
            </a:p>
          </p:txBody>
        </p:sp>
        <p:sp>
          <p:nvSpPr>
            <p:cNvPr id="50193" name="TypeText"/>
            <p:cNvSpPr txBox="1">
              <a:spLocks noChangeArrowheads="1"/>
            </p:cNvSpPr>
            <p:nvPr>
              <p:custDataLst>
                <p:tags r:id="rId14"/>
              </p:custDataLst>
            </p:nvPr>
          </p:nvSpPr>
          <p:spPr bwMode="auto">
            <a:xfrm>
              <a:off x="-1270000" y="0"/>
              <a:ext cx="1905000" cy="635000"/>
            </a:xfrm>
            <a:prstGeom prst="rect">
              <a:avLst/>
            </a:prstGeom>
            <a:noFill/>
            <a:ln w="9525">
              <a:noFill/>
              <a:miter lim="800000"/>
              <a:headEnd/>
              <a:tailEnd/>
            </a:ln>
          </p:spPr>
          <p:txBody>
            <a:bodyPr wrap="none" anchor="ctr"/>
            <a:lstStyle/>
            <a:p>
              <a:pPr marL="457200" indent="-457200" eaLnBrk="1" hangingPunct="1"/>
              <a:r>
                <a:rPr lang="zh-CN" altLang="en-US" sz="2600">
                  <a:solidFill>
                    <a:srgbClr val="000000"/>
                  </a:solidFill>
                  <a:latin typeface="Microsoft Yahei" pitchFamily="34" charset="-122"/>
                  <a:sym typeface="Microsoft Yahei" pitchFamily="34" charset="-122"/>
                </a:rPr>
                <a:t>单选题</a:t>
              </a:r>
            </a:p>
          </p:txBody>
        </p:sp>
        <p:sp>
          <p:nvSpPr>
            <p:cNvPr id="50194" name="TipText"/>
            <p:cNvSpPr txBox="1">
              <a:spLocks noChangeArrowheads="1"/>
            </p:cNvSpPr>
            <p:nvPr>
              <p:custDataLst>
                <p:tags r:id="rId15"/>
              </p:custDataLst>
            </p:nvPr>
          </p:nvSpPr>
          <p:spPr bwMode="auto">
            <a:xfrm>
              <a:off x="1905" y="109220"/>
              <a:ext cx="2286000" cy="508000"/>
            </a:xfrm>
            <a:prstGeom prst="rect">
              <a:avLst/>
            </a:prstGeom>
            <a:noFill/>
            <a:ln w="9525">
              <a:noFill/>
              <a:miter lim="800000"/>
              <a:headEnd/>
              <a:tailEnd/>
            </a:ln>
          </p:spPr>
          <p:txBody>
            <a:bodyPr vert="horz" wrap="none" anchor="ctr" anchorCtr="0">
              <a:noAutofit/>
            </a:bodyPr>
            <a:lstStyle/>
            <a:p>
              <a:pPr marL="457200" indent="-457200" eaLnBrk="1" hangingPunct="1"/>
              <a:r>
                <a:rPr lang="en-US" altLang="zh-CN" sz="2000">
                  <a:solidFill>
                    <a:srgbClr val="808080"/>
                  </a:solidFill>
                  <a:latin typeface="Microsoft Yahei"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itchFamily="34" charset="-122"/>
                  <a:ea typeface="Microsoft Yahei" panose="020B0503020204020204" pitchFamily="34" charset="-122"/>
                  <a:sym typeface="Microsoft Yahei" panose="020B0503020204020204" pitchFamily="34" charset="-122"/>
                </a:rPr>
                <a:t>分</a:t>
              </a:r>
            </a:p>
          </p:txBody>
        </p:sp>
      </p:grpSp>
      <p:pic>
        <p:nvPicPr>
          <p:cNvPr id="50190" name="图片 1" descr="tmp27FD.tmp"/>
          <p:cNvPicPr>
            <a:picLocks/>
          </p:cNvPicPr>
          <p:nvPr>
            <p:custDataLst>
              <p:tags r:id="rId11"/>
            </p:custDataLst>
          </p:nvPr>
        </p:nvPicPr>
        <p:blipFill>
          <a:blip r:embed="rId17"/>
          <a:srcRect/>
          <a:stretch>
            <a:fillRect/>
          </a:stretch>
        </p:blipFill>
        <p:spPr bwMode="auto">
          <a:xfrm>
            <a:off x="10642600" y="63500"/>
            <a:ext cx="1422400" cy="5080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817764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1585913" y="165100"/>
            <a:ext cx="1565275" cy="641350"/>
          </a:xfrm>
          <a:prstGeom prst="rect">
            <a:avLst/>
          </a:prstGeom>
          <a:noFill/>
          <a:ln w="19050">
            <a:noFill/>
            <a:miter lim="800000"/>
            <a:headEnd/>
            <a:tailEnd/>
          </a:ln>
        </p:spPr>
        <p:txBody>
          <a:bodyPr anchor="ctr">
            <a:spAutoFit/>
          </a:bodyPr>
          <a:lstStyle/>
          <a:p>
            <a:pPr eaLnBrk="1" hangingPunct="1"/>
            <a:r>
              <a:rPr lang="zh-CN" altLang="en-US" sz="3600" dirty="0">
                <a:latin typeface="Times New Roman" pitchFamily="18" charset="0"/>
              </a:rPr>
              <a:t>讨论：</a:t>
            </a:r>
          </a:p>
        </p:txBody>
      </p:sp>
      <p:sp>
        <p:nvSpPr>
          <p:cNvPr id="151555" name="Text Box 3"/>
          <p:cNvSpPr txBox="1">
            <a:spLocks noChangeArrowheads="1"/>
          </p:cNvSpPr>
          <p:nvPr/>
        </p:nvSpPr>
        <p:spPr bwMode="auto">
          <a:xfrm>
            <a:off x="1831182" y="819150"/>
            <a:ext cx="3640138" cy="579438"/>
          </a:xfrm>
          <a:prstGeom prst="rect">
            <a:avLst/>
          </a:prstGeom>
          <a:noFill/>
          <a:ln w="19050">
            <a:noFill/>
            <a:miter lim="800000"/>
            <a:headEnd/>
            <a:tailEnd/>
          </a:ln>
        </p:spPr>
        <p:txBody>
          <a:bodyPr wrap="none" anchor="ctr">
            <a:spAutoFit/>
          </a:bodyPr>
          <a:lstStyle/>
          <a:p>
            <a:pPr eaLnBrk="1" hangingPunct="1"/>
            <a:r>
              <a:rPr lang="en-US" altLang="zh-CN" sz="3200" dirty="0"/>
              <a:t>⒈ </a:t>
            </a:r>
            <a:r>
              <a:rPr lang="zh-CN" altLang="en-US" sz="3200" dirty="0"/>
              <a:t>相贯线的产生：</a:t>
            </a:r>
          </a:p>
        </p:txBody>
      </p:sp>
      <p:sp>
        <p:nvSpPr>
          <p:cNvPr id="151556" name="Text Box 4"/>
          <p:cNvSpPr txBox="1">
            <a:spLocks noChangeArrowheads="1"/>
          </p:cNvSpPr>
          <p:nvPr/>
        </p:nvSpPr>
        <p:spPr bwMode="auto">
          <a:xfrm>
            <a:off x="1412875" y="1756429"/>
            <a:ext cx="2794000" cy="523220"/>
          </a:xfrm>
          <a:prstGeom prst="rect">
            <a:avLst/>
          </a:prstGeom>
          <a:noFill/>
          <a:ln w="19050">
            <a:noFill/>
            <a:miter lim="800000"/>
            <a:headEnd/>
            <a:tailEnd/>
          </a:ln>
        </p:spPr>
        <p:txBody>
          <a:bodyPr wrap="square" anchor="ctr">
            <a:spAutoFit/>
          </a:bodyPr>
          <a:lstStyle/>
          <a:p>
            <a:pPr eaLnBrk="1" hangingPunct="1"/>
            <a:r>
              <a:rPr lang="en-US" altLang="zh-CN" sz="2800" dirty="0"/>
              <a:t>◆</a:t>
            </a:r>
            <a:r>
              <a:rPr lang="zh-CN" altLang="en-US" sz="2800" dirty="0"/>
              <a:t>两外表面相交</a:t>
            </a:r>
          </a:p>
        </p:txBody>
      </p:sp>
      <p:sp>
        <p:nvSpPr>
          <p:cNvPr id="151557" name="Text Box 5"/>
          <p:cNvSpPr txBox="1">
            <a:spLocks noChangeArrowheads="1"/>
          </p:cNvSpPr>
          <p:nvPr/>
        </p:nvSpPr>
        <p:spPr bwMode="auto">
          <a:xfrm>
            <a:off x="4693622" y="1459535"/>
            <a:ext cx="2794000" cy="946150"/>
          </a:xfrm>
          <a:prstGeom prst="rect">
            <a:avLst/>
          </a:prstGeom>
          <a:noFill/>
          <a:ln w="19050">
            <a:noFill/>
            <a:miter lim="800000"/>
            <a:headEnd/>
            <a:tailEnd/>
          </a:ln>
        </p:spPr>
        <p:txBody>
          <a:bodyPr wrap="square" anchor="ctr">
            <a:spAutoFit/>
          </a:bodyPr>
          <a:lstStyle/>
          <a:p>
            <a:pPr algn="ctr" eaLnBrk="1" hangingPunct="1"/>
            <a:r>
              <a:rPr lang="en-US" altLang="zh-CN" sz="2800" dirty="0"/>
              <a:t>◆</a:t>
            </a:r>
            <a:r>
              <a:rPr lang="zh-CN" altLang="en-US" sz="2800" dirty="0"/>
              <a:t>一外表面与一内表面相交</a:t>
            </a:r>
          </a:p>
        </p:txBody>
      </p:sp>
      <p:sp>
        <p:nvSpPr>
          <p:cNvPr id="151558" name="Text Box 6"/>
          <p:cNvSpPr txBox="1">
            <a:spLocks noChangeArrowheads="1"/>
          </p:cNvSpPr>
          <p:nvPr/>
        </p:nvSpPr>
        <p:spPr bwMode="auto">
          <a:xfrm>
            <a:off x="7974369" y="1671000"/>
            <a:ext cx="2787651" cy="523220"/>
          </a:xfrm>
          <a:prstGeom prst="rect">
            <a:avLst/>
          </a:prstGeom>
          <a:noFill/>
          <a:ln w="19050">
            <a:noFill/>
            <a:miter lim="800000"/>
            <a:headEnd/>
            <a:tailEnd/>
          </a:ln>
        </p:spPr>
        <p:txBody>
          <a:bodyPr wrap="square" anchor="ctr">
            <a:spAutoFit/>
          </a:bodyPr>
          <a:lstStyle/>
          <a:p>
            <a:pPr eaLnBrk="1" hangingPunct="1"/>
            <a:r>
              <a:rPr lang="en-US" altLang="zh-CN" sz="2800" dirty="0"/>
              <a:t>◆</a:t>
            </a:r>
            <a:r>
              <a:rPr lang="zh-CN" altLang="en-US" sz="2800" dirty="0"/>
              <a:t>两内表面相交</a:t>
            </a:r>
          </a:p>
        </p:txBody>
      </p:sp>
      <p:pic>
        <p:nvPicPr>
          <p:cNvPr id="8" name="图片 7"/>
          <p:cNvPicPr>
            <a:picLocks noChangeAspect="1"/>
          </p:cNvPicPr>
          <p:nvPr/>
        </p:nvPicPr>
        <p:blipFill>
          <a:blip r:embed="rId2"/>
          <a:srcRect/>
          <a:stretch>
            <a:fillRect/>
          </a:stretch>
        </p:blipFill>
        <p:spPr bwMode="auto">
          <a:xfrm>
            <a:off x="1754188" y="4184651"/>
            <a:ext cx="2794000" cy="2646363"/>
          </a:xfrm>
          <a:prstGeom prst="rect">
            <a:avLst/>
          </a:prstGeom>
          <a:noFill/>
          <a:ln w="9525">
            <a:noFill/>
            <a:miter lim="800000"/>
            <a:headEnd/>
            <a:tailEnd/>
          </a:ln>
        </p:spPr>
      </p:pic>
      <p:pic>
        <p:nvPicPr>
          <p:cNvPr id="9" name="图片 8"/>
          <p:cNvPicPr>
            <a:picLocks noChangeAspect="1"/>
          </p:cNvPicPr>
          <p:nvPr/>
        </p:nvPicPr>
        <p:blipFill>
          <a:blip r:embed="rId3"/>
          <a:srcRect/>
          <a:stretch>
            <a:fillRect/>
          </a:stretch>
        </p:blipFill>
        <p:spPr bwMode="auto">
          <a:xfrm>
            <a:off x="2155826" y="2489200"/>
            <a:ext cx="1495425" cy="1485900"/>
          </a:xfrm>
          <a:prstGeom prst="rect">
            <a:avLst/>
          </a:prstGeom>
          <a:noFill/>
          <a:ln w="9525">
            <a:noFill/>
            <a:miter lim="800000"/>
            <a:headEnd/>
            <a:tailEnd/>
          </a:ln>
        </p:spPr>
      </p:pic>
      <p:pic>
        <p:nvPicPr>
          <p:cNvPr id="10" name="图片 9"/>
          <p:cNvPicPr>
            <a:picLocks noChangeAspect="1"/>
          </p:cNvPicPr>
          <p:nvPr/>
        </p:nvPicPr>
        <p:blipFill>
          <a:blip r:embed="rId4"/>
          <a:srcRect/>
          <a:stretch>
            <a:fillRect/>
          </a:stretch>
        </p:blipFill>
        <p:spPr bwMode="auto">
          <a:xfrm>
            <a:off x="5242284" y="2446338"/>
            <a:ext cx="1911350" cy="1484312"/>
          </a:xfrm>
          <a:prstGeom prst="rect">
            <a:avLst/>
          </a:prstGeom>
          <a:noFill/>
          <a:ln w="9525">
            <a:noFill/>
            <a:miter lim="800000"/>
            <a:headEnd/>
            <a:tailEnd/>
          </a:ln>
        </p:spPr>
      </p:pic>
      <p:pic>
        <p:nvPicPr>
          <p:cNvPr id="11" name="图片 10"/>
          <p:cNvPicPr>
            <a:picLocks noChangeAspect="1"/>
          </p:cNvPicPr>
          <p:nvPr/>
        </p:nvPicPr>
        <p:blipFill>
          <a:blip r:embed="rId5"/>
          <a:srcRect/>
          <a:stretch>
            <a:fillRect/>
          </a:stretch>
        </p:blipFill>
        <p:spPr bwMode="auto">
          <a:xfrm>
            <a:off x="5018447" y="4202113"/>
            <a:ext cx="2625725" cy="2468562"/>
          </a:xfrm>
          <a:prstGeom prst="rect">
            <a:avLst/>
          </a:prstGeom>
          <a:noFill/>
          <a:ln w="9525">
            <a:noFill/>
            <a:miter lim="800000"/>
            <a:headEnd/>
            <a:tailEnd/>
          </a:ln>
        </p:spPr>
      </p:pic>
      <p:pic>
        <p:nvPicPr>
          <p:cNvPr id="185" name="图片 184"/>
          <p:cNvPicPr>
            <a:picLocks noChangeAspect="1"/>
          </p:cNvPicPr>
          <p:nvPr/>
        </p:nvPicPr>
        <p:blipFill>
          <a:blip r:embed="rId6"/>
          <a:srcRect/>
          <a:stretch>
            <a:fillRect/>
          </a:stretch>
        </p:blipFill>
        <p:spPr bwMode="auto">
          <a:xfrm>
            <a:off x="8617173" y="2344738"/>
            <a:ext cx="1536700" cy="1697038"/>
          </a:xfrm>
          <a:prstGeom prst="rect">
            <a:avLst/>
          </a:prstGeom>
          <a:noFill/>
          <a:ln w="9525">
            <a:noFill/>
            <a:miter lim="800000"/>
            <a:headEnd/>
            <a:tailEnd/>
          </a:ln>
        </p:spPr>
      </p:pic>
      <p:pic>
        <p:nvPicPr>
          <p:cNvPr id="186" name="图片 185"/>
          <p:cNvPicPr>
            <a:picLocks noChangeAspect="1"/>
          </p:cNvPicPr>
          <p:nvPr/>
        </p:nvPicPr>
        <p:blipFill>
          <a:blip r:embed="rId7"/>
          <a:srcRect/>
          <a:stretch>
            <a:fillRect/>
          </a:stretch>
        </p:blipFill>
        <p:spPr bwMode="auto">
          <a:xfrm>
            <a:off x="8213154" y="4376739"/>
            <a:ext cx="2419350" cy="2262187"/>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51555">
                                            <p:txEl>
                                              <p:pRg st="0" end="0"/>
                                            </p:txEl>
                                          </p:spTgt>
                                        </p:tgtEl>
                                        <p:attrNameLst>
                                          <p:attrName>style.visibility</p:attrName>
                                        </p:attrNameLst>
                                      </p:cBhvr>
                                      <p:to>
                                        <p:strVal val="visible"/>
                                      </p:to>
                                    </p:set>
                                    <p:animEffect transition="in" filter="wipe(up)">
                                      <p:cBhvr>
                                        <p:cTn id="7" dur="75"/>
                                        <p:tgtEl>
                                          <p:spTgt spid="151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51556"/>
                                        </p:tgtEl>
                                        <p:attrNameLst>
                                          <p:attrName>style.visibility</p:attrName>
                                        </p:attrNameLst>
                                      </p:cBhvr>
                                      <p:to>
                                        <p:strVal val="visible"/>
                                      </p:to>
                                    </p:set>
                                    <p:animEffect transition="in" filter="strips(downRight)">
                                      <p:cBhvr>
                                        <p:cTn id="12" dur="500"/>
                                        <p:tgtEl>
                                          <p:spTgt spid="1515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9"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37"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arn(outVertical)">
                                      <p:cBhvr>
                                        <p:cTn id="23" dur="500"/>
                                        <p:tgtEl>
                                          <p:spTgt spid="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151557"/>
                                        </p:tgtEl>
                                        <p:attrNameLst>
                                          <p:attrName>style.visibility</p:attrName>
                                        </p:attrNameLst>
                                      </p:cBhvr>
                                      <p:to>
                                        <p:strVal val="visible"/>
                                      </p:to>
                                    </p:set>
                                    <p:animEffect transition="in" filter="strips(downRight)">
                                      <p:cBhvr>
                                        <p:cTn id="28" dur="500"/>
                                        <p:tgtEl>
                                          <p:spTgt spid="15155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1"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4" presetClass="entr" presetSubtype="1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randombar(horizontal)">
                                      <p:cBhvr>
                                        <p:cTn id="39" dur="500"/>
                                        <p:tgtEl>
                                          <p:spTgt spid="1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151558"/>
                                        </p:tgtEl>
                                        <p:attrNameLst>
                                          <p:attrName>style.visibility</p:attrName>
                                        </p:attrNameLst>
                                      </p:cBhvr>
                                      <p:to>
                                        <p:strVal val="visible"/>
                                      </p:to>
                                    </p:set>
                                    <p:animEffect transition="in" filter="strips(downRight)">
                                      <p:cBhvr>
                                        <p:cTn id="44" dur="500"/>
                                        <p:tgtEl>
                                          <p:spTgt spid="15155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1" fill="hold" nodeType="clickEffect">
                                  <p:stCondLst>
                                    <p:cond delay="0"/>
                                  </p:stCondLst>
                                  <p:childTnLst>
                                    <p:set>
                                      <p:cBhvr>
                                        <p:cTn id="48" dur="1" fill="hold">
                                          <p:stCondLst>
                                            <p:cond delay="0"/>
                                          </p:stCondLst>
                                        </p:cTn>
                                        <p:tgtEl>
                                          <p:spTgt spid="185"/>
                                        </p:tgtEl>
                                        <p:attrNameLst>
                                          <p:attrName>style.visibility</p:attrName>
                                        </p:attrNameLst>
                                      </p:cBhvr>
                                      <p:to>
                                        <p:strVal val="visible"/>
                                      </p:to>
                                    </p:set>
                                    <p:anim calcmode="lin" valueType="num">
                                      <p:cBhvr additive="base">
                                        <p:cTn id="49" dur="500" fill="hold"/>
                                        <p:tgtEl>
                                          <p:spTgt spid="185"/>
                                        </p:tgtEl>
                                        <p:attrNameLst>
                                          <p:attrName>ppt_x</p:attrName>
                                        </p:attrNameLst>
                                      </p:cBhvr>
                                      <p:tavLst>
                                        <p:tav tm="0">
                                          <p:val>
                                            <p:strVal val="#ppt_x"/>
                                          </p:val>
                                        </p:tav>
                                        <p:tav tm="100000">
                                          <p:val>
                                            <p:strVal val="#ppt_x"/>
                                          </p:val>
                                        </p:tav>
                                      </p:tavLst>
                                    </p:anim>
                                    <p:anim calcmode="lin" valueType="num">
                                      <p:cBhvr additive="base">
                                        <p:cTn id="50" dur="500" fill="hold"/>
                                        <p:tgtEl>
                                          <p:spTgt spid="185"/>
                                        </p:tgtEl>
                                        <p:attrNameLst>
                                          <p:attrName>ppt_y</p:attrName>
                                        </p:attrNameLst>
                                      </p:cBhvr>
                                      <p:tavLst>
                                        <p:tav tm="0">
                                          <p:val>
                                            <p:strVal val="0-#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186"/>
                                        </p:tgtEl>
                                        <p:attrNameLst>
                                          <p:attrName>style.visibility</p:attrName>
                                        </p:attrNameLst>
                                      </p:cBhvr>
                                      <p:to>
                                        <p:strVal val="visible"/>
                                      </p:to>
                                    </p:set>
                                    <p:animEffect transition="in" filter="wipe(up)">
                                      <p:cBhvr>
                                        <p:cTn id="55" dur="5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autoUpdateAnimBg="0"/>
      <p:bldP spid="151556" grpId="0" autoUpdateAnimBg="0"/>
      <p:bldP spid="151557" grpId="0" autoUpdateAnimBg="0"/>
      <p:bldP spid="151558"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1677194" y="545020"/>
            <a:ext cx="6983002" cy="584775"/>
          </a:xfrm>
          <a:prstGeom prst="rect">
            <a:avLst/>
          </a:prstGeom>
          <a:noFill/>
          <a:ln w="19050">
            <a:noFill/>
            <a:miter lim="800000"/>
            <a:headEnd/>
            <a:tailEnd/>
          </a:ln>
        </p:spPr>
        <p:txBody>
          <a:bodyPr wrap="none" anchor="ctr">
            <a:spAutoFit/>
          </a:bodyPr>
          <a:lstStyle/>
          <a:p>
            <a:pPr eaLnBrk="1" hangingPunct="1"/>
            <a:r>
              <a:rPr lang="en-US" altLang="zh-CN" sz="3200" b="1" dirty="0">
                <a:latin typeface="+mn-ea"/>
                <a:ea typeface="+mn-ea"/>
              </a:rPr>
              <a:t>⒉ </a:t>
            </a:r>
            <a:r>
              <a:rPr lang="zh-CN" altLang="en-US" sz="3200" b="1" dirty="0">
                <a:latin typeface="+mn-ea"/>
                <a:ea typeface="+mn-ea"/>
              </a:rPr>
              <a:t>两圆柱直径的变化对相贯线的影响</a:t>
            </a:r>
          </a:p>
        </p:txBody>
      </p:sp>
      <p:pic>
        <p:nvPicPr>
          <p:cNvPr id="3" name="图片 2"/>
          <p:cNvPicPr>
            <a:picLocks noChangeAspect="1"/>
          </p:cNvPicPr>
          <p:nvPr/>
        </p:nvPicPr>
        <p:blipFill>
          <a:blip r:embed="rId2"/>
          <a:srcRect r="69360"/>
          <a:stretch>
            <a:fillRect/>
          </a:stretch>
        </p:blipFill>
        <p:spPr bwMode="auto">
          <a:xfrm>
            <a:off x="1949451" y="3608389"/>
            <a:ext cx="2474913" cy="2447925"/>
          </a:xfrm>
          <a:prstGeom prst="rect">
            <a:avLst/>
          </a:prstGeom>
          <a:noFill/>
          <a:ln w="9525">
            <a:noFill/>
            <a:miter lim="800000"/>
            <a:headEnd/>
            <a:tailEnd/>
          </a:ln>
        </p:spPr>
      </p:pic>
      <p:pic>
        <p:nvPicPr>
          <p:cNvPr id="4" name="图片 3"/>
          <p:cNvPicPr>
            <a:picLocks noChangeAspect="1"/>
          </p:cNvPicPr>
          <p:nvPr/>
        </p:nvPicPr>
        <p:blipFill>
          <a:blip r:embed="rId2"/>
          <a:srcRect l="35989" r="33250"/>
          <a:stretch>
            <a:fillRect/>
          </a:stretch>
        </p:blipFill>
        <p:spPr bwMode="auto">
          <a:xfrm>
            <a:off x="7942264" y="3608389"/>
            <a:ext cx="2484437" cy="2447925"/>
          </a:xfrm>
          <a:prstGeom prst="rect">
            <a:avLst/>
          </a:prstGeom>
          <a:noFill/>
          <a:ln w="9525">
            <a:noFill/>
            <a:miter lim="800000"/>
            <a:headEnd/>
            <a:tailEnd/>
          </a:ln>
        </p:spPr>
      </p:pic>
      <p:pic>
        <p:nvPicPr>
          <p:cNvPr id="5" name="图片 4"/>
          <p:cNvPicPr>
            <a:picLocks noChangeAspect="1"/>
          </p:cNvPicPr>
          <p:nvPr/>
        </p:nvPicPr>
        <p:blipFill>
          <a:blip r:embed="rId2"/>
          <a:srcRect l="67386"/>
          <a:stretch>
            <a:fillRect/>
          </a:stretch>
        </p:blipFill>
        <p:spPr bwMode="auto">
          <a:xfrm>
            <a:off x="4872038" y="3608389"/>
            <a:ext cx="2633662" cy="2447925"/>
          </a:xfrm>
          <a:prstGeom prst="rect">
            <a:avLst/>
          </a:prstGeom>
          <a:noFill/>
          <a:ln w="9525">
            <a:noFill/>
            <a:miter lim="800000"/>
            <a:headEnd/>
            <a:tailEnd/>
          </a:ln>
        </p:spPr>
      </p:pic>
      <p:pic>
        <p:nvPicPr>
          <p:cNvPr id="10" name="图片 9"/>
          <p:cNvPicPr>
            <a:picLocks noChangeAspect="1"/>
          </p:cNvPicPr>
          <p:nvPr/>
        </p:nvPicPr>
        <p:blipFill>
          <a:blip r:embed="rId3"/>
          <a:srcRect/>
          <a:stretch>
            <a:fillRect/>
          </a:stretch>
        </p:blipFill>
        <p:spPr bwMode="auto">
          <a:xfrm>
            <a:off x="2251075" y="1770064"/>
            <a:ext cx="1982788" cy="1800225"/>
          </a:xfrm>
          <a:prstGeom prst="rect">
            <a:avLst/>
          </a:prstGeom>
          <a:noFill/>
          <a:ln w="9525">
            <a:noFill/>
            <a:miter lim="800000"/>
            <a:headEnd/>
            <a:tailEnd/>
          </a:ln>
        </p:spPr>
      </p:pic>
      <p:pic>
        <p:nvPicPr>
          <p:cNvPr id="11" name="图片 10"/>
          <p:cNvPicPr>
            <a:picLocks noChangeAspect="1"/>
          </p:cNvPicPr>
          <p:nvPr/>
        </p:nvPicPr>
        <p:blipFill>
          <a:blip r:embed="rId4"/>
          <a:srcRect/>
          <a:stretch>
            <a:fillRect/>
          </a:stretch>
        </p:blipFill>
        <p:spPr bwMode="auto">
          <a:xfrm>
            <a:off x="5119688" y="1778001"/>
            <a:ext cx="1930400" cy="1800225"/>
          </a:xfrm>
          <a:prstGeom prst="rect">
            <a:avLst/>
          </a:prstGeom>
          <a:noFill/>
          <a:ln w="9525">
            <a:noFill/>
            <a:miter lim="800000"/>
            <a:headEnd/>
            <a:tailEnd/>
          </a:ln>
        </p:spPr>
      </p:pic>
      <p:pic>
        <p:nvPicPr>
          <p:cNvPr id="12" name="图片 11"/>
          <p:cNvPicPr>
            <a:picLocks noChangeAspect="1"/>
          </p:cNvPicPr>
          <p:nvPr/>
        </p:nvPicPr>
        <p:blipFill>
          <a:blip r:embed="rId5"/>
          <a:srcRect/>
          <a:stretch>
            <a:fillRect/>
          </a:stretch>
        </p:blipFill>
        <p:spPr bwMode="auto">
          <a:xfrm>
            <a:off x="7947025" y="1770064"/>
            <a:ext cx="1968500" cy="1800225"/>
          </a:xfrm>
          <a:prstGeom prst="rect">
            <a:avLst/>
          </a:prstGeom>
          <a:noFill/>
          <a:ln w="9525">
            <a:noFill/>
            <a:miter lim="800000"/>
            <a:headEnd/>
            <a:tailEnd/>
          </a:ln>
        </p:spPr>
      </p:pic>
      <p:sp>
        <p:nvSpPr>
          <p:cNvPr id="14" name="AutoShape 145"/>
          <p:cNvSpPr>
            <a:spLocks noChangeArrowheads="1"/>
          </p:cNvSpPr>
          <p:nvPr/>
        </p:nvSpPr>
        <p:spPr bwMode="auto">
          <a:xfrm>
            <a:off x="7116763" y="1416051"/>
            <a:ext cx="747712" cy="1903413"/>
          </a:xfrm>
          <a:prstGeom prst="wedgeRoundRectCallout">
            <a:avLst>
              <a:gd name="adj1" fmla="val -125722"/>
              <a:gd name="adj2" fmla="val 13773"/>
              <a:gd name="adj3" fmla="val 16667"/>
            </a:avLst>
          </a:prstGeom>
          <a:solidFill>
            <a:srgbClr val="66FFFF"/>
          </a:solidFill>
          <a:ln w="19050">
            <a:solidFill>
              <a:schemeClr val="tx2"/>
            </a:solidFill>
            <a:miter lim="800000"/>
            <a:headEnd/>
            <a:tailEnd/>
          </a:ln>
        </p:spPr>
        <p:txBody>
          <a:bodyPr vert="eaVert" wrap="none" anchor="ctr"/>
          <a:lstStyle/>
          <a:p>
            <a:pPr eaLnBrk="1" hangingPunct="1"/>
            <a:r>
              <a:rPr lang="zh-CN" altLang="en-US">
                <a:latin typeface="Times New Roman" pitchFamily="18" charset="0"/>
              </a:rPr>
              <a:t>交线为两条平面</a:t>
            </a:r>
          </a:p>
          <a:p>
            <a:pPr eaLnBrk="1" hangingPunct="1"/>
            <a:r>
              <a:rPr lang="zh-CN" altLang="en-US">
                <a:latin typeface="Times New Roman" pitchFamily="18" charset="0"/>
              </a:rPr>
              <a:t>曲线（椭圆）</a:t>
            </a:r>
          </a:p>
        </p:txBody>
      </p:sp>
      <p:grpSp>
        <p:nvGrpSpPr>
          <p:cNvPr id="2" name="Group 146"/>
          <p:cNvGrpSpPr>
            <a:grpSpLocks/>
          </p:cNvGrpSpPr>
          <p:nvPr/>
        </p:nvGrpSpPr>
        <p:grpSpPr bwMode="auto">
          <a:xfrm>
            <a:off x="3071814" y="6054726"/>
            <a:ext cx="5616575" cy="614363"/>
            <a:chOff x="1298" y="3697"/>
            <a:chExt cx="3028" cy="387"/>
          </a:xfrm>
        </p:grpSpPr>
        <p:sp>
          <p:nvSpPr>
            <p:cNvPr id="33803" name="Text Box 147"/>
            <p:cNvSpPr txBox="1">
              <a:spLocks noChangeArrowheads="1"/>
            </p:cNvSpPr>
            <p:nvPr/>
          </p:nvSpPr>
          <p:spPr bwMode="auto">
            <a:xfrm>
              <a:off x="1906" y="3757"/>
              <a:ext cx="1904" cy="327"/>
            </a:xfrm>
            <a:prstGeom prst="rect">
              <a:avLst/>
            </a:prstGeom>
            <a:noFill/>
            <a:ln w="19050">
              <a:noFill/>
              <a:miter lim="800000"/>
              <a:headEnd/>
              <a:tailEnd/>
            </a:ln>
          </p:spPr>
          <p:txBody>
            <a:bodyPr anchor="ctr">
              <a:spAutoFit/>
            </a:bodyPr>
            <a:lstStyle/>
            <a:p>
              <a:pPr eaLnBrk="1" hangingPunct="1"/>
              <a:r>
                <a:rPr lang="zh-CN" altLang="en-US" sz="2800">
                  <a:latin typeface="Times New Roman" pitchFamily="18" charset="0"/>
                </a:rPr>
                <a:t>交线向大圆柱一侧弯</a:t>
              </a:r>
              <a:endParaRPr lang="zh-CN" altLang="en-US">
                <a:latin typeface="Times New Roman" pitchFamily="18" charset="0"/>
              </a:endParaRPr>
            </a:p>
          </p:txBody>
        </p:sp>
        <p:sp>
          <p:nvSpPr>
            <p:cNvPr id="33804" name="AutoShape 148"/>
            <p:cNvSpPr>
              <a:spLocks noChangeArrowheads="1"/>
            </p:cNvSpPr>
            <p:nvPr/>
          </p:nvSpPr>
          <p:spPr bwMode="auto">
            <a:xfrm>
              <a:off x="3810" y="3708"/>
              <a:ext cx="516"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17694720 60000 65536"/>
                <a:gd name="T13" fmla="*/ 11796480 60000 65536"/>
                <a:gd name="T14" fmla="*/ 11796480 60000 65536"/>
                <a:gd name="T15" fmla="*/ 5898240 60000 65536"/>
                <a:gd name="T16" fmla="*/ 0 60000 65536"/>
                <a:gd name="T17" fmla="*/ 0 60000 65536"/>
                <a:gd name="T18" fmla="*/ 0 w 21600"/>
                <a:gd name="T19" fmla="*/ 16950 h 21600"/>
                <a:gd name="T20" fmla="*/ 174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530" y="0"/>
                  </a:moveTo>
                  <a:lnTo>
                    <a:pt x="9460" y="7200"/>
                  </a:lnTo>
                  <a:lnTo>
                    <a:pt x="13665" y="7200"/>
                  </a:lnTo>
                  <a:lnTo>
                    <a:pt x="13665" y="16968"/>
                  </a:lnTo>
                  <a:lnTo>
                    <a:pt x="0" y="16968"/>
                  </a:lnTo>
                  <a:lnTo>
                    <a:pt x="0" y="21600"/>
                  </a:lnTo>
                  <a:lnTo>
                    <a:pt x="17395" y="21600"/>
                  </a:lnTo>
                  <a:lnTo>
                    <a:pt x="17395" y="7200"/>
                  </a:lnTo>
                  <a:lnTo>
                    <a:pt x="21600" y="7200"/>
                  </a:lnTo>
                  <a:lnTo>
                    <a:pt x="15530" y="0"/>
                  </a:lnTo>
                  <a:close/>
                </a:path>
              </a:pathLst>
            </a:custGeom>
            <a:solidFill>
              <a:srgbClr val="00FF00"/>
            </a:solidFill>
            <a:ln w="19050">
              <a:solidFill>
                <a:schemeClr val="tx1"/>
              </a:solidFill>
              <a:miter lim="800000"/>
              <a:headEnd/>
              <a:tailEnd/>
            </a:ln>
          </p:spPr>
          <p:txBody>
            <a:bodyPr wrap="none" anchor="ctr"/>
            <a:lstStyle/>
            <a:p>
              <a:endParaRPr lang="zh-CN" altLang="en-US"/>
            </a:p>
          </p:txBody>
        </p:sp>
        <p:sp>
          <p:nvSpPr>
            <p:cNvPr id="33805" name="AutoShape 149"/>
            <p:cNvSpPr>
              <a:spLocks noChangeArrowheads="1"/>
            </p:cNvSpPr>
            <p:nvPr/>
          </p:nvSpPr>
          <p:spPr bwMode="auto">
            <a:xfrm flipH="1">
              <a:off x="1298" y="3697"/>
              <a:ext cx="516"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17694720 60000 65536"/>
                <a:gd name="T13" fmla="*/ 11796480 60000 65536"/>
                <a:gd name="T14" fmla="*/ 11796480 60000 65536"/>
                <a:gd name="T15" fmla="*/ 5898240 60000 65536"/>
                <a:gd name="T16" fmla="*/ 0 60000 65536"/>
                <a:gd name="T17" fmla="*/ 0 60000 65536"/>
                <a:gd name="T18" fmla="*/ 0 w 21600"/>
                <a:gd name="T19" fmla="*/ 16950 h 21600"/>
                <a:gd name="T20" fmla="*/ 174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530" y="0"/>
                  </a:moveTo>
                  <a:lnTo>
                    <a:pt x="9460" y="7200"/>
                  </a:lnTo>
                  <a:lnTo>
                    <a:pt x="13665" y="7200"/>
                  </a:lnTo>
                  <a:lnTo>
                    <a:pt x="13665" y="16968"/>
                  </a:lnTo>
                  <a:lnTo>
                    <a:pt x="0" y="16968"/>
                  </a:lnTo>
                  <a:lnTo>
                    <a:pt x="0" y="21600"/>
                  </a:lnTo>
                  <a:lnTo>
                    <a:pt x="17395" y="21600"/>
                  </a:lnTo>
                  <a:lnTo>
                    <a:pt x="17395" y="7200"/>
                  </a:lnTo>
                  <a:lnTo>
                    <a:pt x="21600" y="7200"/>
                  </a:lnTo>
                  <a:lnTo>
                    <a:pt x="15530" y="0"/>
                  </a:lnTo>
                  <a:close/>
                </a:path>
              </a:pathLst>
            </a:custGeom>
            <a:solidFill>
              <a:srgbClr val="00FF00"/>
            </a:solidFill>
            <a:ln w="19050">
              <a:solidFill>
                <a:schemeClr val="tx1"/>
              </a:solidFill>
              <a:miter lim="800000"/>
              <a:headEnd/>
              <a:tailEnd/>
            </a:ln>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1+#ppt_w/2"/>
                                          </p:val>
                                        </p:tav>
                                        <p:tav tm="100000">
                                          <p:val>
                                            <p:strVal val="#ppt_x"/>
                                          </p:val>
                                        </p:tav>
                                      </p:tavLst>
                                    </p:anim>
                                    <p:anim calcmode="lin" valueType="num">
                                      <p:cBhvr additive="base">
                                        <p:cTn id="3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additive="base">
                                        <p:cTn id="43" dur="500" fill="hold"/>
                                        <p:tgtEl>
                                          <p:spTgt spid="2"/>
                                        </p:tgtEl>
                                        <p:attrNameLst>
                                          <p:attrName>ppt_x</p:attrName>
                                        </p:attrNameLst>
                                      </p:cBhvr>
                                      <p:tavLst>
                                        <p:tav tm="0">
                                          <p:val>
                                            <p:strVal val="#ppt_x"/>
                                          </p:val>
                                        </p:tav>
                                        <p:tav tm="100000">
                                          <p:val>
                                            <p:strVal val="#ppt_x"/>
                                          </p:val>
                                        </p:tav>
                                      </p:tavLst>
                                    </p:anim>
                                    <p:anim calcmode="lin" valueType="num">
                                      <p:cBhvr additive="base">
                                        <p:cTn id="4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1996729" y="512676"/>
            <a:ext cx="4673600" cy="519113"/>
          </a:xfrm>
          <a:prstGeom prst="rect">
            <a:avLst/>
          </a:prstGeom>
          <a:noFill/>
          <a:ln w="9525">
            <a:noFill/>
            <a:miter lim="800000"/>
            <a:headEnd/>
            <a:tailEnd/>
          </a:ln>
          <a:effectLst/>
        </p:spPr>
        <p:txBody>
          <a:bodyPr>
            <a:spAutoFit/>
          </a:bodyPr>
          <a:lstStyle/>
          <a:p>
            <a:pPr eaLnBrk="1" hangingPunct="1">
              <a:defRPr/>
            </a:pPr>
            <a:r>
              <a:rPr kumimoji="1" lang="zh-CN" altLang="en-US" sz="2800" b="1" dirty="0">
                <a:effectLst>
                  <a:outerShdw blurRad="38100" dist="38100" dir="2700000" algn="tl">
                    <a:srgbClr val="C0C0C0"/>
                  </a:outerShdw>
                </a:effectLst>
                <a:latin typeface="+mn-ea"/>
                <a:ea typeface="+mn-ea"/>
              </a:rPr>
              <a:t>圆柱孔的正交相贯形式</a:t>
            </a:r>
            <a:r>
              <a:rPr kumimoji="1" lang="zh-CN" altLang="en-US" dirty="0">
                <a:latin typeface="+mn-ea"/>
                <a:ea typeface="+mn-ea"/>
              </a:rPr>
              <a:t> </a:t>
            </a:r>
            <a:r>
              <a:rPr kumimoji="1" lang="zh-CN" altLang="en-US" sz="2800" b="1" dirty="0">
                <a:effectLst>
                  <a:outerShdw blurRad="38100" dist="38100" dir="2700000" algn="tl">
                    <a:srgbClr val="C0C0C0"/>
                  </a:outerShdw>
                </a:effectLst>
                <a:latin typeface="+mn-ea"/>
                <a:ea typeface="+mn-ea"/>
              </a:rPr>
              <a:t>：</a:t>
            </a:r>
          </a:p>
        </p:txBody>
      </p:sp>
      <p:sp>
        <p:nvSpPr>
          <p:cNvPr id="34819" name="Rectangle 3"/>
          <p:cNvSpPr>
            <a:spLocks noChangeArrowheads="1"/>
          </p:cNvSpPr>
          <p:nvPr/>
        </p:nvSpPr>
        <p:spPr bwMode="auto">
          <a:xfrm>
            <a:off x="3067050" y="172985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4820" name="Rectangle 4"/>
          <p:cNvSpPr>
            <a:spLocks noChangeArrowheads="1"/>
          </p:cNvSpPr>
          <p:nvPr/>
        </p:nvSpPr>
        <p:spPr bwMode="auto">
          <a:xfrm>
            <a:off x="3067050" y="172985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4821" name="Rectangle 5"/>
          <p:cNvSpPr>
            <a:spLocks noChangeArrowheads="1"/>
          </p:cNvSpPr>
          <p:nvPr/>
        </p:nvSpPr>
        <p:spPr bwMode="auto">
          <a:xfrm>
            <a:off x="3067050" y="172985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4822" name="Rectangle 6"/>
          <p:cNvSpPr>
            <a:spLocks noChangeArrowheads="1"/>
          </p:cNvSpPr>
          <p:nvPr/>
        </p:nvSpPr>
        <p:spPr bwMode="auto">
          <a:xfrm>
            <a:off x="3067050" y="172985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4823" name="Rectangle 7"/>
          <p:cNvSpPr>
            <a:spLocks noChangeArrowheads="1"/>
          </p:cNvSpPr>
          <p:nvPr/>
        </p:nvSpPr>
        <p:spPr bwMode="auto">
          <a:xfrm>
            <a:off x="3067050" y="172985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4824" name="Rectangle 8"/>
          <p:cNvSpPr>
            <a:spLocks noChangeArrowheads="1"/>
          </p:cNvSpPr>
          <p:nvPr/>
        </p:nvSpPr>
        <p:spPr bwMode="auto">
          <a:xfrm>
            <a:off x="3067050" y="172985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pic>
        <p:nvPicPr>
          <p:cNvPr id="107530" name="Picture 10"/>
          <p:cNvPicPr>
            <a:picLocks noChangeAspect="1" noChangeArrowheads="1"/>
          </p:cNvPicPr>
          <p:nvPr/>
        </p:nvPicPr>
        <p:blipFill>
          <a:blip r:embed="rId2"/>
          <a:srcRect l="4594" t="19775" r="69826" b="35568"/>
          <a:stretch>
            <a:fillRect/>
          </a:stretch>
        </p:blipFill>
        <p:spPr bwMode="auto">
          <a:xfrm>
            <a:off x="1860551" y="1519238"/>
            <a:ext cx="2613025" cy="3422650"/>
          </a:xfrm>
          <a:prstGeom prst="rect">
            <a:avLst/>
          </a:prstGeom>
          <a:noFill/>
          <a:ln w="28575" algn="ctr">
            <a:noFill/>
            <a:miter lim="800000"/>
            <a:headEnd/>
            <a:tailEnd/>
          </a:ln>
        </p:spPr>
      </p:pic>
      <p:pic>
        <p:nvPicPr>
          <p:cNvPr id="107531" name="Picture 11"/>
          <p:cNvPicPr>
            <a:picLocks noChangeAspect="1" noChangeArrowheads="1"/>
          </p:cNvPicPr>
          <p:nvPr/>
        </p:nvPicPr>
        <p:blipFill>
          <a:blip r:embed="rId2"/>
          <a:srcRect l="65625" t="22743" r="5498" b="35590"/>
          <a:stretch>
            <a:fillRect/>
          </a:stretch>
        </p:blipFill>
        <p:spPr bwMode="auto">
          <a:xfrm>
            <a:off x="7499350" y="1665288"/>
            <a:ext cx="3168650" cy="3429000"/>
          </a:xfrm>
          <a:prstGeom prst="rect">
            <a:avLst/>
          </a:prstGeom>
          <a:noFill/>
          <a:ln w="28575" algn="ctr">
            <a:noFill/>
            <a:miter lim="800000"/>
            <a:headEnd/>
            <a:tailEnd/>
          </a:ln>
        </p:spPr>
      </p:pic>
      <p:pic>
        <p:nvPicPr>
          <p:cNvPr id="107532" name="Picture 12"/>
          <p:cNvPicPr>
            <a:picLocks noChangeAspect="1" noChangeArrowheads="1"/>
          </p:cNvPicPr>
          <p:nvPr/>
        </p:nvPicPr>
        <p:blipFill>
          <a:blip r:embed="rId2"/>
          <a:srcRect l="33469" t="19775" r="37964" b="39069"/>
          <a:stretch>
            <a:fillRect/>
          </a:stretch>
        </p:blipFill>
        <p:spPr bwMode="auto">
          <a:xfrm>
            <a:off x="4598989" y="1592263"/>
            <a:ext cx="2973387" cy="3213100"/>
          </a:xfrm>
          <a:prstGeom prst="rect">
            <a:avLst/>
          </a:prstGeom>
          <a:noFill/>
          <a:ln w="28575" algn="ctr">
            <a:noFill/>
            <a:miter lim="800000"/>
            <a:headEnd/>
            <a:tailEnd/>
          </a:ln>
        </p:spPr>
      </p:pic>
      <p:pic>
        <p:nvPicPr>
          <p:cNvPr id="12" name="图片 11" descr="打孔横销.jpg"/>
          <p:cNvPicPr>
            <a:picLocks noChangeAspect="1"/>
          </p:cNvPicPr>
          <p:nvPr/>
        </p:nvPicPr>
        <p:blipFill>
          <a:blip r:embed="rId3">
            <a:lum bright="22000" contrast="2000"/>
          </a:blip>
          <a:srcRect/>
          <a:stretch>
            <a:fillRect/>
          </a:stretch>
        </p:blipFill>
        <p:spPr bwMode="auto">
          <a:xfrm>
            <a:off x="1970089" y="4948238"/>
            <a:ext cx="1965325" cy="1833562"/>
          </a:xfrm>
          <a:prstGeom prst="rect">
            <a:avLst/>
          </a:prstGeom>
          <a:noFill/>
          <a:ln w="9525">
            <a:noFill/>
            <a:miter lim="800000"/>
            <a:headEnd/>
            <a:tailEnd/>
          </a:ln>
        </p:spPr>
      </p:pic>
      <p:pic>
        <p:nvPicPr>
          <p:cNvPr id="89102" name="Picture 14" descr="圆柱表面孔"/>
          <p:cNvPicPr>
            <a:picLocks noChangeAspect="1" noChangeArrowheads="1"/>
          </p:cNvPicPr>
          <p:nvPr/>
        </p:nvPicPr>
        <p:blipFill>
          <a:blip r:embed="rId4">
            <a:lum bright="24000"/>
          </a:blip>
          <a:srcRect/>
          <a:stretch>
            <a:fillRect/>
          </a:stretch>
        </p:blipFill>
        <p:spPr bwMode="auto">
          <a:xfrm rot="-5128379">
            <a:off x="4797425" y="4956175"/>
            <a:ext cx="1993900" cy="1682750"/>
          </a:xfrm>
          <a:prstGeom prst="rect">
            <a:avLst/>
          </a:prstGeom>
          <a:noFill/>
          <a:ln w="9525">
            <a:noFill/>
            <a:miter lim="800000"/>
            <a:headEnd/>
            <a:tailEnd/>
          </a:ln>
        </p:spPr>
      </p:pic>
      <p:pic>
        <p:nvPicPr>
          <p:cNvPr id="89103" name="Picture 15" descr="压线端子1"/>
          <p:cNvPicPr>
            <a:picLocks noChangeAspect="1" noChangeArrowheads="1"/>
          </p:cNvPicPr>
          <p:nvPr/>
        </p:nvPicPr>
        <p:blipFill>
          <a:blip r:embed="rId5"/>
          <a:srcRect/>
          <a:stretch>
            <a:fillRect/>
          </a:stretch>
        </p:blipFill>
        <p:spPr bwMode="auto">
          <a:xfrm>
            <a:off x="8004176" y="5043488"/>
            <a:ext cx="2290763" cy="1693862"/>
          </a:xfrm>
          <a:prstGeom prst="rect">
            <a:avLst/>
          </a:prstGeom>
          <a:noFill/>
          <a:ln w="9525">
            <a:noFill/>
            <a:miter lim="800000"/>
            <a:headEnd/>
            <a:tailEnd/>
          </a:ln>
        </p:spPr>
      </p:pic>
      <p:pic>
        <p:nvPicPr>
          <p:cNvPr id="89104" name="Picture 16" descr="压线端子"/>
          <p:cNvPicPr>
            <a:picLocks noChangeAspect="1" noChangeArrowheads="1"/>
          </p:cNvPicPr>
          <p:nvPr/>
        </p:nvPicPr>
        <p:blipFill>
          <a:blip r:embed="rId6"/>
          <a:srcRect/>
          <a:stretch>
            <a:fillRect/>
          </a:stretch>
        </p:blipFill>
        <p:spPr bwMode="auto">
          <a:xfrm>
            <a:off x="7777164" y="4805364"/>
            <a:ext cx="2613025" cy="20224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7530"/>
                                        </p:tgtEl>
                                        <p:attrNameLst>
                                          <p:attrName>style.visibility</p:attrName>
                                        </p:attrNameLst>
                                      </p:cBhvr>
                                      <p:to>
                                        <p:strVal val="visible"/>
                                      </p:to>
                                    </p:set>
                                    <p:animEffect transition="in" filter="box(in)">
                                      <p:cBhvr>
                                        <p:cTn id="7" dur="500"/>
                                        <p:tgtEl>
                                          <p:spTgt spid="1075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0-#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107532"/>
                                        </p:tgtEl>
                                        <p:attrNameLst>
                                          <p:attrName>style.visibility</p:attrName>
                                        </p:attrNameLst>
                                      </p:cBhvr>
                                      <p:to>
                                        <p:strVal val="visible"/>
                                      </p:to>
                                    </p:set>
                                    <p:animEffect transition="in" filter="box(in)">
                                      <p:cBhvr>
                                        <p:cTn id="18" dur="500"/>
                                        <p:tgtEl>
                                          <p:spTgt spid="10753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89102"/>
                                        </p:tgtEl>
                                        <p:attrNameLst>
                                          <p:attrName>style.visibility</p:attrName>
                                        </p:attrNameLst>
                                      </p:cBhvr>
                                      <p:to>
                                        <p:strVal val="visible"/>
                                      </p:to>
                                    </p:set>
                                    <p:anim calcmode="lin" valueType="num">
                                      <p:cBhvr additive="base">
                                        <p:cTn id="23" dur="500" fill="hold"/>
                                        <p:tgtEl>
                                          <p:spTgt spid="89102"/>
                                        </p:tgtEl>
                                        <p:attrNameLst>
                                          <p:attrName>ppt_x</p:attrName>
                                        </p:attrNameLst>
                                      </p:cBhvr>
                                      <p:tavLst>
                                        <p:tav tm="0">
                                          <p:val>
                                            <p:strVal val="#ppt_x"/>
                                          </p:val>
                                        </p:tav>
                                        <p:tav tm="100000">
                                          <p:val>
                                            <p:strVal val="#ppt_x"/>
                                          </p:val>
                                        </p:tav>
                                      </p:tavLst>
                                    </p:anim>
                                    <p:anim calcmode="lin" valueType="num">
                                      <p:cBhvr additive="base">
                                        <p:cTn id="24" dur="500" fill="hold"/>
                                        <p:tgtEl>
                                          <p:spTgt spid="89102"/>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nodeType="clickEffect">
                                  <p:stCondLst>
                                    <p:cond delay="0"/>
                                  </p:stCondLst>
                                  <p:childTnLst>
                                    <p:set>
                                      <p:cBhvr>
                                        <p:cTn id="28" dur="1" fill="hold">
                                          <p:stCondLst>
                                            <p:cond delay="0"/>
                                          </p:stCondLst>
                                        </p:cTn>
                                        <p:tgtEl>
                                          <p:spTgt spid="107531"/>
                                        </p:tgtEl>
                                        <p:attrNameLst>
                                          <p:attrName>style.visibility</p:attrName>
                                        </p:attrNameLst>
                                      </p:cBhvr>
                                      <p:to>
                                        <p:strVal val="visible"/>
                                      </p:to>
                                    </p:set>
                                    <p:animEffect transition="in" filter="box(in)">
                                      <p:cBhvr>
                                        <p:cTn id="29" dur="500"/>
                                        <p:tgtEl>
                                          <p:spTgt spid="10753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2" fill="hold" nodeType="clickEffect">
                                  <p:stCondLst>
                                    <p:cond delay="0"/>
                                  </p:stCondLst>
                                  <p:childTnLst>
                                    <p:set>
                                      <p:cBhvr>
                                        <p:cTn id="33" dur="1" fill="hold">
                                          <p:stCondLst>
                                            <p:cond delay="0"/>
                                          </p:stCondLst>
                                        </p:cTn>
                                        <p:tgtEl>
                                          <p:spTgt spid="89103"/>
                                        </p:tgtEl>
                                        <p:attrNameLst>
                                          <p:attrName>style.visibility</p:attrName>
                                        </p:attrNameLst>
                                      </p:cBhvr>
                                      <p:to>
                                        <p:strVal val="visible"/>
                                      </p:to>
                                    </p:set>
                                    <p:animEffect transition="in" filter="wipe(right)">
                                      <p:cBhvr>
                                        <p:cTn id="34" dur="500"/>
                                        <p:tgtEl>
                                          <p:spTgt spid="8910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 presetClass="entr" presetSubtype="10" fill="hold" nodeType="clickEffect">
                                  <p:stCondLst>
                                    <p:cond delay="0"/>
                                  </p:stCondLst>
                                  <p:childTnLst>
                                    <p:set>
                                      <p:cBhvr>
                                        <p:cTn id="38" dur="1" fill="hold">
                                          <p:stCondLst>
                                            <p:cond delay="0"/>
                                          </p:stCondLst>
                                        </p:cTn>
                                        <p:tgtEl>
                                          <p:spTgt spid="89104"/>
                                        </p:tgtEl>
                                        <p:attrNameLst>
                                          <p:attrName>style.visibility</p:attrName>
                                        </p:attrNameLst>
                                      </p:cBhvr>
                                      <p:to>
                                        <p:strVal val="visible"/>
                                      </p:to>
                                    </p:set>
                                    <p:animEffect transition="in" filter="checkerboard(across)">
                                      <p:cBhvr>
                                        <p:cTn id="39" dur="500"/>
                                        <p:tgtEl>
                                          <p:spTgt spid="89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1961834" y="678553"/>
            <a:ext cx="3525838" cy="519113"/>
          </a:xfrm>
          <a:prstGeom prst="rect">
            <a:avLst/>
          </a:prstGeom>
          <a:noFill/>
          <a:ln w="9525">
            <a:noFill/>
            <a:miter lim="800000"/>
            <a:headEnd/>
            <a:tailEnd/>
          </a:ln>
          <a:effectLst/>
        </p:spPr>
        <p:txBody>
          <a:bodyPr>
            <a:spAutoFit/>
          </a:bodyPr>
          <a:lstStyle/>
          <a:p>
            <a:pPr eaLnBrk="1" hangingPunct="1">
              <a:defRPr/>
            </a:pPr>
            <a:r>
              <a:rPr kumimoji="1" lang="zh-CN" altLang="en-US" sz="2800" b="1" dirty="0">
                <a:effectLst>
                  <a:outerShdw blurRad="38100" dist="38100" dir="2700000" algn="tl">
                    <a:srgbClr val="C0C0C0"/>
                  </a:outerShdw>
                </a:effectLst>
              </a:rPr>
              <a:t>圆柱筒正交的投影</a:t>
            </a:r>
          </a:p>
        </p:txBody>
      </p:sp>
      <p:sp>
        <p:nvSpPr>
          <p:cNvPr id="35843" name="Rectangle 3"/>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5844" name="Rectangle 4"/>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5845" name="Rectangle 5"/>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5846" name="Rectangle 6"/>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5847" name="Rectangle 7"/>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5848" name="Rectangle 8"/>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pic>
        <p:nvPicPr>
          <p:cNvPr id="2" name="图片 1"/>
          <p:cNvPicPr>
            <a:picLocks noChangeAspect="1"/>
          </p:cNvPicPr>
          <p:nvPr/>
        </p:nvPicPr>
        <p:blipFill>
          <a:blip r:embed="rId2"/>
          <a:srcRect/>
          <a:stretch>
            <a:fillRect/>
          </a:stretch>
        </p:blipFill>
        <p:spPr bwMode="auto">
          <a:xfrm>
            <a:off x="7896225" y="2024064"/>
            <a:ext cx="2343150" cy="1951037"/>
          </a:xfrm>
          <a:prstGeom prst="rect">
            <a:avLst/>
          </a:prstGeom>
          <a:noFill/>
          <a:ln w="9525">
            <a:noFill/>
            <a:miter lim="800000"/>
            <a:headEnd/>
            <a:tailEnd/>
          </a:ln>
        </p:spPr>
      </p:pic>
      <p:pic>
        <p:nvPicPr>
          <p:cNvPr id="3" name="图片 2"/>
          <p:cNvPicPr>
            <a:picLocks noChangeAspect="1"/>
          </p:cNvPicPr>
          <p:nvPr/>
        </p:nvPicPr>
        <p:blipFill>
          <a:blip r:embed="rId3"/>
          <a:srcRect/>
          <a:stretch>
            <a:fillRect/>
          </a:stretch>
        </p:blipFill>
        <p:spPr bwMode="auto">
          <a:xfrm>
            <a:off x="7654925" y="4305300"/>
            <a:ext cx="2825750" cy="2160588"/>
          </a:xfrm>
          <a:prstGeom prst="rect">
            <a:avLst/>
          </a:prstGeom>
          <a:noFill/>
          <a:ln w="9525">
            <a:noFill/>
            <a:miter lim="800000"/>
            <a:headEnd/>
            <a:tailEnd/>
          </a:ln>
        </p:spPr>
      </p:pic>
      <p:pic>
        <p:nvPicPr>
          <p:cNvPr id="5" name="图片 4"/>
          <p:cNvPicPr>
            <a:picLocks noChangeAspect="1"/>
          </p:cNvPicPr>
          <p:nvPr/>
        </p:nvPicPr>
        <p:blipFill>
          <a:blip r:embed="rId4"/>
          <a:srcRect/>
          <a:stretch>
            <a:fillRect/>
          </a:stretch>
        </p:blipFill>
        <p:spPr bwMode="auto">
          <a:xfrm>
            <a:off x="2116139" y="1819276"/>
            <a:ext cx="4968875" cy="3903663"/>
          </a:xfrm>
          <a:prstGeom prst="rect">
            <a:avLst/>
          </a:prstGeom>
          <a:noFill/>
          <a:ln w="9525">
            <a:noFill/>
            <a:miter lim="800000"/>
            <a:headEnd/>
            <a:tailEnd/>
          </a:ln>
        </p:spPr>
      </p:pic>
      <p:pic>
        <p:nvPicPr>
          <p:cNvPr id="21" name="图片 20"/>
          <p:cNvPicPr>
            <a:picLocks noChangeAspect="1"/>
          </p:cNvPicPr>
          <p:nvPr/>
        </p:nvPicPr>
        <p:blipFill>
          <a:blip r:embed="rId5"/>
          <a:srcRect/>
          <a:stretch>
            <a:fillRect/>
          </a:stretch>
        </p:blipFill>
        <p:spPr bwMode="auto">
          <a:xfrm>
            <a:off x="2119313" y="1884363"/>
            <a:ext cx="5199062" cy="3771900"/>
          </a:xfrm>
          <a:prstGeom prst="rect">
            <a:avLst/>
          </a:prstGeom>
          <a:noFill/>
          <a:ln w="9525">
            <a:noFill/>
            <a:miter lim="800000"/>
            <a:headEnd/>
            <a:tailEnd/>
          </a:ln>
        </p:spPr>
      </p:pic>
      <p:cxnSp>
        <p:nvCxnSpPr>
          <p:cNvPr id="7" name="直接连接符 6"/>
          <p:cNvCxnSpPr/>
          <p:nvPr/>
        </p:nvCxnSpPr>
        <p:spPr>
          <a:xfrm>
            <a:off x="3192464" y="4086225"/>
            <a:ext cx="244792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直接连接符 8"/>
          <p:cNvCxnSpPr/>
          <p:nvPr/>
        </p:nvCxnSpPr>
        <p:spPr>
          <a:xfrm>
            <a:off x="5643563" y="2362200"/>
            <a:ext cx="0" cy="172720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6"/>
          <a:srcRect/>
          <a:stretch>
            <a:fillRect/>
          </a:stretch>
        </p:blipFill>
        <p:spPr bwMode="auto">
          <a:xfrm>
            <a:off x="7620001" y="4295775"/>
            <a:ext cx="2860675" cy="2179638"/>
          </a:xfrm>
          <a:prstGeom prst="rect">
            <a:avLst/>
          </a:prstGeom>
          <a:noFill/>
          <a:ln w="9525">
            <a:noFill/>
            <a:miter lim="800000"/>
            <a:headEnd/>
            <a:tailEnd/>
          </a:ln>
        </p:spPr>
      </p:pic>
      <p:cxnSp>
        <p:nvCxnSpPr>
          <p:cNvPr id="31" name="直接连接符 30"/>
          <p:cNvCxnSpPr/>
          <p:nvPr/>
        </p:nvCxnSpPr>
        <p:spPr>
          <a:xfrm>
            <a:off x="3197226" y="5205413"/>
            <a:ext cx="356552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32" name="直接连接符 31"/>
          <p:cNvCxnSpPr/>
          <p:nvPr/>
        </p:nvCxnSpPr>
        <p:spPr>
          <a:xfrm>
            <a:off x="6780213" y="2362201"/>
            <a:ext cx="0" cy="28432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2633663" y="2600325"/>
            <a:ext cx="3600450" cy="0"/>
          </a:xfrm>
          <a:prstGeom prst="line">
            <a:avLst/>
          </a:prstGeom>
        </p:spPr>
        <p:style>
          <a:lnRef idx="1">
            <a:schemeClr val="accent2"/>
          </a:lnRef>
          <a:fillRef idx="0">
            <a:schemeClr val="accent2"/>
          </a:fillRef>
          <a:effectRef idx="0">
            <a:schemeClr val="accent2"/>
          </a:effectRef>
          <a:fontRef idx="minor">
            <a:schemeClr val="tx1"/>
          </a:fontRef>
        </p:style>
      </p:cxnSp>
      <p:sp>
        <p:nvSpPr>
          <p:cNvPr id="34" name="Text Box 41"/>
          <p:cNvSpPr txBox="1">
            <a:spLocks noChangeArrowheads="1"/>
          </p:cNvSpPr>
          <p:nvPr/>
        </p:nvSpPr>
        <p:spPr bwMode="auto">
          <a:xfrm>
            <a:off x="5495926" y="2247901"/>
            <a:ext cx="212725" cy="246063"/>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35" name="Text Box 41"/>
          <p:cNvSpPr txBox="1">
            <a:spLocks noChangeArrowheads="1"/>
          </p:cNvSpPr>
          <p:nvPr/>
        </p:nvSpPr>
        <p:spPr bwMode="auto">
          <a:xfrm>
            <a:off x="6638926" y="2266951"/>
            <a:ext cx="212725" cy="246063"/>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36" name="Text Box 41"/>
          <p:cNvSpPr txBox="1">
            <a:spLocks noChangeArrowheads="1"/>
          </p:cNvSpPr>
          <p:nvPr/>
        </p:nvSpPr>
        <p:spPr bwMode="auto">
          <a:xfrm>
            <a:off x="6059488" y="2474913"/>
            <a:ext cx="214312"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cxnSp>
        <p:nvCxnSpPr>
          <p:cNvPr id="38" name="直接连接符 37"/>
          <p:cNvCxnSpPr/>
          <p:nvPr/>
        </p:nvCxnSpPr>
        <p:spPr>
          <a:xfrm>
            <a:off x="2387600" y="2500313"/>
            <a:ext cx="4572000"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39" name="直接连接符 38"/>
          <p:cNvCxnSpPr/>
          <p:nvPr/>
        </p:nvCxnSpPr>
        <p:spPr>
          <a:xfrm>
            <a:off x="2781300" y="2484439"/>
            <a:ext cx="0" cy="2663825"/>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3592513" y="2487614"/>
            <a:ext cx="0" cy="2663825"/>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2760664" y="4279900"/>
            <a:ext cx="3095625"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42" name="直接连接符 41"/>
          <p:cNvCxnSpPr/>
          <p:nvPr/>
        </p:nvCxnSpPr>
        <p:spPr>
          <a:xfrm>
            <a:off x="2767014" y="5038725"/>
            <a:ext cx="3851275"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43" name="直接连接符 42"/>
          <p:cNvCxnSpPr/>
          <p:nvPr/>
        </p:nvCxnSpPr>
        <p:spPr>
          <a:xfrm>
            <a:off x="5843588" y="2479676"/>
            <a:ext cx="0" cy="1800225"/>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6599238" y="2487614"/>
            <a:ext cx="0" cy="255587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Text Box 41"/>
          <p:cNvSpPr txBox="1">
            <a:spLocks noChangeArrowheads="1"/>
          </p:cNvSpPr>
          <p:nvPr/>
        </p:nvSpPr>
        <p:spPr bwMode="auto">
          <a:xfrm>
            <a:off x="5686426" y="2363788"/>
            <a:ext cx="212725"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46" name="Text Box 41"/>
          <p:cNvSpPr txBox="1">
            <a:spLocks noChangeArrowheads="1"/>
          </p:cNvSpPr>
          <p:nvPr/>
        </p:nvSpPr>
        <p:spPr bwMode="auto">
          <a:xfrm>
            <a:off x="6446838" y="2384426"/>
            <a:ext cx="214312" cy="246063"/>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23" name="任意多边形 22"/>
          <p:cNvSpPr/>
          <p:nvPr/>
        </p:nvSpPr>
        <p:spPr bwMode="auto">
          <a:xfrm>
            <a:off x="5638801" y="2362200"/>
            <a:ext cx="1152525" cy="234950"/>
          </a:xfrm>
          <a:custGeom>
            <a:avLst/>
            <a:gdLst>
              <a:gd name="connsiteX0" fmla="*/ 0 w 1168400"/>
              <a:gd name="connsiteY0" fmla="*/ 0 h 266708"/>
              <a:gd name="connsiteX1" fmla="*/ 25400 w 1168400"/>
              <a:gd name="connsiteY1" fmla="*/ 31750 h 266708"/>
              <a:gd name="connsiteX2" fmla="*/ 44450 w 1168400"/>
              <a:gd name="connsiteY2" fmla="*/ 38100 h 266708"/>
              <a:gd name="connsiteX3" fmla="*/ 63500 w 1168400"/>
              <a:gd name="connsiteY3" fmla="*/ 50800 h 266708"/>
              <a:gd name="connsiteX4" fmla="*/ 101600 w 1168400"/>
              <a:gd name="connsiteY4" fmla="*/ 63500 h 266708"/>
              <a:gd name="connsiteX5" fmla="*/ 139700 w 1168400"/>
              <a:gd name="connsiteY5" fmla="*/ 82550 h 266708"/>
              <a:gd name="connsiteX6" fmla="*/ 177800 w 1168400"/>
              <a:gd name="connsiteY6" fmla="*/ 114300 h 266708"/>
              <a:gd name="connsiteX7" fmla="*/ 196850 w 1168400"/>
              <a:gd name="connsiteY7" fmla="*/ 120650 h 266708"/>
              <a:gd name="connsiteX8" fmla="*/ 209550 w 1168400"/>
              <a:gd name="connsiteY8" fmla="*/ 139700 h 266708"/>
              <a:gd name="connsiteX9" fmla="*/ 228600 w 1168400"/>
              <a:gd name="connsiteY9" fmla="*/ 146050 h 266708"/>
              <a:gd name="connsiteX10" fmla="*/ 247650 w 1168400"/>
              <a:gd name="connsiteY10" fmla="*/ 158750 h 266708"/>
              <a:gd name="connsiteX11" fmla="*/ 266700 w 1168400"/>
              <a:gd name="connsiteY11" fmla="*/ 165100 h 266708"/>
              <a:gd name="connsiteX12" fmla="*/ 285750 w 1168400"/>
              <a:gd name="connsiteY12" fmla="*/ 177800 h 266708"/>
              <a:gd name="connsiteX13" fmla="*/ 323850 w 1168400"/>
              <a:gd name="connsiteY13" fmla="*/ 190500 h 266708"/>
              <a:gd name="connsiteX14" fmla="*/ 361950 w 1168400"/>
              <a:gd name="connsiteY14" fmla="*/ 215900 h 266708"/>
              <a:gd name="connsiteX15" fmla="*/ 412750 w 1168400"/>
              <a:gd name="connsiteY15" fmla="*/ 228600 h 266708"/>
              <a:gd name="connsiteX16" fmla="*/ 476250 w 1168400"/>
              <a:gd name="connsiteY16" fmla="*/ 247650 h 266708"/>
              <a:gd name="connsiteX17" fmla="*/ 565150 w 1168400"/>
              <a:gd name="connsiteY17" fmla="*/ 254000 h 266708"/>
              <a:gd name="connsiteX18" fmla="*/ 762000 w 1168400"/>
              <a:gd name="connsiteY18" fmla="*/ 254000 h 266708"/>
              <a:gd name="connsiteX19" fmla="*/ 781050 w 1168400"/>
              <a:gd name="connsiteY19" fmla="*/ 241300 h 266708"/>
              <a:gd name="connsiteX20" fmla="*/ 819150 w 1168400"/>
              <a:gd name="connsiteY20" fmla="*/ 234950 h 266708"/>
              <a:gd name="connsiteX21" fmla="*/ 889000 w 1168400"/>
              <a:gd name="connsiteY21" fmla="*/ 215900 h 266708"/>
              <a:gd name="connsiteX22" fmla="*/ 927100 w 1168400"/>
              <a:gd name="connsiteY22" fmla="*/ 203200 h 266708"/>
              <a:gd name="connsiteX23" fmla="*/ 946150 w 1168400"/>
              <a:gd name="connsiteY23" fmla="*/ 196850 h 266708"/>
              <a:gd name="connsiteX24" fmla="*/ 984250 w 1168400"/>
              <a:gd name="connsiteY24" fmla="*/ 177800 h 266708"/>
              <a:gd name="connsiteX25" fmla="*/ 1041400 w 1168400"/>
              <a:gd name="connsiteY25" fmla="*/ 146050 h 266708"/>
              <a:gd name="connsiteX26" fmla="*/ 1066800 w 1168400"/>
              <a:gd name="connsiteY26" fmla="*/ 127000 h 266708"/>
              <a:gd name="connsiteX27" fmla="*/ 1123950 w 1168400"/>
              <a:gd name="connsiteY27" fmla="*/ 88900 h 266708"/>
              <a:gd name="connsiteX28" fmla="*/ 1143000 w 1168400"/>
              <a:gd name="connsiteY28" fmla="*/ 76200 h 266708"/>
              <a:gd name="connsiteX29" fmla="*/ 1162050 w 1168400"/>
              <a:gd name="connsiteY29" fmla="*/ 63500 h 266708"/>
              <a:gd name="connsiteX30" fmla="*/ 1168400 w 1168400"/>
              <a:gd name="connsiteY30" fmla="*/ 44450 h 266708"/>
              <a:gd name="connsiteX0" fmla="*/ 0 w 1162550"/>
              <a:gd name="connsiteY0" fmla="*/ 0 h 266708"/>
              <a:gd name="connsiteX1" fmla="*/ 25400 w 1162550"/>
              <a:gd name="connsiteY1" fmla="*/ 31750 h 266708"/>
              <a:gd name="connsiteX2" fmla="*/ 44450 w 1162550"/>
              <a:gd name="connsiteY2" fmla="*/ 38100 h 266708"/>
              <a:gd name="connsiteX3" fmla="*/ 63500 w 1162550"/>
              <a:gd name="connsiteY3" fmla="*/ 50800 h 266708"/>
              <a:gd name="connsiteX4" fmla="*/ 101600 w 1162550"/>
              <a:gd name="connsiteY4" fmla="*/ 63500 h 266708"/>
              <a:gd name="connsiteX5" fmla="*/ 139700 w 1162550"/>
              <a:gd name="connsiteY5" fmla="*/ 82550 h 266708"/>
              <a:gd name="connsiteX6" fmla="*/ 177800 w 1162550"/>
              <a:gd name="connsiteY6" fmla="*/ 114300 h 266708"/>
              <a:gd name="connsiteX7" fmla="*/ 196850 w 1162550"/>
              <a:gd name="connsiteY7" fmla="*/ 120650 h 266708"/>
              <a:gd name="connsiteX8" fmla="*/ 209550 w 1162550"/>
              <a:gd name="connsiteY8" fmla="*/ 139700 h 266708"/>
              <a:gd name="connsiteX9" fmla="*/ 228600 w 1162550"/>
              <a:gd name="connsiteY9" fmla="*/ 146050 h 266708"/>
              <a:gd name="connsiteX10" fmla="*/ 247650 w 1162550"/>
              <a:gd name="connsiteY10" fmla="*/ 158750 h 266708"/>
              <a:gd name="connsiteX11" fmla="*/ 266700 w 1162550"/>
              <a:gd name="connsiteY11" fmla="*/ 165100 h 266708"/>
              <a:gd name="connsiteX12" fmla="*/ 285750 w 1162550"/>
              <a:gd name="connsiteY12" fmla="*/ 177800 h 266708"/>
              <a:gd name="connsiteX13" fmla="*/ 323850 w 1162550"/>
              <a:gd name="connsiteY13" fmla="*/ 190500 h 266708"/>
              <a:gd name="connsiteX14" fmla="*/ 361950 w 1162550"/>
              <a:gd name="connsiteY14" fmla="*/ 215900 h 266708"/>
              <a:gd name="connsiteX15" fmla="*/ 412750 w 1162550"/>
              <a:gd name="connsiteY15" fmla="*/ 228600 h 266708"/>
              <a:gd name="connsiteX16" fmla="*/ 476250 w 1162550"/>
              <a:gd name="connsiteY16" fmla="*/ 247650 h 266708"/>
              <a:gd name="connsiteX17" fmla="*/ 565150 w 1162550"/>
              <a:gd name="connsiteY17" fmla="*/ 254000 h 266708"/>
              <a:gd name="connsiteX18" fmla="*/ 762000 w 1162550"/>
              <a:gd name="connsiteY18" fmla="*/ 254000 h 266708"/>
              <a:gd name="connsiteX19" fmla="*/ 781050 w 1162550"/>
              <a:gd name="connsiteY19" fmla="*/ 241300 h 266708"/>
              <a:gd name="connsiteX20" fmla="*/ 819150 w 1162550"/>
              <a:gd name="connsiteY20" fmla="*/ 234950 h 266708"/>
              <a:gd name="connsiteX21" fmla="*/ 889000 w 1162550"/>
              <a:gd name="connsiteY21" fmla="*/ 215900 h 266708"/>
              <a:gd name="connsiteX22" fmla="*/ 927100 w 1162550"/>
              <a:gd name="connsiteY22" fmla="*/ 203200 h 266708"/>
              <a:gd name="connsiteX23" fmla="*/ 946150 w 1162550"/>
              <a:gd name="connsiteY23" fmla="*/ 196850 h 266708"/>
              <a:gd name="connsiteX24" fmla="*/ 984250 w 1162550"/>
              <a:gd name="connsiteY24" fmla="*/ 177800 h 266708"/>
              <a:gd name="connsiteX25" fmla="*/ 1041400 w 1162550"/>
              <a:gd name="connsiteY25" fmla="*/ 146050 h 266708"/>
              <a:gd name="connsiteX26" fmla="*/ 1066800 w 1162550"/>
              <a:gd name="connsiteY26" fmla="*/ 127000 h 266708"/>
              <a:gd name="connsiteX27" fmla="*/ 1123950 w 1162550"/>
              <a:gd name="connsiteY27" fmla="*/ 88900 h 266708"/>
              <a:gd name="connsiteX28" fmla="*/ 1143000 w 1162550"/>
              <a:gd name="connsiteY28" fmla="*/ 76200 h 266708"/>
              <a:gd name="connsiteX29" fmla="*/ 1162050 w 1162550"/>
              <a:gd name="connsiteY29" fmla="*/ 63500 h 266708"/>
              <a:gd name="connsiteX30" fmla="*/ 1156494 w 1162550"/>
              <a:gd name="connsiteY30" fmla="*/ 1587 h 266708"/>
              <a:gd name="connsiteX0" fmla="*/ 0 w 1156583"/>
              <a:gd name="connsiteY0" fmla="*/ 0 h 266708"/>
              <a:gd name="connsiteX1" fmla="*/ 25400 w 1156583"/>
              <a:gd name="connsiteY1" fmla="*/ 31750 h 266708"/>
              <a:gd name="connsiteX2" fmla="*/ 44450 w 1156583"/>
              <a:gd name="connsiteY2" fmla="*/ 38100 h 266708"/>
              <a:gd name="connsiteX3" fmla="*/ 63500 w 1156583"/>
              <a:gd name="connsiteY3" fmla="*/ 50800 h 266708"/>
              <a:gd name="connsiteX4" fmla="*/ 101600 w 1156583"/>
              <a:gd name="connsiteY4" fmla="*/ 63500 h 266708"/>
              <a:gd name="connsiteX5" fmla="*/ 139700 w 1156583"/>
              <a:gd name="connsiteY5" fmla="*/ 82550 h 266708"/>
              <a:gd name="connsiteX6" fmla="*/ 177800 w 1156583"/>
              <a:gd name="connsiteY6" fmla="*/ 114300 h 266708"/>
              <a:gd name="connsiteX7" fmla="*/ 196850 w 1156583"/>
              <a:gd name="connsiteY7" fmla="*/ 120650 h 266708"/>
              <a:gd name="connsiteX8" fmla="*/ 209550 w 1156583"/>
              <a:gd name="connsiteY8" fmla="*/ 139700 h 266708"/>
              <a:gd name="connsiteX9" fmla="*/ 228600 w 1156583"/>
              <a:gd name="connsiteY9" fmla="*/ 146050 h 266708"/>
              <a:gd name="connsiteX10" fmla="*/ 247650 w 1156583"/>
              <a:gd name="connsiteY10" fmla="*/ 158750 h 266708"/>
              <a:gd name="connsiteX11" fmla="*/ 266700 w 1156583"/>
              <a:gd name="connsiteY11" fmla="*/ 165100 h 266708"/>
              <a:gd name="connsiteX12" fmla="*/ 285750 w 1156583"/>
              <a:gd name="connsiteY12" fmla="*/ 177800 h 266708"/>
              <a:gd name="connsiteX13" fmla="*/ 323850 w 1156583"/>
              <a:gd name="connsiteY13" fmla="*/ 190500 h 266708"/>
              <a:gd name="connsiteX14" fmla="*/ 361950 w 1156583"/>
              <a:gd name="connsiteY14" fmla="*/ 215900 h 266708"/>
              <a:gd name="connsiteX15" fmla="*/ 412750 w 1156583"/>
              <a:gd name="connsiteY15" fmla="*/ 228600 h 266708"/>
              <a:gd name="connsiteX16" fmla="*/ 476250 w 1156583"/>
              <a:gd name="connsiteY16" fmla="*/ 247650 h 266708"/>
              <a:gd name="connsiteX17" fmla="*/ 565150 w 1156583"/>
              <a:gd name="connsiteY17" fmla="*/ 254000 h 266708"/>
              <a:gd name="connsiteX18" fmla="*/ 762000 w 1156583"/>
              <a:gd name="connsiteY18" fmla="*/ 254000 h 266708"/>
              <a:gd name="connsiteX19" fmla="*/ 781050 w 1156583"/>
              <a:gd name="connsiteY19" fmla="*/ 241300 h 266708"/>
              <a:gd name="connsiteX20" fmla="*/ 819150 w 1156583"/>
              <a:gd name="connsiteY20" fmla="*/ 234950 h 266708"/>
              <a:gd name="connsiteX21" fmla="*/ 889000 w 1156583"/>
              <a:gd name="connsiteY21" fmla="*/ 215900 h 266708"/>
              <a:gd name="connsiteX22" fmla="*/ 927100 w 1156583"/>
              <a:gd name="connsiteY22" fmla="*/ 203200 h 266708"/>
              <a:gd name="connsiteX23" fmla="*/ 946150 w 1156583"/>
              <a:gd name="connsiteY23" fmla="*/ 196850 h 266708"/>
              <a:gd name="connsiteX24" fmla="*/ 984250 w 1156583"/>
              <a:gd name="connsiteY24" fmla="*/ 177800 h 266708"/>
              <a:gd name="connsiteX25" fmla="*/ 1041400 w 1156583"/>
              <a:gd name="connsiteY25" fmla="*/ 146050 h 266708"/>
              <a:gd name="connsiteX26" fmla="*/ 1066800 w 1156583"/>
              <a:gd name="connsiteY26" fmla="*/ 127000 h 266708"/>
              <a:gd name="connsiteX27" fmla="*/ 1123950 w 1156583"/>
              <a:gd name="connsiteY27" fmla="*/ 88900 h 266708"/>
              <a:gd name="connsiteX28" fmla="*/ 1143000 w 1156583"/>
              <a:gd name="connsiteY28" fmla="*/ 76200 h 266708"/>
              <a:gd name="connsiteX29" fmla="*/ 1128713 w 1156583"/>
              <a:gd name="connsiteY29" fmla="*/ 68262 h 266708"/>
              <a:gd name="connsiteX30" fmla="*/ 1156494 w 1156583"/>
              <a:gd name="connsiteY30" fmla="*/ 1587 h 266708"/>
              <a:gd name="connsiteX0" fmla="*/ 0 w 1156583"/>
              <a:gd name="connsiteY0" fmla="*/ 0 h 266708"/>
              <a:gd name="connsiteX1" fmla="*/ 25400 w 1156583"/>
              <a:gd name="connsiteY1" fmla="*/ 31750 h 266708"/>
              <a:gd name="connsiteX2" fmla="*/ 44450 w 1156583"/>
              <a:gd name="connsiteY2" fmla="*/ 38100 h 266708"/>
              <a:gd name="connsiteX3" fmla="*/ 63500 w 1156583"/>
              <a:gd name="connsiteY3" fmla="*/ 50800 h 266708"/>
              <a:gd name="connsiteX4" fmla="*/ 101600 w 1156583"/>
              <a:gd name="connsiteY4" fmla="*/ 63500 h 266708"/>
              <a:gd name="connsiteX5" fmla="*/ 139700 w 1156583"/>
              <a:gd name="connsiteY5" fmla="*/ 82550 h 266708"/>
              <a:gd name="connsiteX6" fmla="*/ 177800 w 1156583"/>
              <a:gd name="connsiteY6" fmla="*/ 114300 h 266708"/>
              <a:gd name="connsiteX7" fmla="*/ 196850 w 1156583"/>
              <a:gd name="connsiteY7" fmla="*/ 120650 h 266708"/>
              <a:gd name="connsiteX8" fmla="*/ 209550 w 1156583"/>
              <a:gd name="connsiteY8" fmla="*/ 139700 h 266708"/>
              <a:gd name="connsiteX9" fmla="*/ 228600 w 1156583"/>
              <a:gd name="connsiteY9" fmla="*/ 146050 h 266708"/>
              <a:gd name="connsiteX10" fmla="*/ 247650 w 1156583"/>
              <a:gd name="connsiteY10" fmla="*/ 158750 h 266708"/>
              <a:gd name="connsiteX11" fmla="*/ 266700 w 1156583"/>
              <a:gd name="connsiteY11" fmla="*/ 165100 h 266708"/>
              <a:gd name="connsiteX12" fmla="*/ 285750 w 1156583"/>
              <a:gd name="connsiteY12" fmla="*/ 177800 h 266708"/>
              <a:gd name="connsiteX13" fmla="*/ 323850 w 1156583"/>
              <a:gd name="connsiteY13" fmla="*/ 190500 h 266708"/>
              <a:gd name="connsiteX14" fmla="*/ 361950 w 1156583"/>
              <a:gd name="connsiteY14" fmla="*/ 215900 h 266708"/>
              <a:gd name="connsiteX15" fmla="*/ 412750 w 1156583"/>
              <a:gd name="connsiteY15" fmla="*/ 228600 h 266708"/>
              <a:gd name="connsiteX16" fmla="*/ 476250 w 1156583"/>
              <a:gd name="connsiteY16" fmla="*/ 247650 h 266708"/>
              <a:gd name="connsiteX17" fmla="*/ 565150 w 1156583"/>
              <a:gd name="connsiteY17" fmla="*/ 254000 h 266708"/>
              <a:gd name="connsiteX18" fmla="*/ 762000 w 1156583"/>
              <a:gd name="connsiteY18" fmla="*/ 254000 h 266708"/>
              <a:gd name="connsiteX19" fmla="*/ 781050 w 1156583"/>
              <a:gd name="connsiteY19" fmla="*/ 241300 h 266708"/>
              <a:gd name="connsiteX20" fmla="*/ 819150 w 1156583"/>
              <a:gd name="connsiteY20" fmla="*/ 234950 h 266708"/>
              <a:gd name="connsiteX21" fmla="*/ 889000 w 1156583"/>
              <a:gd name="connsiteY21" fmla="*/ 215900 h 266708"/>
              <a:gd name="connsiteX22" fmla="*/ 927100 w 1156583"/>
              <a:gd name="connsiteY22" fmla="*/ 203200 h 266708"/>
              <a:gd name="connsiteX23" fmla="*/ 946150 w 1156583"/>
              <a:gd name="connsiteY23" fmla="*/ 196850 h 266708"/>
              <a:gd name="connsiteX24" fmla="*/ 967581 w 1156583"/>
              <a:gd name="connsiteY24" fmla="*/ 146844 h 266708"/>
              <a:gd name="connsiteX25" fmla="*/ 1041400 w 1156583"/>
              <a:gd name="connsiteY25" fmla="*/ 146050 h 266708"/>
              <a:gd name="connsiteX26" fmla="*/ 1066800 w 1156583"/>
              <a:gd name="connsiteY26" fmla="*/ 127000 h 266708"/>
              <a:gd name="connsiteX27" fmla="*/ 1123950 w 1156583"/>
              <a:gd name="connsiteY27" fmla="*/ 88900 h 266708"/>
              <a:gd name="connsiteX28" fmla="*/ 1143000 w 1156583"/>
              <a:gd name="connsiteY28" fmla="*/ 76200 h 266708"/>
              <a:gd name="connsiteX29" fmla="*/ 1128713 w 1156583"/>
              <a:gd name="connsiteY29" fmla="*/ 68262 h 266708"/>
              <a:gd name="connsiteX30" fmla="*/ 1156494 w 1156583"/>
              <a:gd name="connsiteY30" fmla="*/ 1587 h 266708"/>
              <a:gd name="connsiteX0" fmla="*/ 0 w 1156583"/>
              <a:gd name="connsiteY0" fmla="*/ 0 h 266708"/>
              <a:gd name="connsiteX1" fmla="*/ 25400 w 1156583"/>
              <a:gd name="connsiteY1" fmla="*/ 31750 h 266708"/>
              <a:gd name="connsiteX2" fmla="*/ 44450 w 1156583"/>
              <a:gd name="connsiteY2" fmla="*/ 38100 h 266708"/>
              <a:gd name="connsiteX3" fmla="*/ 63500 w 1156583"/>
              <a:gd name="connsiteY3" fmla="*/ 50800 h 266708"/>
              <a:gd name="connsiteX4" fmla="*/ 101600 w 1156583"/>
              <a:gd name="connsiteY4" fmla="*/ 63500 h 266708"/>
              <a:gd name="connsiteX5" fmla="*/ 139700 w 1156583"/>
              <a:gd name="connsiteY5" fmla="*/ 82550 h 266708"/>
              <a:gd name="connsiteX6" fmla="*/ 177800 w 1156583"/>
              <a:gd name="connsiteY6" fmla="*/ 114300 h 266708"/>
              <a:gd name="connsiteX7" fmla="*/ 196850 w 1156583"/>
              <a:gd name="connsiteY7" fmla="*/ 120650 h 266708"/>
              <a:gd name="connsiteX8" fmla="*/ 209550 w 1156583"/>
              <a:gd name="connsiteY8" fmla="*/ 139700 h 266708"/>
              <a:gd name="connsiteX9" fmla="*/ 228600 w 1156583"/>
              <a:gd name="connsiteY9" fmla="*/ 146050 h 266708"/>
              <a:gd name="connsiteX10" fmla="*/ 247650 w 1156583"/>
              <a:gd name="connsiteY10" fmla="*/ 158750 h 266708"/>
              <a:gd name="connsiteX11" fmla="*/ 266700 w 1156583"/>
              <a:gd name="connsiteY11" fmla="*/ 165100 h 266708"/>
              <a:gd name="connsiteX12" fmla="*/ 285750 w 1156583"/>
              <a:gd name="connsiteY12" fmla="*/ 177800 h 266708"/>
              <a:gd name="connsiteX13" fmla="*/ 323850 w 1156583"/>
              <a:gd name="connsiteY13" fmla="*/ 190500 h 266708"/>
              <a:gd name="connsiteX14" fmla="*/ 361950 w 1156583"/>
              <a:gd name="connsiteY14" fmla="*/ 215900 h 266708"/>
              <a:gd name="connsiteX15" fmla="*/ 412750 w 1156583"/>
              <a:gd name="connsiteY15" fmla="*/ 228600 h 266708"/>
              <a:gd name="connsiteX16" fmla="*/ 476250 w 1156583"/>
              <a:gd name="connsiteY16" fmla="*/ 247650 h 266708"/>
              <a:gd name="connsiteX17" fmla="*/ 565150 w 1156583"/>
              <a:gd name="connsiteY17" fmla="*/ 254000 h 266708"/>
              <a:gd name="connsiteX18" fmla="*/ 762000 w 1156583"/>
              <a:gd name="connsiteY18" fmla="*/ 254000 h 266708"/>
              <a:gd name="connsiteX19" fmla="*/ 781050 w 1156583"/>
              <a:gd name="connsiteY19" fmla="*/ 241300 h 266708"/>
              <a:gd name="connsiteX20" fmla="*/ 819150 w 1156583"/>
              <a:gd name="connsiteY20" fmla="*/ 234950 h 266708"/>
              <a:gd name="connsiteX21" fmla="*/ 889000 w 1156583"/>
              <a:gd name="connsiteY21" fmla="*/ 215900 h 266708"/>
              <a:gd name="connsiteX22" fmla="*/ 927100 w 1156583"/>
              <a:gd name="connsiteY22" fmla="*/ 203200 h 266708"/>
              <a:gd name="connsiteX23" fmla="*/ 946150 w 1156583"/>
              <a:gd name="connsiteY23" fmla="*/ 196850 h 266708"/>
              <a:gd name="connsiteX24" fmla="*/ 967581 w 1156583"/>
              <a:gd name="connsiteY24" fmla="*/ 146844 h 266708"/>
              <a:gd name="connsiteX25" fmla="*/ 1046162 w 1156583"/>
              <a:gd name="connsiteY25" fmla="*/ 107950 h 266708"/>
              <a:gd name="connsiteX26" fmla="*/ 1066800 w 1156583"/>
              <a:gd name="connsiteY26" fmla="*/ 127000 h 266708"/>
              <a:gd name="connsiteX27" fmla="*/ 1123950 w 1156583"/>
              <a:gd name="connsiteY27" fmla="*/ 88900 h 266708"/>
              <a:gd name="connsiteX28" fmla="*/ 1143000 w 1156583"/>
              <a:gd name="connsiteY28" fmla="*/ 76200 h 266708"/>
              <a:gd name="connsiteX29" fmla="*/ 1128713 w 1156583"/>
              <a:gd name="connsiteY29" fmla="*/ 68262 h 266708"/>
              <a:gd name="connsiteX30" fmla="*/ 1156494 w 1156583"/>
              <a:gd name="connsiteY30" fmla="*/ 1587 h 266708"/>
              <a:gd name="connsiteX0" fmla="*/ 0 w 1156583"/>
              <a:gd name="connsiteY0" fmla="*/ 0 h 266708"/>
              <a:gd name="connsiteX1" fmla="*/ 25400 w 1156583"/>
              <a:gd name="connsiteY1" fmla="*/ 31750 h 266708"/>
              <a:gd name="connsiteX2" fmla="*/ 44450 w 1156583"/>
              <a:gd name="connsiteY2" fmla="*/ 38100 h 266708"/>
              <a:gd name="connsiteX3" fmla="*/ 63500 w 1156583"/>
              <a:gd name="connsiteY3" fmla="*/ 50800 h 266708"/>
              <a:gd name="connsiteX4" fmla="*/ 101600 w 1156583"/>
              <a:gd name="connsiteY4" fmla="*/ 63500 h 266708"/>
              <a:gd name="connsiteX5" fmla="*/ 139700 w 1156583"/>
              <a:gd name="connsiteY5" fmla="*/ 82550 h 266708"/>
              <a:gd name="connsiteX6" fmla="*/ 177800 w 1156583"/>
              <a:gd name="connsiteY6" fmla="*/ 114300 h 266708"/>
              <a:gd name="connsiteX7" fmla="*/ 196850 w 1156583"/>
              <a:gd name="connsiteY7" fmla="*/ 120650 h 266708"/>
              <a:gd name="connsiteX8" fmla="*/ 209550 w 1156583"/>
              <a:gd name="connsiteY8" fmla="*/ 139700 h 266708"/>
              <a:gd name="connsiteX9" fmla="*/ 228600 w 1156583"/>
              <a:gd name="connsiteY9" fmla="*/ 146050 h 266708"/>
              <a:gd name="connsiteX10" fmla="*/ 247650 w 1156583"/>
              <a:gd name="connsiteY10" fmla="*/ 158750 h 266708"/>
              <a:gd name="connsiteX11" fmla="*/ 266700 w 1156583"/>
              <a:gd name="connsiteY11" fmla="*/ 165100 h 266708"/>
              <a:gd name="connsiteX12" fmla="*/ 285750 w 1156583"/>
              <a:gd name="connsiteY12" fmla="*/ 177800 h 266708"/>
              <a:gd name="connsiteX13" fmla="*/ 323850 w 1156583"/>
              <a:gd name="connsiteY13" fmla="*/ 190500 h 266708"/>
              <a:gd name="connsiteX14" fmla="*/ 361950 w 1156583"/>
              <a:gd name="connsiteY14" fmla="*/ 215900 h 266708"/>
              <a:gd name="connsiteX15" fmla="*/ 412750 w 1156583"/>
              <a:gd name="connsiteY15" fmla="*/ 228600 h 266708"/>
              <a:gd name="connsiteX16" fmla="*/ 476250 w 1156583"/>
              <a:gd name="connsiteY16" fmla="*/ 247650 h 266708"/>
              <a:gd name="connsiteX17" fmla="*/ 565150 w 1156583"/>
              <a:gd name="connsiteY17" fmla="*/ 254000 h 266708"/>
              <a:gd name="connsiteX18" fmla="*/ 762000 w 1156583"/>
              <a:gd name="connsiteY18" fmla="*/ 254000 h 266708"/>
              <a:gd name="connsiteX19" fmla="*/ 781050 w 1156583"/>
              <a:gd name="connsiteY19" fmla="*/ 241300 h 266708"/>
              <a:gd name="connsiteX20" fmla="*/ 819150 w 1156583"/>
              <a:gd name="connsiteY20" fmla="*/ 234950 h 266708"/>
              <a:gd name="connsiteX21" fmla="*/ 889000 w 1156583"/>
              <a:gd name="connsiteY21" fmla="*/ 215900 h 266708"/>
              <a:gd name="connsiteX22" fmla="*/ 927100 w 1156583"/>
              <a:gd name="connsiteY22" fmla="*/ 203200 h 266708"/>
              <a:gd name="connsiteX23" fmla="*/ 946150 w 1156583"/>
              <a:gd name="connsiteY23" fmla="*/ 196850 h 266708"/>
              <a:gd name="connsiteX24" fmla="*/ 967581 w 1156583"/>
              <a:gd name="connsiteY24" fmla="*/ 146844 h 266708"/>
              <a:gd name="connsiteX25" fmla="*/ 1046162 w 1156583"/>
              <a:gd name="connsiteY25" fmla="*/ 107950 h 266708"/>
              <a:gd name="connsiteX26" fmla="*/ 1081087 w 1156583"/>
              <a:gd name="connsiteY26" fmla="*/ 88900 h 266708"/>
              <a:gd name="connsiteX27" fmla="*/ 1123950 w 1156583"/>
              <a:gd name="connsiteY27" fmla="*/ 88900 h 266708"/>
              <a:gd name="connsiteX28" fmla="*/ 1143000 w 1156583"/>
              <a:gd name="connsiteY28" fmla="*/ 76200 h 266708"/>
              <a:gd name="connsiteX29" fmla="*/ 1128713 w 1156583"/>
              <a:gd name="connsiteY29" fmla="*/ 68262 h 266708"/>
              <a:gd name="connsiteX30" fmla="*/ 1156494 w 1156583"/>
              <a:gd name="connsiteY30" fmla="*/ 1587 h 266708"/>
              <a:gd name="connsiteX0" fmla="*/ 0 w 1156543"/>
              <a:gd name="connsiteY0" fmla="*/ 0 h 266708"/>
              <a:gd name="connsiteX1" fmla="*/ 25400 w 1156543"/>
              <a:gd name="connsiteY1" fmla="*/ 31750 h 266708"/>
              <a:gd name="connsiteX2" fmla="*/ 44450 w 1156543"/>
              <a:gd name="connsiteY2" fmla="*/ 38100 h 266708"/>
              <a:gd name="connsiteX3" fmla="*/ 63500 w 1156543"/>
              <a:gd name="connsiteY3" fmla="*/ 50800 h 266708"/>
              <a:gd name="connsiteX4" fmla="*/ 101600 w 1156543"/>
              <a:gd name="connsiteY4" fmla="*/ 63500 h 266708"/>
              <a:gd name="connsiteX5" fmla="*/ 139700 w 1156543"/>
              <a:gd name="connsiteY5" fmla="*/ 82550 h 266708"/>
              <a:gd name="connsiteX6" fmla="*/ 177800 w 1156543"/>
              <a:gd name="connsiteY6" fmla="*/ 114300 h 266708"/>
              <a:gd name="connsiteX7" fmla="*/ 196850 w 1156543"/>
              <a:gd name="connsiteY7" fmla="*/ 120650 h 266708"/>
              <a:gd name="connsiteX8" fmla="*/ 209550 w 1156543"/>
              <a:gd name="connsiteY8" fmla="*/ 139700 h 266708"/>
              <a:gd name="connsiteX9" fmla="*/ 228600 w 1156543"/>
              <a:gd name="connsiteY9" fmla="*/ 146050 h 266708"/>
              <a:gd name="connsiteX10" fmla="*/ 247650 w 1156543"/>
              <a:gd name="connsiteY10" fmla="*/ 158750 h 266708"/>
              <a:gd name="connsiteX11" fmla="*/ 266700 w 1156543"/>
              <a:gd name="connsiteY11" fmla="*/ 165100 h 266708"/>
              <a:gd name="connsiteX12" fmla="*/ 285750 w 1156543"/>
              <a:gd name="connsiteY12" fmla="*/ 177800 h 266708"/>
              <a:gd name="connsiteX13" fmla="*/ 323850 w 1156543"/>
              <a:gd name="connsiteY13" fmla="*/ 190500 h 266708"/>
              <a:gd name="connsiteX14" fmla="*/ 361950 w 1156543"/>
              <a:gd name="connsiteY14" fmla="*/ 215900 h 266708"/>
              <a:gd name="connsiteX15" fmla="*/ 412750 w 1156543"/>
              <a:gd name="connsiteY15" fmla="*/ 228600 h 266708"/>
              <a:gd name="connsiteX16" fmla="*/ 476250 w 1156543"/>
              <a:gd name="connsiteY16" fmla="*/ 247650 h 266708"/>
              <a:gd name="connsiteX17" fmla="*/ 565150 w 1156543"/>
              <a:gd name="connsiteY17" fmla="*/ 254000 h 266708"/>
              <a:gd name="connsiteX18" fmla="*/ 762000 w 1156543"/>
              <a:gd name="connsiteY18" fmla="*/ 254000 h 266708"/>
              <a:gd name="connsiteX19" fmla="*/ 781050 w 1156543"/>
              <a:gd name="connsiteY19" fmla="*/ 241300 h 266708"/>
              <a:gd name="connsiteX20" fmla="*/ 819150 w 1156543"/>
              <a:gd name="connsiteY20" fmla="*/ 234950 h 266708"/>
              <a:gd name="connsiteX21" fmla="*/ 889000 w 1156543"/>
              <a:gd name="connsiteY21" fmla="*/ 215900 h 266708"/>
              <a:gd name="connsiteX22" fmla="*/ 927100 w 1156543"/>
              <a:gd name="connsiteY22" fmla="*/ 203200 h 266708"/>
              <a:gd name="connsiteX23" fmla="*/ 946150 w 1156543"/>
              <a:gd name="connsiteY23" fmla="*/ 196850 h 266708"/>
              <a:gd name="connsiteX24" fmla="*/ 967581 w 1156543"/>
              <a:gd name="connsiteY24" fmla="*/ 146844 h 266708"/>
              <a:gd name="connsiteX25" fmla="*/ 1046162 w 1156543"/>
              <a:gd name="connsiteY25" fmla="*/ 107950 h 266708"/>
              <a:gd name="connsiteX26" fmla="*/ 1081087 w 1156543"/>
              <a:gd name="connsiteY26" fmla="*/ 88900 h 266708"/>
              <a:gd name="connsiteX27" fmla="*/ 1123950 w 1156543"/>
              <a:gd name="connsiteY27" fmla="*/ 88900 h 266708"/>
              <a:gd name="connsiteX28" fmla="*/ 1143000 w 1156543"/>
              <a:gd name="connsiteY28" fmla="*/ 76200 h 266708"/>
              <a:gd name="connsiteX29" fmla="*/ 1104901 w 1156543"/>
              <a:gd name="connsiteY29" fmla="*/ 68262 h 266708"/>
              <a:gd name="connsiteX30" fmla="*/ 1156494 w 1156543"/>
              <a:gd name="connsiteY30" fmla="*/ 1587 h 266708"/>
              <a:gd name="connsiteX0" fmla="*/ 0 w 1156543"/>
              <a:gd name="connsiteY0" fmla="*/ 0 h 266708"/>
              <a:gd name="connsiteX1" fmla="*/ 25400 w 1156543"/>
              <a:gd name="connsiteY1" fmla="*/ 31750 h 266708"/>
              <a:gd name="connsiteX2" fmla="*/ 44450 w 1156543"/>
              <a:gd name="connsiteY2" fmla="*/ 38100 h 266708"/>
              <a:gd name="connsiteX3" fmla="*/ 63500 w 1156543"/>
              <a:gd name="connsiteY3" fmla="*/ 50800 h 266708"/>
              <a:gd name="connsiteX4" fmla="*/ 101600 w 1156543"/>
              <a:gd name="connsiteY4" fmla="*/ 63500 h 266708"/>
              <a:gd name="connsiteX5" fmla="*/ 139700 w 1156543"/>
              <a:gd name="connsiteY5" fmla="*/ 82550 h 266708"/>
              <a:gd name="connsiteX6" fmla="*/ 177800 w 1156543"/>
              <a:gd name="connsiteY6" fmla="*/ 114300 h 266708"/>
              <a:gd name="connsiteX7" fmla="*/ 196850 w 1156543"/>
              <a:gd name="connsiteY7" fmla="*/ 120650 h 266708"/>
              <a:gd name="connsiteX8" fmla="*/ 209550 w 1156543"/>
              <a:gd name="connsiteY8" fmla="*/ 139700 h 266708"/>
              <a:gd name="connsiteX9" fmla="*/ 228600 w 1156543"/>
              <a:gd name="connsiteY9" fmla="*/ 146050 h 266708"/>
              <a:gd name="connsiteX10" fmla="*/ 247650 w 1156543"/>
              <a:gd name="connsiteY10" fmla="*/ 158750 h 266708"/>
              <a:gd name="connsiteX11" fmla="*/ 266700 w 1156543"/>
              <a:gd name="connsiteY11" fmla="*/ 165100 h 266708"/>
              <a:gd name="connsiteX12" fmla="*/ 285750 w 1156543"/>
              <a:gd name="connsiteY12" fmla="*/ 177800 h 266708"/>
              <a:gd name="connsiteX13" fmla="*/ 323850 w 1156543"/>
              <a:gd name="connsiteY13" fmla="*/ 190500 h 266708"/>
              <a:gd name="connsiteX14" fmla="*/ 361950 w 1156543"/>
              <a:gd name="connsiteY14" fmla="*/ 215900 h 266708"/>
              <a:gd name="connsiteX15" fmla="*/ 412750 w 1156543"/>
              <a:gd name="connsiteY15" fmla="*/ 228600 h 266708"/>
              <a:gd name="connsiteX16" fmla="*/ 476250 w 1156543"/>
              <a:gd name="connsiteY16" fmla="*/ 247650 h 266708"/>
              <a:gd name="connsiteX17" fmla="*/ 565150 w 1156543"/>
              <a:gd name="connsiteY17" fmla="*/ 254000 h 266708"/>
              <a:gd name="connsiteX18" fmla="*/ 762000 w 1156543"/>
              <a:gd name="connsiteY18" fmla="*/ 254000 h 266708"/>
              <a:gd name="connsiteX19" fmla="*/ 781050 w 1156543"/>
              <a:gd name="connsiteY19" fmla="*/ 241300 h 266708"/>
              <a:gd name="connsiteX20" fmla="*/ 819150 w 1156543"/>
              <a:gd name="connsiteY20" fmla="*/ 234950 h 266708"/>
              <a:gd name="connsiteX21" fmla="*/ 889000 w 1156543"/>
              <a:gd name="connsiteY21" fmla="*/ 215900 h 266708"/>
              <a:gd name="connsiteX22" fmla="*/ 927100 w 1156543"/>
              <a:gd name="connsiteY22" fmla="*/ 203200 h 266708"/>
              <a:gd name="connsiteX23" fmla="*/ 946150 w 1156543"/>
              <a:gd name="connsiteY23" fmla="*/ 196850 h 266708"/>
              <a:gd name="connsiteX24" fmla="*/ 969963 w 1156543"/>
              <a:gd name="connsiteY24" fmla="*/ 146844 h 266708"/>
              <a:gd name="connsiteX25" fmla="*/ 1046162 w 1156543"/>
              <a:gd name="connsiteY25" fmla="*/ 107950 h 266708"/>
              <a:gd name="connsiteX26" fmla="*/ 1081087 w 1156543"/>
              <a:gd name="connsiteY26" fmla="*/ 88900 h 266708"/>
              <a:gd name="connsiteX27" fmla="*/ 1123950 w 1156543"/>
              <a:gd name="connsiteY27" fmla="*/ 88900 h 266708"/>
              <a:gd name="connsiteX28" fmla="*/ 1143000 w 1156543"/>
              <a:gd name="connsiteY28" fmla="*/ 76200 h 266708"/>
              <a:gd name="connsiteX29" fmla="*/ 1104901 w 1156543"/>
              <a:gd name="connsiteY29" fmla="*/ 68262 h 266708"/>
              <a:gd name="connsiteX30" fmla="*/ 1156494 w 1156543"/>
              <a:gd name="connsiteY30" fmla="*/ 1587 h 266708"/>
              <a:gd name="connsiteX0" fmla="*/ 0 w 1156543"/>
              <a:gd name="connsiteY0" fmla="*/ 0 h 266708"/>
              <a:gd name="connsiteX1" fmla="*/ 25400 w 1156543"/>
              <a:gd name="connsiteY1" fmla="*/ 31750 h 266708"/>
              <a:gd name="connsiteX2" fmla="*/ 44450 w 1156543"/>
              <a:gd name="connsiteY2" fmla="*/ 38100 h 266708"/>
              <a:gd name="connsiteX3" fmla="*/ 63500 w 1156543"/>
              <a:gd name="connsiteY3" fmla="*/ 50800 h 266708"/>
              <a:gd name="connsiteX4" fmla="*/ 101600 w 1156543"/>
              <a:gd name="connsiteY4" fmla="*/ 63500 h 266708"/>
              <a:gd name="connsiteX5" fmla="*/ 139700 w 1156543"/>
              <a:gd name="connsiteY5" fmla="*/ 82550 h 266708"/>
              <a:gd name="connsiteX6" fmla="*/ 177800 w 1156543"/>
              <a:gd name="connsiteY6" fmla="*/ 114300 h 266708"/>
              <a:gd name="connsiteX7" fmla="*/ 196850 w 1156543"/>
              <a:gd name="connsiteY7" fmla="*/ 120650 h 266708"/>
              <a:gd name="connsiteX8" fmla="*/ 209550 w 1156543"/>
              <a:gd name="connsiteY8" fmla="*/ 139700 h 266708"/>
              <a:gd name="connsiteX9" fmla="*/ 228600 w 1156543"/>
              <a:gd name="connsiteY9" fmla="*/ 146050 h 266708"/>
              <a:gd name="connsiteX10" fmla="*/ 247650 w 1156543"/>
              <a:gd name="connsiteY10" fmla="*/ 158750 h 266708"/>
              <a:gd name="connsiteX11" fmla="*/ 266700 w 1156543"/>
              <a:gd name="connsiteY11" fmla="*/ 165100 h 266708"/>
              <a:gd name="connsiteX12" fmla="*/ 285750 w 1156543"/>
              <a:gd name="connsiteY12" fmla="*/ 177800 h 266708"/>
              <a:gd name="connsiteX13" fmla="*/ 323850 w 1156543"/>
              <a:gd name="connsiteY13" fmla="*/ 190500 h 266708"/>
              <a:gd name="connsiteX14" fmla="*/ 361950 w 1156543"/>
              <a:gd name="connsiteY14" fmla="*/ 215900 h 266708"/>
              <a:gd name="connsiteX15" fmla="*/ 412750 w 1156543"/>
              <a:gd name="connsiteY15" fmla="*/ 228600 h 266708"/>
              <a:gd name="connsiteX16" fmla="*/ 476250 w 1156543"/>
              <a:gd name="connsiteY16" fmla="*/ 247650 h 266708"/>
              <a:gd name="connsiteX17" fmla="*/ 565150 w 1156543"/>
              <a:gd name="connsiteY17" fmla="*/ 254000 h 266708"/>
              <a:gd name="connsiteX18" fmla="*/ 762000 w 1156543"/>
              <a:gd name="connsiteY18" fmla="*/ 254000 h 266708"/>
              <a:gd name="connsiteX19" fmla="*/ 781050 w 1156543"/>
              <a:gd name="connsiteY19" fmla="*/ 241300 h 266708"/>
              <a:gd name="connsiteX20" fmla="*/ 819150 w 1156543"/>
              <a:gd name="connsiteY20" fmla="*/ 234950 h 266708"/>
              <a:gd name="connsiteX21" fmla="*/ 889000 w 1156543"/>
              <a:gd name="connsiteY21" fmla="*/ 215900 h 266708"/>
              <a:gd name="connsiteX22" fmla="*/ 927100 w 1156543"/>
              <a:gd name="connsiteY22" fmla="*/ 203200 h 266708"/>
              <a:gd name="connsiteX23" fmla="*/ 924719 w 1156543"/>
              <a:gd name="connsiteY23" fmla="*/ 192087 h 266708"/>
              <a:gd name="connsiteX24" fmla="*/ 969963 w 1156543"/>
              <a:gd name="connsiteY24" fmla="*/ 146844 h 266708"/>
              <a:gd name="connsiteX25" fmla="*/ 1046162 w 1156543"/>
              <a:gd name="connsiteY25" fmla="*/ 107950 h 266708"/>
              <a:gd name="connsiteX26" fmla="*/ 1081087 w 1156543"/>
              <a:gd name="connsiteY26" fmla="*/ 88900 h 266708"/>
              <a:gd name="connsiteX27" fmla="*/ 1123950 w 1156543"/>
              <a:gd name="connsiteY27" fmla="*/ 88900 h 266708"/>
              <a:gd name="connsiteX28" fmla="*/ 1143000 w 1156543"/>
              <a:gd name="connsiteY28" fmla="*/ 76200 h 266708"/>
              <a:gd name="connsiteX29" fmla="*/ 1104901 w 1156543"/>
              <a:gd name="connsiteY29" fmla="*/ 68262 h 266708"/>
              <a:gd name="connsiteX30" fmla="*/ 1156494 w 1156543"/>
              <a:gd name="connsiteY30" fmla="*/ 1587 h 266708"/>
              <a:gd name="connsiteX0" fmla="*/ 0 w 1156543"/>
              <a:gd name="connsiteY0" fmla="*/ 0 h 266708"/>
              <a:gd name="connsiteX1" fmla="*/ 25400 w 1156543"/>
              <a:gd name="connsiteY1" fmla="*/ 31750 h 266708"/>
              <a:gd name="connsiteX2" fmla="*/ 44450 w 1156543"/>
              <a:gd name="connsiteY2" fmla="*/ 38100 h 266708"/>
              <a:gd name="connsiteX3" fmla="*/ 63500 w 1156543"/>
              <a:gd name="connsiteY3" fmla="*/ 50800 h 266708"/>
              <a:gd name="connsiteX4" fmla="*/ 101600 w 1156543"/>
              <a:gd name="connsiteY4" fmla="*/ 63500 h 266708"/>
              <a:gd name="connsiteX5" fmla="*/ 139700 w 1156543"/>
              <a:gd name="connsiteY5" fmla="*/ 82550 h 266708"/>
              <a:gd name="connsiteX6" fmla="*/ 177800 w 1156543"/>
              <a:gd name="connsiteY6" fmla="*/ 114300 h 266708"/>
              <a:gd name="connsiteX7" fmla="*/ 196850 w 1156543"/>
              <a:gd name="connsiteY7" fmla="*/ 120650 h 266708"/>
              <a:gd name="connsiteX8" fmla="*/ 209550 w 1156543"/>
              <a:gd name="connsiteY8" fmla="*/ 139700 h 266708"/>
              <a:gd name="connsiteX9" fmla="*/ 228600 w 1156543"/>
              <a:gd name="connsiteY9" fmla="*/ 146050 h 266708"/>
              <a:gd name="connsiteX10" fmla="*/ 247650 w 1156543"/>
              <a:gd name="connsiteY10" fmla="*/ 158750 h 266708"/>
              <a:gd name="connsiteX11" fmla="*/ 266700 w 1156543"/>
              <a:gd name="connsiteY11" fmla="*/ 165100 h 266708"/>
              <a:gd name="connsiteX12" fmla="*/ 285750 w 1156543"/>
              <a:gd name="connsiteY12" fmla="*/ 177800 h 266708"/>
              <a:gd name="connsiteX13" fmla="*/ 323850 w 1156543"/>
              <a:gd name="connsiteY13" fmla="*/ 190500 h 266708"/>
              <a:gd name="connsiteX14" fmla="*/ 361950 w 1156543"/>
              <a:gd name="connsiteY14" fmla="*/ 215900 h 266708"/>
              <a:gd name="connsiteX15" fmla="*/ 412750 w 1156543"/>
              <a:gd name="connsiteY15" fmla="*/ 228600 h 266708"/>
              <a:gd name="connsiteX16" fmla="*/ 476250 w 1156543"/>
              <a:gd name="connsiteY16" fmla="*/ 247650 h 266708"/>
              <a:gd name="connsiteX17" fmla="*/ 565150 w 1156543"/>
              <a:gd name="connsiteY17" fmla="*/ 254000 h 266708"/>
              <a:gd name="connsiteX18" fmla="*/ 762000 w 1156543"/>
              <a:gd name="connsiteY18" fmla="*/ 254000 h 266708"/>
              <a:gd name="connsiteX19" fmla="*/ 781050 w 1156543"/>
              <a:gd name="connsiteY19" fmla="*/ 241300 h 266708"/>
              <a:gd name="connsiteX20" fmla="*/ 819150 w 1156543"/>
              <a:gd name="connsiteY20" fmla="*/ 234950 h 266708"/>
              <a:gd name="connsiteX21" fmla="*/ 889000 w 1156543"/>
              <a:gd name="connsiteY21" fmla="*/ 215900 h 266708"/>
              <a:gd name="connsiteX22" fmla="*/ 891382 w 1156543"/>
              <a:gd name="connsiteY22" fmla="*/ 193675 h 266708"/>
              <a:gd name="connsiteX23" fmla="*/ 924719 w 1156543"/>
              <a:gd name="connsiteY23" fmla="*/ 192087 h 266708"/>
              <a:gd name="connsiteX24" fmla="*/ 969963 w 1156543"/>
              <a:gd name="connsiteY24" fmla="*/ 146844 h 266708"/>
              <a:gd name="connsiteX25" fmla="*/ 1046162 w 1156543"/>
              <a:gd name="connsiteY25" fmla="*/ 107950 h 266708"/>
              <a:gd name="connsiteX26" fmla="*/ 1081087 w 1156543"/>
              <a:gd name="connsiteY26" fmla="*/ 88900 h 266708"/>
              <a:gd name="connsiteX27" fmla="*/ 1123950 w 1156543"/>
              <a:gd name="connsiteY27" fmla="*/ 88900 h 266708"/>
              <a:gd name="connsiteX28" fmla="*/ 1143000 w 1156543"/>
              <a:gd name="connsiteY28" fmla="*/ 76200 h 266708"/>
              <a:gd name="connsiteX29" fmla="*/ 1104901 w 1156543"/>
              <a:gd name="connsiteY29" fmla="*/ 68262 h 266708"/>
              <a:gd name="connsiteX30" fmla="*/ 1156494 w 1156543"/>
              <a:gd name="connsiteY30" fmla="*/ 1587 h 266708"/>
              <a:gd name="connsiteX0" fmla="*/ 0 w 1156543"/>
              <a:gd name="connsiteY0" fmla="*/ 0 h 266708"/>
              <a:gd name="connsiteX1" fmla="*/ 25400 w 1156543"/>
              <a:gd name="connsiteY1" fmla="*/ 31750 h 266708"/>
              <a:gd name="connsiteX2" fmla="*/ 44450 w 1156543"/>
              <a:gd name="connsiteY2" fmla="*/ 38100 h 266708"/>
              <a:gd name="connsiteX3" fmla="*/ 63500 w 1156543"/>
              <a:gd name="connsiteY3" fmla="*/ 50800 h 266708"/>
              <a:gd name="connsiteX4" fmla="*/ 101600 w 1156543"/>
              <a:gd name="connsiteY4" fmla="*/ 63500 h 266708"/>
              <a:gd name="connsiteX5" fmla="*/ 139700 w 1156543"/>
              <a:gd name="connsiteY5" fmla="*/ 82550 h 266708"/>
              <a:gd name="connsiteX6" fmla="*/ 177800 w 1156543"/>
              <a:gd name="connsiteY6" fmla="*/ 114300 h 266708"/>
              <a:gd name="connsiteX7" fmla="*/ 196850 w 1156543"/>
              <a:gd name="connsiteY7" fmla="*/ 120650 h 266708"/>
              <a:gd name="connsiteX8" fmla="*/ 209550 w 1156543"/>
              <a:gd name="connsiteY8" fmla="*/ 139700 h 266708"/>
              <a:gd name="connsiteX9" fmla="*/ 228600 w 1156543"/>
              <a:gd name="connsiteY9" fmla="*/ 146050 h 266708"/>
              <a:gd name="connsiteX10" fmla="*/ 247650 w 1156543"/>
              <a:gd name="connsiteY10" fmla="*/ 158750 h 266708"/>
              <a:gd name="connsiteX11" fmla="*/ 266700 w 1156543"/>
              <a:gd name="connsiteY11" fmla="*/ 165100 h 266708"/>
              <a:gd name="connsiteX12" fmla="*/ 285750 w 1156543"/>
              <a:gd name="connsiteY12" fmla="*/ 177800 h 266708"/>
              <a:gd name="connsiteX13" fmla="*/ 323850 w 1156543"/>
              <a:gd name="connsiteY13" fmla="*/ 190500 h 266708"/>
              <a:gd name="connsiteX14" fmla="*/ 361950 w 1156543"/>
              <a:gd name="connsiteY14" fmla="*/ 215900 h 266708"/>
              <a:gd name="connsiteX15" fmla="*/ 412750 w 1156543"/>
              <a:gd name="connsiteY15" fmla="*/ 228600 h 266708"/>
              <a:gd name="connsiteX16" fmla="*/ 476250 w 1156543"/>
              <a:gd name="connsiteY16" fmla="*/ 247650 h 266708"/>
              <a:gd name="connsiteX17" fmla="*/ 565150 w 1156543"/>
              <a:gd name="connsiteY17" fmla="*/ 254000 h 266708"/>
              <a:gd name="connsiteX18" fmla="*/ 762000 w 1156543"/>
              <a:gd name="connsiteY18" fmla="*/ 254000 h 266708"/>
              <a:gd name="connsiteX19" fmla="*/ 781050 w 1156543"/>
              <a:gd name="connsiteY19" fmla="*/ 241300 h 266708"/>
              <a:gd name="connsiteX20" fmla="*/ 819150 w 1156543"/>
              <a:gd name="connsiteY20" fmla="*/ 234950 h 266708"/>
              <a:gd name="connsiteX21" fmla="*/ 853281 w 1156543"/>
              <a:gd name="connsiteY21" fmla="*/ 206375 h 266708"/>
              <a:gd name="connsiteX22" fmla="*/ 891382 w 1156543"/>
              <a:gd name="connsiteY22" fmla="*/ 193675 h 266708"/>
              <a:gd name="connsiteX23" fmla="*/ 924719 w 1156543"/>
              <a:gd name="connsiteY23" fmla="*/ 192087 h 266708"/>
              <a:gd name="connsiteX24" fmla="*/ 969963 w 1156543"/>
              <a:gd name="connsiteY24" fmla="*/ 146844 h 266708"/>
              <a:gd name="connsiteX25" fmla="*/ 1046162 w 1156543"/>
              <a:gd name="connsiteY25" fmla="*/ 107950 h 266708"/>
              <a:gd name="connsiteX26" fmla="*/ 1081087 w 1156543"/>
              <a:gd name="connsiteY26" fmla="*/ 88900 h 266708"/>
              <a:gd name="connsiteX27" fmla="*/ 1123950 w 1156543"/>
              <a:gd name="connsiteY27" fmla="*/ 88900 h 266708"/>
              <a:gd name="connsiteX28" fmla="*/ 1143000 w 1156543"/>
              <a:gd name="connsiteY28" fmla="*/ 76200 h 266708"/>
              <a:gd name="connsiteX29" fmla="*/ 1104901 w 1156543"/>
              <a:gd name="connsiteY29" fmla="*/ 68262 h 266708"/>
              <a:gd name="connsiteX30" fmla="*/ 1156494 w 1156543"/>
              <a:gd name="connsiteY30" fmla="*/ 1587 h 266708"/>
              <a:gd name="connsiteX0" fmla="*/ 0 w 1156543"/>
              <a:gd name="connsiteY0" fmla="*/ 0 h 266708"/>
              <a:gd name="connsiteX1" fmla="*/ 25400 w 1156543"/>
              <a:gd name="connsiteY1" fmla="*/ 31750 h 266708"/>
              <a:gd name="connsiteX2" fmla="*/ 44450 w 1156543"/>
              <a:gd name="connsiteY2" fmla="*/ 38100 h 266708"/>
              <a:gd name="connsiteX3" fmla="*/ 63500 w 1156543"/>
              <a:gd name="connsiteY3" fmla="*/ 50800 h 266708"/>
              <a:gd name="connsiteX4" fmla="*/ 101600 w 1156543"/>
              <a:gd name="connsiteY4" fmla="*/ 63500 h 266708"/>
              <a:gd name="connsiteX5" fmla="*/ 139700 w 1156543"/>
              <a:gd name="connsiteY5" fmla="*/ 82550 h 266708"/>
              <a:gd name="connsiteX6" fmla="*/ 177800 w 1156543"/>
              <a:gd name="connsiteY6" fmla="*/ 114300 h 266708"/>
              <a:gd name="connsiteX7" fmla="*/ 196850 w 1156543"/>
              <a:gd name="connsiteY7" fmla="*/ 120650 h 266708"/>
              <a:gd name="connsiteX8" fmla="*/ 209550 w 1156543"/>
              <a:gd name="connsiteY8" fmla="*/ 139700 h 266708"/>
              <a:gd name="connsiteX9" fmla="*/ 228600 w 1156543"/>
              <a:gd name="connsiteY9" fmla="*/ 146050 h 266708"/>
              <a:gd name="connsiteX10" fmla="*/ 247650 w 1156543"/>
              <a:gd name="connsiteY10" fmla="*/ 158750 h 266708"/>
              <a:gd name="connsiteX11" fmla="*/ 266700 w 1156543"/>
              <a:gd name="connsiteY11" fmla="*/ 165100 h 266708"/>
              <a:gd name="connsiteX12" fmla="*/ 285750 w 1156543"/>
              <a:gd name="connsiteY12" fmla="*/ 177800 h 266708"/>
              <a:gd name="connsiteX13" fmla="*/ 323850 w 1156543"/>
              <a:gd name="connsiteY13" fmla="*/ 190500 h 266708"/>
              <a:gd name="connsiteX14" fmla="*/ 361950 w 1156543"/>
              <a:gd name="connsiteY14" fmla="*/ 215900 h 266708"/>
              <a:gd name="connsiteX15" fmla="*/ 412750 w 1156543"/>
              <a:gd name="connsiteY15" fmla="*/ 228600 h 266708"/>
              <a:gd name="connsiteX16" fmla="*/ 476250 w 1156543"/>
              <a:gd name="connsiteY16" fmla="*/ 247650 h 266708"/>
              <a:gd name="connsiteX17" fmla="*/ 565150 w 1156543"/>
              <a:gd name="connsiteY17" fmla="*/ 254000 h 266708"/>
              <a:gd name="connsiteX18" fmla="*/ 762000 w 1156543"/>
              <a:gd name="connsiteY18" fmla="*/ 254000 h 266708"/>
              <a:gd name="connsiteX19" fmla="*/ 781050 w 1156543"/>
              <a:gd name="connsiteY19" fmla="*/ 241300 h 266708"/>
              <a:gd name="connsiteX20" fmla="*/ 819150 w 1156543"/>
              <a:gd name="connsiteY20" fmla="*/ 234950 h 266708"/>
              <a:gd name="connsiteX21" fmla="*/ 850900 w 1156543"/>
              <a:gd name="connsiteY21" fmla="*/ 220662 h 266708"/>
              <a:gd name="connsiteX22" fmla="*/ 891382 w 1156543"/>
              <a:gd name="connsiteY22" fmla="*/ 193675 h 266708"/>
              <a:gd name="connsiteX23" fmla="*/ 924719 w 1156543"/>
              <a:gd name="connsiteY23" fmla="*/ 192087 h 266708"/>
              <a:gd name="connsiteX24" fmla="*/ 969963 w 1156543"/>
              <a:gd name="connsiteY24" fmla="*/ 146844 h 266708"/>
              <a:gd name="connsiteX25" fmla="*/ 1046162 w 1156543"/>
              <a:gd name="connsiteY25" fmla="*/ 107950 h 266708"/>
              <a:gd name="connsiteX26" fmla="*/ 1081087 w 1156543"/>
              <a:gd name="connsiteY26" fmla="*/ 88900 h 266708"/>
              <a:gd name="connsiteX27" fmla="*/ 1123950 w 1156543"/>
              <a:gd name="connsiteY27" fmla="*/ 88900 h 266708"/>
              <a:gd name="connsiteX28" fmla="*/ 1143000 w 1156543"/>
              <a:gd name="connsiteY28" fmla="*/ 76200 h 266708"/>
              <a:gd name="connsiteX29" fmla="*/ 1104901 w 1156543"/>
              <a:gd name="connsiteY29" fmla="*/ 68262 h 266708"/>
              <a:gd name="connsiteX30" fmla="*/ 1156494 w 1156543"/>
              <a:gd name="connsiteY30" fmla="*/ 1587 h 266708"/>
              <a:gd name="connsiteX0" fmla="*/ 0 w 1156543"/>
              <a:gd name="connsiteY0" fmla="*/ 0 h 266708"/>
              <a:gd name="connsiteX1" fmla="*/ 25400 w 1156543"/>
              <a:gd name="connsiteY1" fmla="*/ 31750 h 266708"/>
              <a:gd name="connsiteX2" fmla="*/ 44450 w 1156543"/>
              <a:gd name="connsiteY2" fmla="*/ 38100 h 266708"/>
              <a:gd name="connsiteX3" fmla="*/ 63500 w 1156543"/>
              <a:gd name="connsiteY3" fmla="*/ 50800 h 266708"/>
              <a:gd name="connsiteX4" fmla="*/ 101600 w 1156543"/>
              <a:gd name="connsiteY4" fmla="*/ 63500 h 266708"/>
              <a:gd name="connsiteX5" fmla="*/ 139700 w 1156543"/>
              <a:gd name="connsiteY5" fmla="*/ 82550 h 266708"/>
              <a:gd name="connsiteX6" fmla="*/ 177800 w 1156543"/>
              <a:gd name="connsiteY6" fmla="*/ 114300 h 266708"/>
              <a:gd name="connsiteX7" fmla="*/ 196850 w 1156543"/>
              <a:gd name="connsiteY7" fmla="*/ 120650 h 266708"/>
              <a:gd name="connsiteX8" fmla="*/ 209550 w 1156543"/>
              <a:gd name="connsiteY8" fmla="*/ 139700 h 266708"/>
              <a:gd name="connsiteX9" fmla="*/ 228600 w 1156543"/>
              <a:gd name="connsiteY9" fmla="*/ 146050 h 266708"/>
              <a:gd name="connsiteX10" fmla="*/ 247650 w 1156543"/>
              <a:gd name="connsiteY10" fmla="*/ 158750 h 266708"/>
              <a:gd name="connsiteX11" fmla="*/ 266700 w 1156543"/>
              <a:gd name="connsiteY11" fmla="*/ 165100 h 266708"/>
              <a:gd name="connsiteX12" fmla="*/ 285750 w 1156543"/>
              <a:gd name="connsiteY12" fmla="*/ 177800 h 266708"/>
              <a:gd name="connsiteX13" fmla="*/ 323850 w 1156543"/>
              <a:gd name="connsiteY13" fmla="*/ 190500 h 266708"/>
              <a:gd name="connsiteX14" fmla="*/ 361950 w 1156543"/>
              <a:gd name="connsiteY14" fmla="*/ 215900 h 266708"/>
              <a:gd name="connsiteX15" fmla="*/ 412750 w 1156543"/>
              <a:gd name="connsiteY15" fmla="*/ 228600 h 266708"/>
              <a:gd name="connsiteX16" fmla="*/ 476250 w 1156543"/>
              <a:gd name="connsiteY16" fmla="*/ 247650 h 266708"/>
              <a:gd name="connsiteX17" fmla="*/ 565150 w 1156543"/>
              <a:gd name="connsiteY17" fmla="*/ 254000 h 266708"/>
              <a:gd name="connsiteX18" fmla="*/ 762000 w 1156543"/>
              <a:gd name="connsiteY18" fmla="*/ 254000 h 266708"/>
              <a:gd name="connsiteX19" fmla="*/ 781050 w 1156543"/>
              <a:gd name="connsiteY19" fmla="*/ 241300 h 266708"/>
              <a:gd name="connsiteX20" fmla="*/ 819150 w 1156543"/>
              <a:gd name="connsiteY20" fmla="*/ 234950 h 266708"/>
              <a:gd name="connsiteX21" fmla="*/ 850900 w 1156543"/>
              <a:gd name="connsiteY21" fmla="*/ 220662 h 266708"/>
              <a:gd name="connsiteX22" fmla="*/ 891382 w 1156543"/>
              <a:gd name="connsiteY22" fmla="*/ 193675 h 266708"/>
              <a:gd name="connsiteX23" fmla="*/ 915194 w 1156543"/>
              <a:gd name="connsiteY23" fmla="*/ 180181 h 266708"/>
              <a:gd name="connsiteX24" fmla="*/ 969963 w 1156543"/>
              <a:gd name="connsiteY24" fmla="*/ 146844 h 266708"/>
              <a:gd name="connsiteX25" fmla="*/ 1046162 w 1156543"/>
              <a:gd name="connsiteY25" fmla="*/ 107950 h 266708"/>
              <a:gd name="connsiteX26" fmla="*/ 1081087 w 1156543"/>
              <a:gd name="connsiteY26" fmla="*/ 88900 h 266708"/>
              <a:gd name="connsiteX27" fmla="*/ 1123950 w 1156543"/>
              <a:gd name="connsiteY27" fmla="*/ 88900 h 266708"/>
              <a:gd name="connsiteX28" fmla="*/ 1143000 w 1156543"/>
              <a:gd name="connsiteY28" fmla="*/ 76200 h 266708"/>
              <a:gd name="connsiteX29" fmla="*/ 1104901 w 1156543"/>
              <a:gd name="connsiteY29" fmla="*/ 68262 h 266708"/>
              <a:gd name="connsiteX30" fmla="*/ 1156494 w 1156543"/>
              <a:gd name="connsiteY30" fmla="*/ 1587 h 266708"/>
              <a:gd name="connsiteX0" fmla="*/ 0 w 1156550"/>
              <a:gd name="connsiteY0" fmla="*/ 0 h 266708"/>
              <a:gd name="connsiteX1" fmla="*/ 25400 w 1156550"/>
              <a:gd name="connsiteY1" fmla="*/ 31750 h 266708"/>
              <a:gd name="connsiteX2" fmla="*/ 44450 w 1156550"/>
              <a:gd name="connsiteY2" fmla="*/ 38100 h 266708"/>
              <a:gd name="connsiteX3" fmla="*/ 63500 w 1156550"/>
              <a:gd name="connsiteY3" fmla="*/ 50800 h 266708"/>
              <a:gd name="connsiteX4" fmla="*/ 101600 w 1156550"/>
              <a:gd name="connsiteY4" fmla="*/ 63500 h 266708"/>
              <a:gd name="connsiteX5" fmla="*/ 139700 w 1156550"/>
              <a:gd name="connsiteY5" fmla="*/ 82550 h 266708"/>
              <a:gd name="connsiteX6" fmla="*/ 177800 w 1156550"/>
              <a:gd name="connsiteY6" fmla="*/ 114300 h 266708"/>
              <a:gd name="connsiteX7" fmla="*/ 196850 w 1156550"/>
              <a:gd name="connsiteY7" fmla="*/ 120650 h 266708"/>
              <a:gd name="connsiteX8" fmla="*/ 209550 w 1156550"/>
              <a:gd name="connsiteY8" fmla="*/ 139700 h 266708"/>
              <a:gd name="connsiteX9" fmla="*/ 228600 w 1156550"/>
              <a:gd name="connsiteY9" fmla="*/ 146050 h 266708"/>
              <a:gd name="connsiteX10" fmla="*/ 247650 w 1156550"/>
              <a:gd name="connsiteY10" fmla="*/ 158750 h 266708"/>
              <a:gd name="connsiteX11" fmla="*/ 266700 w 1156550"/>
              <a:gd name="connsiteY11" fmla="*/ 165100 h 266708"/>
              <a:gd name="connsiteX12" fmla="*/ 285750 w 1156550"/>
              <a:gd name="connsiteY12" fmla="*/ 177800 h 266708"/>
              <a:gd name="connsiteX13" fmla="*/ 323850 w 1156550"/>
              <a:gd name="connsiteY13" fmla="*/ 190500 h 266708"/>
              <a:gd name="connsiteX14" fmla="*/ 361950 w 1156550"/>
              <a:gd name="connsiteY14" fmla="*/ 215900 h 266708"/>
              <a:gd name="connsiteX15" fmla="*/ 412750 w 1156550"/>
              <a:gd name="connsiteY15" fmla="*/ 228600 h 266708"/>
              <a:gd name="connsiteX16" fmla="*/ 476250 w 1156550"/>
              <a:gd name="connsiteY16" fmla="*/ 247650 h 266708"/>
              <a:gd name="connsiteX17" fmla="*/ 565150 w 1156550"/>
              <a:gd name="connsiteY17" fmla="*/ 254000 h 266708"/>
              <a:gd name="connsiteX18" fmla="*/ 762000 w 1156550"/>
              <a:gd name="connsiteY18" fmla="*/ 254000 h 266708"/>
              <a:gd name="connsiteX19" fmla="*/ 781050 w 1156550"/>
              <a:gd name="connsiteY19" fmla="*/ 241300 h 266708"/>
              <a:gd name="connsiteX20" fmla="*/ 819150 w 1156550"/>
              <a:gd name="connsiteY20" fmla="*/ 234950 h 266708"/>
              <a:gd name="connsiteX21" fmla="*/ 850900 w 1156550"/>
              <a:gd name="connsiteY21" fmla="*/ 220662 h 266708"/>
              <a:gd name="connsiteX22" fmla="*/ 891382 w 1156550"/>
              <a:gd name="connsiteY22" fmla="*/ 193675 h 266708"/>
              <a:gd name="connsiteX23" fmla="*/ 915194 w 1156550"/>
              <a:gd name="connsiteY23" fmla="*/ 180181 h 266708"/>
              <a:gd name="connsiteX24" fmla="*/ 969963 w 1156550"/>
              <a:gd name="connsiteY24" fmla="*/ 146844 h 266708"/>
              <a:gd name="connsiteX25" fmla="*/ 1046162 w 1156550"/>
              <a:gd name="connsiteY25" fmla="*/ 107950 h 266708"/>
              <a:gd name="connsiteX26" fmla="*/ 1081087 w 1156550"/>
              <a:gd name="connsiteY26" fmla="*/ 88900 h 266708"/>
              <a:gd name="connsiteX27" fmla="*/ 1123950 w 1156550"/>
              <a:gd name="connsiteY27" fmla="*/ 88900 h 266708"/>
              <a:gd name="connsiteX28" fmla="*/ 1102519 w 1156550"/>
              <a:gd name="connsiteY28" fmla="*/ 66675 h 266708"/>
              <a:gd name="connsiteX29" fmla="*/ 1104901 w 1156550"/>
              <a:gd name="connsiteY29" fmla="*/ 68262 h 266708"/>
              <a:gd name="connsiteX30" fmla="*/ 1156494 w 1156550"/>
              <a:gd name="connsiteY30" fmla="*/ 1587 h 266708"/>
              <a:gd name="connsiteX0" fmla="*/ 0 w 1156550"/>
              <a:gd name="connsiteY0" fmla="*/ 0 h 266708"/>
              <a:gd name="connsiteX1" fmla="*/ 25400 w 1156550"/>
              <a:gd name="connsiteY1" fmla="*/ 31750 h 266708"/>
              <a:gd name="connsiteX2" fmla="*/ 44450 w 1156550"/>
              <a:gd name="connsiteY2" fmla="*/ 38100 h 266708"/>
              <a:gd name="connsiteX3" fmla="*/ 63500 w 1156550"/>
              <a:gd name="connsiteY3" fmla="*/ 50800 h 266708"/>
              <a:gd name="connsiteX4" fmla="*/ 101600 w 1156550"/>
              <a:gd name="connsiteY4" fmla="*/ 63500 h 266708"/>
              <a:gd name="connsiteX5" fmla="*/ 139700 w 1156550"/>
              <a:gd name="connsiteY5" fmla="*/ 82550 h 266708"/>
              <a:gd name="connsiteX6" fmla="*/ 177800 w 1156550"/>
              <a:gd name="connsiteY6" fmla="*/ 114300 h 266708"/>
              <a:gd name="connsiteX7" fmla="*/ 196850 w 1156550"/>
              <a:gd name="connsiteY7" fmla="*/ 120650 h 266708"/>
              <a:gd name="connsiteX8" fmla="*/ 209550 w 1156550"/>
              <a:gd name="connsiteY8" fmla="*/ 139700 h 266708"/>
              <a:gd name="connsiteX9" fmla="*/ 228600 w 1156550"/>
              <a:gd name="connsiteY9" fmla="*/ 146050 h 266708"/>
              <a:gd name="connsiteX10" fmla="*/ 247650 w 1156550"/>
              <a:gd name="connsiteY10" fmla="*/ 158750 h 266708"/>
              <a:gd name="connsiteX11" fmla="*/ 266700 w 1156550"/>
              <a:gd name="connsiteY11" fmla="*/ 165100 h 266708"/>
              <a:gd name="connsiteX12" fmla="*/ 285750 w 1156550"/>
              <a:gd name="connsiteY12" fmla="*/ 177800 h 266708"/>
              <a:gd name="connsiteX13" fmla="*/ 323850 w 1156550"/>
              <a:gd name="connsiteY13" fmla="*/ 190500 h 266708"/>
              <a:gd name="connsiteX14" fmla="*/ 361950 w 1156550"/>
              <a:gd name="connsiteY14" fmla="*/ 215900 h 266708"/>
              <a:gd name="connsiteX15" fmla="*/ 412750 w 1156550"/>
              <a:gd name="connsiteY15" fmla="*/ 228600 h 266708"/>
              <a:gd name="connsiteX16" fmla="*/ 476250 w 1156550"/>
              <a:gd name="connsiteY16" fmla="*/ 247650 h 266708"/>
              <a:gd name="connsiteX17" fmla="*/ 565150 w 1156550"/>
              <a:gd name="connsiteY17" fmla="*/ 254000 h 266708"/>
              <a:gd name="connsiteX18" fmla="*/ 762000 w 1156550"/>
              <a:gd name="connsiteY18" fmla="*/ 254000 h 266708"/>
              <a:gd name="connsiteX19" fmla="*/ 781050 w 1156550"/>
              <a:gd name="connsiteY19" fmla="*/ 241300 h 266708"/>
              <a:gd name="connsiteX20" fmla="*/ 819150 w 1156550"/>
              <a:gd name="connsiteY20" fmla="*/ 234950 h 266708"/>
              <a:gd name="connsiteX21" fmla="*/ 850900 w 1156550"/>
              <a:gd name="connsiteY21" fmla="*/ 220662 h 266708"/>
              <a:gd name="connsiteX22" fmla="*/ 891382 w 1156550"/>
              <a:gd name="connsiteY22" fmla="*/ 193675 h 266708"/>
              <a:gd name="connsiteX23" fmla="*/ 915194 w 1156550"/>
              <a:gd name="connsiteY23" fmla="*/ 180181 h 266708"/>
              <a:gd name="connsiteX24" fmla="*/ 969963 w 1156550"/>
              <a:gd name="connsiteY24" fmla="*/ 146844 h 266708"/>
              <a:gd name="connsiteX25" fmla="*/ 1046162 w 1156550"/>
              <a:gd name="connsiteY25" fmla="*/ 107950 h 266708"/>
              <a:gd name="connsiteX26" fmla="*/ 1081087 w 1156550"/>
              <a:gd name="connsiteY26" fmla="*/ 88900 h 266708"/>
              <a:gd name="connsiteX27" fmla="*/ 1085850 w 1156550"/>
              <a:gd name="connsiteY27" fmla="*/ 76994 h 266708"/>
              <a:gd name="connsiteX28" fmla="*/ 1102519 w 1156550"/>
              <a:gd name="connsiteY28" fmla="*/ 66675 h 266708"/>
              <a:gd name="connsiteX29" fmla="*/ 1104901 w 1156550"/>
              <a:gd name="connsiteY29" fmla="*/ 68262 h 266708"/>
              <a:gd name="connsiteX30" fmla="*/ 1156494 w 1156550"/>
              <a:gd name="connsiteY30" fmla="*/ 1587 h 266708"/>
              <a:gd name="connsiteX0" fmla="*/ 0 w 1151793"/>
              <a:gd name="connsiteY0" fmla="*/ 0 h 266708"/>
              <a:gd name="connsiteX1" fmla="*/ 25400 w 1151793"/>
              <a:gd name="connsiteY1" fmla="*/ 31750 h 266708"/>
              <a:gd name="connsiteX2" fmla="*/ 44450 w 1151793"/>
              <a:gd name="connsiteY2" fmla="*/ 38100 h 266708"/>
              <a:gd name="connsiteX3" fmla="*/ 63500 w 1151793"/>
              <a:gd name="connsiteY3" fmla="*/ 50800 h 266708"/>
              <a:gd name="connsiteX4" fmla="*/ 101600 w 1151793"/>
              <a:gd name="connsiteY4" fmla="*/ 63500 h 266708"/>
              <a:gd name="connsiteX5" fmla="*/ 139700 w 1151793"/>
              <a:gd name="connsiteY5" fmla="*/ 82550 h 266708"/>
              <a:gd name="connsiteX6" fmla="*/ 177800 w 1151793"/>
              <a:gd name="connsiteY6" fmla="*/ 114300 h 266708"/>
              <a:gd name="connsiteX7" fmla="*/ 196850 w 1151793"/>
              <a:gd name="connsiteY7" fmla="*/ 120650 h 266708"/>
              <a:gd name="connsiteX8" fmla="*/ 209550 w 1151793"/>
              <a:gd name="connsiteY8" fmla="*/ 139700 h 266708"/>
              <a:gd name="connsiteX9" fmla="*/ 228600 w 1151793"/>
              <a:gd name="connsiteY9" fmla="*/ 146050 h 266708"/>
              <a:gd name="connsiteX10" fmla="*/ 247650 w 1151793"/>
              <a:gd name="connsiteY10" fmla="*/ 158750 h 266708"/>
              <a:gd name="connsiteX11" fmla="*/ 266700 w 1151793"/>
              <a:gd name="connsiteY11" fmla="*/ 165100 h 266708"/>
              <a:gd name="connsiteX12" fmla="*/ 285750 w 1151793"/>
              <a:gd name="connsiteY12" fmla="*/ 177800 h 266708"/>
              <a:gd name="connsiteX13" fmla="*/ 323850 w 1151793"/>
              <a:gd name="connsiteY13" fmla="*/ 190500 h 266708"/>
              <a:gd name="connsiteX14" fmla="*/ 361950 w 1151793"/>
              <a:gd name="connsiteY14" fmla="*/ 215900 h 266708"/>
              <a:gd name="connsiteX15" fmla="*/ 412750 w 1151793"/>
              <a:gd name="connsiteY15" fmla="*/ 228600 h 266708"/>
              <a:gd name="connsiteX16" fmla="*/ 476250 w 1151793"/>
              <a:gd name="connsiteY16" fmla="*/ 247650 h 266708"/>
              <a:gd name="connsiteX17" fmla="*/ 565150 w 1151793"/>
              <a:gd name="connsiteY17" fmla="*/ 254000 h 266708"/>
              <a:gd name="connsiteX18" fmla="*/ 762000 w 1151793"/>
              <a:gd name="connsiteY18" fmla="*/ 254000 h 266708"/>
              <a:gd name="connsiteX19" fmla="*/ 781050 w 1151793"/>
              <a:gd name="connsiteY19" fmla="*/ 241300 h 266708"/>
              <a:gd name="connsiteX20" fmla="*/ 819150 w 1151793"/>
              <a:gd name="connsiteY20" fmla="*/ 234950 h 266708"/>
              <a:gd name="connsiteX21" fmla="*/ 850900 w 1151793"/>
              <a:gd name="connsiteY21" fmla="*/ 220662 h 266708"/>
              <a:gd name="connsiteX22" fmla="*/ 891382 w 1151793"/>
              <a:gd name="connsiteY22" fmla="*/ 193675 h 266708"/>
              <a:gd name="connsiteX23" fmla="*/ 915194 w 1151793"/>
              <a:gd name="connsiteY23" fmla="*/ 180181 h 266708"/>
              <a:gd name="connsiteX24" fmla="*/ 969963 w 1151793"/>
              <a:gd name="connsiteY24" fmla="*/ 146844 h 266708"/>
              <a:gd name="connsiteX25" fmla="*/ 1046162 w 1151793"/>
              <a:gd name="connsiteY25" fmla="*/ 107950 h 266708"/>
              <a:gd name="connsiteX26" fmla="*/ 1081087 w 1151793"/>
              <a:gd name="connsiteY26" fmla="*/ 88900 h 266708"/>
              <a:gd name="connsiteX27" fmla="*/ 1085850 w 1151793"/>
              <a:gd name="connsiteY27" fmla="*/ 76994 h 266708"/>
              <a:gd name="connsiteX28" fmla="*/ 1102519 w 1151793"/>
              <a:gd name="connsiteY28" fmla="*/ 66675 h 266708"/>
              <a:gd name="connsiteX29" fmla="*/ 1104901 w 1151793"/>
              <a:gd name="connsiteY29" fmla="*/ 68262 h 266708"/>
              <a:gd name="connsiteX30" fmla="*/ 1151732 w 1151793"/>
              <a:gd name="connsiteY30" fmla="*/ 20637 h 266708"/>
              <a:gd name="connsiteX0" fmla="*/ 0 w 1151793"/>
              <a:gd name="connsiteY0" fmla="*/ 0 h 260738"/>
              <a:gd name="connsiteX1" fmla="*/ 25400 w 1151793"/>
              <a:gd name="connsiteY1" fmla="*/ 31750 h 260738"/>
              <a:gd name="connsiteX2" fmla="*/ 44450 w 1151793"/>
              <a:gd name="connsiteY2" fmla="*/ 38100 h 260738"/>
              <a:gd name="connsiteX3" fmla="*/ 63500 w 1151793"/>
              <a:gd name="connsiteY3" fmla="*/ 50800 h 260738"/>
              <a:gd name="connsiteX4" fmla="*/ 101600 w 1151793"/>
              <a:gd name="connsiteY4" fmla="*/ 63500 h 260738"/>
              <a:gd name="connsiteX5" fmla="*/ 139700 w 1151793"/>
              <a:gd name="connsiteY5" fmla="*/ 82550 h 260738"/>
              <a:gd name="connsiteX6" fmla="*/ 177800 w 1151793"/>
              <a:gd name="connsiteY6" fmla="*/ 114300 h 260738"/>
              <a:gd name="connsiteX7" fmla="*/ 196850 w 1151793"/>
              <a:gd name="connsiteY7" fmla="*/ 120650 h 260738"/>
              <a:gd name="connsiteX8" fmla="*/ 209550 w 1151793"/>
              <a:gd name="connsiteY8" fmla="*/ 139700 h 260738"/>
              <a:gd name="connsiteX9" fmla="*/ 228600 w 1151793"/>
              <a:gd name="connsiteY9" fmla="*/ 146050 h 260738"/>
              <a:gd name="connsiteX10" fmla="*/ 247650 w 1151793"/>
              <a:gd name="connsiteY10" fmla="*/ 158750 h 260738"/>
              <a:gd name="connsiteX11" fmla="*/ 266700 w 1151793"/>
              <a:gd name="connsiteY11" fmla="*/ 165100 h 260738"/>
              <a:gd name="connsiteX12" fmla="*/ 285750 w 1151793"/>
              <a:gd name="connsiteY12" fmla="*/ 177800 h 260738"/>
              <a:gd name="connsiteX13" fmla="*/ 323850 w 1151793"/>
              <a:gd name="connsiteY13" fmla="*/ 190500 h 260738"/>
              <a:gd name="connsiteX14" fmla="*/ 361950 w 1151793"/>
              <a:gd name="connsiteY14" fmla="*/ 215900 h 260738"/>
              <a:gd name="connsiteX15" fmla="*/ 412750 w 1151793"/>
              <a:gd name="connsiteY15" fmla="*/ 228600 h 260738"/>
              <a:gd name="connsiteX16" fmla="*/ 476250 w 1151793"/>
              <a:gd name="connsiteY16" fmla="*/ 247650 h 260738"/>
              <a:gd name="connsiteX17" fmla="*/ 565150 w 1151793"/>
              <a:gd name="connsiteY17" fmla="*/ 254000 h 260738"/>
              <a:gd name="connsiteX18" fmla="*/ 719138 w 1151793"/>
              <a:gd name="connsiteY18" fmla="*/ 232569 h 260738"/>
              <a:gd name="connsiteX19" fmla="*/ 781050 w 1151793"/>
              <a:gd name="connsiteY19" fmla="*/ 241300 h 260738"/>
              <a:gd name="connsiteX20" fmla="*/ 819150 w 1151793"/>
              <a:gd name="connsiteY20" fmla="*/ 234950 h 260738"/>
              <a:gd name="connsiteX21" fmla="*/ 850900 w 1151793"/>
              <a:gd name="connsiteY21" fmla="*/ 220662 h 260738"/>
              <a:gd name="connsiteX22" fmla="*/ 891382 w 1151793"/>
              <a:gd name="connsiteY22" fmla="*/ 193675 h 260738"/>
              <a:gd name="connsiteX23" fmla="*/ 915194 w 1151793"/>
              <a:gd name="connsiteY23" fmla="*/ 180181 h 260738"/>
              <a:gd name="connsiteX24" fmla="*/ 969963 w 1151793"/>
              <a:gd name="connsiteY24" fmla="*/ 146844 h 260738"/>
              <a:gd name="connsiteX25" fmla="*/ 1046162 w 1151793"/>
              <a:gd name="connsiteY25" fmla="*/ 107950 h 260738"/>
              <a:gd name="connsiteX26" fmla="*/ 1081087 w 1151793"/>
              <a:gd name="connsiteY26" fmla="*/ 88900 h 260738"/>
              <a:gd name="connsiteX27" fmla="*/ 1085850 w 1151793"/>
              <a:gd name="connsiteY27" fmla="*/ 76994 h 260738"/>
              <a:gd name="connsiteX28" fmla="*/ 1102519 w 1151793"/>
              <a:gd name="connsiteY28" fmla="*/ 66675 h 260738"/>
              <a:gd name="connsiteX29" fmla="*/ 1104901 w 1151793"/>
              <a:gd name="connsiteY29" fmla="*/ 68262 h 260738"/>
              <a:gd name="connsiteX30" fmla="*/ 1151732 w 1151793"/>
              <a:gd name="connsiteY30" fmla="*/ 20637 h 260738"/>
              <a:gd name="connsiteX0" fmla="*/ 0 w 1151793"/>
              <a:gd name="connsiteY0" fmla="*/ 0 h 259620"/>
              <a:gd name="connsiteX1" fmla="*/ 25400 w 1151793"/>
              <a:gd name="connsiteY1" fmla="*/ 31750 h 259620"/>
              <a:gd name="connsiteX2" fmla="*/ 44450 w 1151793"/>
              <a:gd name="connsiteY2" fmla="*/ 38100 h 259620"/>
              <a:gd name="connsiteX3" fmla="*/ 63500 w 1151793"/>
              <a:gd name="connsiteY3" fmla="*/ 50800 h 259620"/>
              <a:gd name="connsiteX4" fmla="*/ 101600 w 1151793"/>
              <a:gd name="connsiteY4" fmla="*/ 63500 h 259620"/>
              <a:gd name="connsiteX5" fmla="*/ 139700 w 1151793"/>
              <a:gd name="connsiteY5" fmla="*/ 82550 h 259620"/>
              <a:gd name="connsiteX6" fmla="*/ 177800 w 1151793"/>
              <a:gd name="connsiteY6" fmla="*/ 114300 h 259620"/>
              <a:gd name="connsiteX7" fmla="*/ 196850 w 1151793"/>
              <a:gd name="connsiteY7" fmla="*/ 120650 h 259620"/>
              <a:gd name="connsiteX8" fmla="*/ 209550 w 1151793"/>
              <a:gd name="connsiteY8" fmla="*/ 139700 h 259620"/>
              <a:gd name="connsiteX9" fmla="*/ 228600 w 1151793"/>
              <a:gd name="connsiteY9" fmla="*/ 146050 h 259620"/>
              <a:gd name="connsiteX10" fmla="*/ 247650 w 1151793"/>
              <a:gd name="connsiteY10" fmla="*/ 158750 h 259620"/>
              <a:gd name="connsiteX11" fmla="*/ 266700 w 1151793"/>
              <a:gd name="connsiteY11" fmla="*/ 165100 h 259620"/>
              <a:gd name="connsiteX12" fmla="*/ 285750 w 1151793"/>
              <a:gd name="connsiteY12" fmla="*/ 177800 h 259620"/>
              <a:gd name="connsiteX13" fmla="*/ 323850 w 1151793"/>
              <a:gd name="connsiteY13" fmla="*/ 190500 h 259620"/>
              <a:gd name="connsiteX14" fmla="*/ 361950 w 1151793"/>
              <a:gd name="connsiteY14" fmla="*/ 215900 h 259620"/>
              <a:gd name="connsiteX15" fmla="*/ 412750 w 1151793"/>
              <a:gd name="connsiteY15" fmla="*/ 228600 h 259620"/>
              <a:gd name="connsiteX16" fmla="*/ 476250 w 1151793"/>
              <a:gd name="connsiteY16" fmla="*/ 247650 h 259620"/>
              <a:gd name="connsiteX17" fmla="*/ 565150 w 1151793"/>
              <a:gd name="connsiteY17" fmla="*/ 254000 h 259620"/>
              <a:gd name="connsiteX18" fmla="*/ 719138 w 1151793"/>
              <a:gd name="connsiteY18" fmla="*/ 232569 h 259620"/>
              <a:gd name="connsiteX19" fmla="*/ 778669 w 1151793"/>
              <a:gd name="connsiteY19" fmla="*/ 219869 h 259620"/>
              <a:gd name="connsiteX20" fmla="*/ 819150 w 1151793"/>
              <a:gd name="connsiteY20" fmla="*/ 234950 h 259620"/>
              <a:gd name="connsiteX21" fmla="*/ 850900 w 1151793"/>
              <a:gd name="connsiteY21" fmla="*/ 220662 h 259620"/>
              <a:gd name="connsiteX22" fmla="*/ 891382 w 1151793"/>
              <a:gd name="connsiteY22" fmla="*/ 193675 h 259620"/>
              <a:gd name="connsiteX23" fmla="*/ 915194 w 1151793"/>
              <a:gd name="connsiteY23" fmla="*/ 180181 h 259620"/>
              <a:gd name="connsiteX24" fmla="*/ 969963 w 1151793"/>
              <a:gd name="connsiteY24" fmla="*/ 146844 h 259620"/>
              <a:gd name="connsiteX25" fmla="*/ 1046162 w 1151793"/>
              <a:gd name="connsiteY25" fmla="*/ 107950 h 259620"/>
              <a:gd name="connsiteX26" fmla="*/ 1081087 w 1151793"/>
              <a:gd name="connsiteY26" fmla="*/ 88900 h 259620"/>
              <a:gd name="connsiteX27" fmla="*/ 1085850 w 1151793"/>
              <a:gd name="connsiteY27" fmla="*/ 76994 h 259620"/>
              <a:gd name="connsiteX28" fmla="*/ 1102519 w 1151793"/>
              <a:gd name="connsiteY28" fmla="*/ 66675 h 259620"/>
              <a:gd name="connsiteX29" fmla="*/ 1104901 w 1151793"/>
              <a:gd name="connsiteY29" fmla="*/ 68262 h 259620"/>
              <a:gd name="connsiteX30" fmla="*/ 1151732 w 1151793"/>
              <a:gd name="connsiteY30" fmla="*/ 20637 h 259620"/>
              <a:gd name="connsiteX0" fmla="*/ 0 w 1151793"/>
              <a:gd name="connsiteY0" fmla="*/ 0 h 259620"/>
              <a:gd name="connsiteX1" fmla="*/ 25400 w 1151793"/>
              <a:gd name="connsiteY1" fmla="*/ 31750 h 259620"/>
              <a:gd name="connsiteX2" fmla="*/ 44450 w 1151793"/>
              <a:gd name="connsiteY2" fmla="*/ 38100 h 259620"/>
              <a:gd name="connsiteX3" fmla="*/ 63500 w 1151793"/>
              <a:gd name="connsiteY3" fmla="*/ 50800 h 259620"/>
              <a:gd name="connsiteX4" fmla="*/ 101600 w 1151793"/>
              <a:gd name="connsiteY4" fmla="*/ 63500 h 259620"/>
              <a:gd name="connsiteX5" fmla="*/ 139700 w 1151793"/>
              <a:gd name="connsiteY5" fmla="*/ 82550 h 259620"/>
              <a:gd name="connsiteX6" fmla="*/ 177800 w 1151793"/>
              <a:gd name="connsiteY6" fmla="*/ 114300 h 259620"/>
              <a:gd name="connsiteX7" fmla="*/ 196850 w 1151793"/>
              <a:gd name="connsiteY7" fmla="*/ 120650 h 259620"/>
              <a:gd name="connsiteX8" fmla="*/ 209550 w 1151793"/>
              <a:gd name="connsiteY8" fmla="*/ 139700 h 259620"/>
              <a:gd name="connsiteX9" fmla="*/ 228600 w 1151793"/>
              <a:gd name="connsiteY9" fmla="*/ 146050 h 259620"/>
              <a:gd name="connsiteX10" fmla="*/ 247650 w 1151793"/>
              <a:gd name="connsiteY10" fmla="*/ 158750 h 259620"/>
              <a:gd name="connsiteX11" fmla="*/ 266700 w 1151793"/>
              <a:gd name="connsiteY11" fmla="*/ 165100 h 259620"/>
              <a:gd name="connsiteX12" fmla="*/ 285750 w 1151793"/>
              <a:gd name="connsiteY12" fmla="*/ 177800 h 259620"/>
              <a:gd name="connsiteX13" fmla="*/ 323850 w 1151793"/>
              <a:gd name="connsiteY13" fmla="*/ 190500 h 259620"/>
              <a:gd name="connsiteX14" fmla="*/ 361950 w 1151793"/>
              <a:gd name="connsiteY14" fmla="*/ 215900 h 259620"/>
              <a:gd name="connsiteX15" fmla="*/ 412750 w 1151793"/>
              <a:gd name="connsiteY15" fmla="*/ 228600 h 259620"/>
              <a:gd name="connsiteX16" fmla="*/ 476250 w 1151793"/>
              <a:gd name="connsiteY16" fmla="*/ 247650 h 259620"/>
              <a:gd name="connsiteX17" fmla="*/ 565150 w 1151793"/>
              <a:gd name="connsiteY17" fmla="*/ 254000 h 259620"/>
              <a:gd name="connsiteX18" fmla="*/ 719138 w 1151793"/>
              <a:gd name="connsiteY18" fmla="*/ 232569 h 259620"/>
              <a:gd name="connsiteX19" fmla="*/ 778669 w 1151793"/>
              <a:gd name="connsiteY19" fmla="*/ 219869 h 259620"/>
              <a:gd name="connsiteX20" fmla="*/ 821531 w 1151793"/>
              <a:gd name="connsiteY20" fmla="*/ 208756 h 259620"/>
              <a:gd name="connsiteX21" fmla="*/ 850900 w 1151793"/>
              <a:gd name="connsiteY21" fmla="*/ 220662 h 259620"/>
              <a:gd name="connsiteX22" fmla="*/ 891382 w 1151793"/>
              <a:gd name="connsiteY22" fmla="*/ 193675 h 259620"/>
              <a:gd name="connsiteX23" fmla="*/ 915194 w 1151793"/>
              <a:gd name="connsiteY23" fmla="*/ 180181 h 259620"/>
              <a:gd name="connsiteX24" fmla="*/ 969963 w 1151793"/>
              <a:gd name="connsiteY24" fmla="*/ 146844 h 259620"/>
              <a:gd name="connsiteX25" fmla="*/ 1046162 w 1151793"/>
              <a:gd name="connsiteY25" fmla="*/ 107950 h 259620"/>
              <a:gd name="connsiteX26" fmla="*/ 1081087 w 1151793"/>
              <a:gd name="connsiteY26" fmla="*/ 88900 h 259620"/>
              <a:gd name="connsiteX27" fmla="*/ 1085850 w 1151793"/>
              <a:gd name="connsiteY27" fmla="*/ 76994 h 259620"/>
              <a:gd name="connsiteX28" fmla="*/ 1102519 w 1151793"/>
              <a:gd name="connsiteY28" fmla="*/ 66675 h 259620"/>
              <a:gd name="connsiteX29" fmla="*/ 1104901 w 1151793"/>
              <a:gd name="connsiteY29" fmla="*/ 68262 h 259620"/>
              <a:gd name="connsiteX30" fmla="*/ 1151732 w 1151793"/>
              <a:gd name="connsiteY30" fmla="*/ 20637 h 259620"/>
              <a:gd name="connsiteX0" fmla="*/ 0 w 1151793"/>
              <a:gd name="connsiteY0" fmla="*/ 0 h 259620"/>
              <a:gd name="connsiteX1" fmla="*/ 25400 w 1151793"/>
              <a:gd name="connsiteY1" fmla="*/ 31750 h 259620"/>
              <a:gd name="connsiteX2" fmla="*/ 44450 w 1151793"/>
              <a:gd name="connsiteY2" fmla="*/ 38100 h 259620"/>
              <a:gd name="connsiteX3" fmla="*/ 63500 w 1151793"/>
              <a:gd name="connsiteY3" fmla="*/ 50800 h 259620"/>
              <a:gd name="connsiteX4" fmla="*/ 101600 w 1151793"/>
              <a:gd name="connsiteY4" fmla="*/ 63500 h 259620"/>
              <a:gd name="connsiteX5" fmla="*/ 139700 w 1151793"/>
              <a:gd name="connsiteY5" fmla="*/ 82550 h 259620"/>
              <a:gd name="connsiteX6" fmla="*/ 177800 w 1151793"/>
              <a:gd name="connsiteY6" fmla="*/ 114300 h 259620"/>
              <a:gd name="connsiteX7" fmla="*/ 196850 w 1151793"/>
              <a:gd name="connsiteY7" fmla="*/ 120650 h 259620"/>
              <a:gd name="connsiteX8" fmla="*/ 209550 w 1151793"/>
              <a:gd name="connsiteY8" fmla="*/ 139700 h 259620"/>
              <a:gd name="connsiteX9" fmla="*/ 228600 w 1151793"/>
              <a:gd name="connsiteY9" fmla="*/ 146050 h 259620"/>
              <a:gd name="connsiteX10" fmla="*/ 247650 w 1151793"/>
              <a:gd name="connsiteY10" fmla="*/ 158750 h 259620"/>
              <a:gd name="connsiteX11" fmla="*/ 266700 w 1151793"/>
              <a:gd name="connsiteY11" fmla="*/ 165100 h 259620"/>
              <a:gd name="connsiteX12" fmla="*/ 285750 w 1151793"/>
              <a:gd name="connsiteY12" fmla="*/ 177800 h 259620"/>
              <a:gd name="connsiteX13" fmla="*/ 323850 w 1151793"/>
              <a:gd name="connsiteY13" fmla="*/ 190500 h 259620"/>
              <a:gd name="connsiteX14" fmla="*/ 361950 w 1151793"/>
              <a:gd name="connsiteY14" fmla="*/ 215900 h 259620"/>
              <a:gd name="connsiteX15" fmla="*/ 412750 w 1151793"/>
              <a:gd name="connsiteY15" fmla="*/ 228600 h 259620"/>
              <a:gd name="connsiteX16" fmla="*/ 476250 w 1151793"/>
              <a:gd name="connsiteY16" fmla="*/ 247650 h 259620"/>
              <a:gd name="connsiteX17" fmla="*/ 565150 w 1151793"/>
              <a:gd name="connsiteY17" fmla="*/ 254000 h 259620"/>
              <a:gd name="connsiteX18" fmla="*/ 719138 w 1151793"/>
              <a:gd name="connsiteY18" fmla="*/ 232569 h 259620"/>
              <a:gd name="connsiteX19" fmla="*/ 778669 w 1151793"/>
              <a:gd name="connsiteY19" fmla="*/ 219869 h 259620"/>
              <a:gd name="connsiteX20" fmla="*/ 821531 w 1151793"/>
              <a:gd name="connsiteY20" fmla="*/ 208756 h 259620"/>
              <a:gd name="connsiteX21" fmla="*/ 860425 w 1151793"/>
              <a:gd name="connsiteY21" fmla="*/ 194469 h 259620"/>
              <a:gd name="connsiteX22" fmla="*/ 891382 w 1151793"/>
              <a:gd name="connsiteY22" fmla="*/ 193675 h 259620"/>
              <a:gd name="connsiteX23" fmla="*/ 915194 w 1151793"/>
              <a:gd name="connsiteY23" fmla="*/ 180181 h 259620"/>
              <a:gd name="connsiteX24" fmla="*/ 969963 w 1151793"/>
              <a:gd name="connsiteY24" fmla="*/ 146844 h 259620"/>
              <a:gd name="connsiteX25" fmla="*/ 1046162 w 1151793"/>
              <a:gd name="connsiteY25" fmla="*/ 107950 h 259620"/>
              <a:gd name="connsiteX26" fmla="*/ 1081087 w 1151793"/>
              <a:gd name="connsiteY26" fmla="*/ 88900 h 259620"/>
              <a:gd name="connsiteX27" fmla="*/ 1085850 w 1151793"/>
              <a:gd name="connsiteY27" fmla="*/ 76994 h 259620"/>
              <a:gd name="connsiteX28" fmla="*/ 1102519 w 1151793"/>
              <a:gd name="connsiteY28" fmla="*/ 66675 h 259620"/>
              <a:gd name="connsiteX29" fmla="*/ 1104901 w 1151793"/>
              <a:gd name="connsiteY29" fmla="*/ 68262 h 259620"/>
              <a:gd name="connsiteX30" fmla="*/ 1151732 w 1151793"/>
              <a:gd name="connsiteY30" fmla="*/ 20637 h 259620"/>
              <a:gd name="connsiteX0" fmla="*/ 0 w 1151793"/>
              <a:gd name="connsiteY0" fmla="*/ 0 h 259620"/>
              <a:gd name="connsiteX1" fmla="*/ 25400 w 1151793"/>
              <a:gd name="connsiteY1" fmla="*/ 31750 h 259620"/>
              <a:gd name="connsiteX2" fmla="*/ 44450 w 1151793"/>
              <a:gd name="connsiteY2" fmla="*/ 38100 h 259620"/>
              <a:gd name="connsiteX3" fmla="*/ 63500 w 1151793"/>
              <a:gd name="connsiteY3" fmla="*/ 50800 h 259620"/>
              <a:gd name="connsiteX4" fmla="*/ 101600 w 1151793"/>
              <a:gd name="connsiteY4" fmla="*/ 63500 h 259620"/>
              <a:gd name="connsiteX5" fmla="*/ 139700 w 1151793"/>
              <a:gd name="connsiteY5" fmla="*/ 82550 h 259620"/>
              <a:gd name="connsiteX6" fmla="*/ 177800 w 1151793"/>
              <a:gd name="connsiteY6" fmla="*/ 114300 h 259620"/>
              <a:gd name="connsiteX7" fmla="*/ 196850 w 1151793"/>
              <a:gd name="connsiteY7" fmla="*/ 120650 h 259620"/>
              <a:gd name="connsiteX8" fmla="*/ 209550 w 1151793"/>
              <a:gd name="connsiteY8" fmla="*/ 139700 h 259620"/>
              <a:gd name="connsiteX9" fmla="*/ 228600 w 1151793"/>
              <a:gd name="connsiteY9" fmla="*/ 146050 h 259620"/>
              <a:gd name="connsiteX10" fmla="*/ 247650 w 1151793"/>
              <a:gd name="connsiteY10" fmla="*/ 158750 h 259620"/>
              <a:gd name="connsiteX11" fmla="*/ 266700 w 1151793"/>
              <a:gd name="connsiteY11" fmla="*/ 165100 h 259620"/>
              <a:gd name="connsiteX12" fmla="*/ 285750 w 1151793"/>
              <a:gd name="connsiteY12" fmla="*/ 177800 h 259620"/>
              <a:gd name="connsiteX13" fmla="*/ 323850 w 1151793"/>
              <a:gd name="connsiteY13" fmla="*/ 190500 h 259620"/>
              <a:gd name="connsiteX14" fmla="*/ 361950 w 1151793"/>
              <a:gd name="connsiteY14" fmla="*/ 215900 h 259620"/>
              <a:gd name="connsiteX15" fmla="*/ 412750 w 1151793"/>
              <a:gd name="connsiteY15" fmla="*/ 228600 h 259620"/>
              <a:gd name="connsiteX16" fmla="*/ 476250 w 1151793"/>
              <a:gd name="connsiteY16" fmla="*/ 247650 h 259620"/>
              <a:gd name="connsiteX17" fmla="*/ 565150 w 1151793"/>
              <a:gd name="connsiteY17" fmla="*/ 254000 h 259620"/>
              <a:gd name="connsiteX18" fmla="*/ 719138 w 1151793"/>
              <a:gd name="connsiteY18" fmla="*/ 232569 h 259620"/>
              <a:gd name="connsiteX19" fmla="*/ 778669 w 1151793"/>
              <a:gd name="connsiteY19" fmla="*/ 219869 h 259620"/>
              <a:gd name="connsiteX20" fmla="*/ 821531 w 1151793"/>
              <a:gd name="connsiteY20" fmla="*/ 208756 h 259620"/>
              <a:gd name="connsiteX21" fmla="*/ 860425 w 1151793"/>
              <a:gd name="connsiteY21" fmla="*/ 194469 h 259620"/>
              <a:gd name="connsiteX22" fmla="*/ 889001 w 1151793"/>
              <a:gd name="connsiteY22" fmla="*/ 179387 h 259620"/>
              <a:gd name="connsiteX23" fmla="*/ 915194 w 1151793"/>
              <a:gd name="connsiteY23" fmla="*/ 180181 h 259620"/>
              <a:gd name="connsiteX24" fmla="*/ 969963 w 1151793"/>
              <a:gd name="connsiteY24" fmla="*/ 146844 h 259620"/>
              <a:gd name="connsiteX25" fmla="*/ 1046162 w 1151793"/>
              <a:gd name="connsiteY25" fmla="*/ 107950 h 259620"/>
              <a:gd name="connsiteX26" fmla="*/ 1081087 w 1151793"/>
              <a:gd name="connsiteY26" fmla="*/ 88900 h 259620"/>
              <a:gd name="connsiteX27" fmla="*/ 1085850 w 1151793"/>
              <a:gd name="connsiteY27" fmla="*/ 76994 h 259620"/>
              <a:gd name="connsiteX28" fmla="*/ 1102519 w 1151793"/>
              <a:gd name="connsiteY28" fmla="*/ 66675 h 259620"/>
              <a:gd name="connsiteX29" fmla="*/ 1104901 w 1151793"/>
              <a:gd name="connsiteY29" fmla="*/ 68262 h 259620"/>
              <a:gd name="connsiteX30" fmla="*/ 1151732 w 1151793"/>
              <a:gd name="connsiteY30" fmla="*/ 20637 h 259620"/>
              <a:gd name="connsiteX0" fmla="*/ 0 w 1151793"/>
              <a:gd name="connsiteY0" fmla="*/ 0 h 259620"/>
              <a:gd name="connsiteX1" fmla="*/ 25400 w 1151793"/>
              <a:gd name="connsiteY1" fmla="*/ 31750 h 259620"/>
              <a:gd name="connsiteX2" fmla="*/ 44450 w 1151793"/>
              <a:gd name="connsiteY2" fmla="*/ 38100 h 259620"/>
              <a:gd name="connsiteX3" fmla="*/ 63500 w 1151793"/>
              <a:gd name="connsiteY3" fmla="*/ 50800 h 259620"/>
              <a:gd name="connsiteX4" fmla="*/ 101600 w 1151793"/>
              <a:gd name="connsiteY4" fmla="*/ 63500 h 259620"/>
              <a:gd name="connsiteX5" fmla="*/ 139700 w 1151793"/>
              <a:gd name="connsiteY5" fmla="*/ 82550 h 259620"/>
              <a:gd name="connsiteX6" fmla="*/ 177800 w 1151793"/>
              <a:gd name="connsiteY6" fmla="*/ 114300 h 259620"/>
              <a:gd name="connsiteX7" fmla="*/ 196850 w 1151793"/>
              <a:gd name="connsiteY7" fmla="*/ 120650 h 259620"/>
              <a:gd name="connsiteX8" fmla="*/ 209550 w 1151793"/>
              <a:gd name="connsiteY8" fmla="*/ 139700 h 259620"/>
              <a:gd name="connsiteX9" fmla="*/ 228600 w 1151793"/>
              <a:gd name="connsiteY9" fmla="*/ 146050 h 259620"/>
              <a:gd name="connsiteX10" fmla="*/ 247650 w 1151793"/>
              <a:gd name="connsiteY10" fmla="*/ 158750 h 259620"/>
              <a:gd name="connsiteX11" fmla="*/ 266700 w 1151793"/>
              <a:gd name="connsiteY11" fmla="*/ 165100 h 259620"/>
              <a:gd name="connsiteX12" fmla="*/ 285750 w 1151793"/>
              <a:gd name="connsiteY12" fmla="*/ 177800 h 259620"/>
              <a:gd name="connsiteX13" fmla="*/ 323850 w 1151793"/>
              <a:gd name="connsiteY13" fmla="*/ 190500 h 259620"/>
              <a:gd name="connsiteX14" fmla="*/ 361950 w 1151793"/>
              <a:gd name="connsiteY14" fmla="*/ 215900 h 259620"/>
              <a:gd name="connsiteX15" fmla="*/ 412750 w 1151793"/>
              <a:gd name="connsiteY15" fmla="*/ 228600 h 259620"/>
              <a:gd name="connsiteX16" fmla="*/ 476250 w 1151793"/>
              <a:gd name="connsiteY16" fmla="*/ 247650 h 259620"/>
              <a:gd name="connsiteX17" fmla="*/ 565150 w 1151793"/>
              <a:gd name="connsiteY17" fmla="*/ 254000 h 259620"/>
              <a:gd name="connsiteX18" fmla="*/ 719138 w 1151793"/>
              <a:gd name="connsiteY18" fmla="*/ 232569 h 259620"/>
              <a:gd name="connsiteX19" fmla="*/ 778669 w 1151793"/>
              <a:gd name="connsiteY19" fmla="*/ 219869 h 259620"/>
              <a:gd name="connsiteX20" fmla="*/ 821531 w 1151793"/>
              <a:gd name="connsiteY20" fmla="*/ 208756 h 259620"/>
              <a:gd name="connsiteX21" fmla="*/ 860425 w 1151793"/>
              <a:gd name="connsiteY21" fmla="*/ 194469 h 259620"/>
              <a:gd name="connsiteX22" fmla="*/ 889001 w 1151793"/>
              <a:gd name="connsiteY22" fmla="*/ 179387 h 259620"/>
              <a:gd name="connsiteX23" fmla="*/ 912813 w 1151793"/>
              <a:gd name="connsiteY23" fmla="*/ 168274 h 259620"/>
              <a:gd name="connsiteX24" fmla="*/ 969963 w 1151793"/>
              <a:gd name="connsiteY24" fmla="*/ 146844 h 259620"/>
              <a:gd name="connsiteX25" fmla="*/ 1046162 w 1151793"/>
              <a:gd name="connsiteY25" fmla="*/ 107950 h 259620"/>
              <a:gd name="connsiteX26" fmla="*/ 1081087 w 1151793"/>
              <a:gd name="connsiteY26" fmla="*/ 88900 h 259620"/>
              <a:gd name="connsiteX27" fmla="*/ 1085850 w 1151793"/>
              <a:gd name="connsiteY27" fmla="*/ 76994 h 259620"/>
              <a:gd name="connsiteX28" fmla="*/ 1102519 w 1151793"/>
              <a:gd name="connsiteY28" fmla="*/ 66675 h 259620"/>
              <a:gd name="connsiteX29" fmla="*/ 1104901 w 1151793"/>
              <a:gd name="connsiteY29" fmla="*/ 68262 h 259620"/>
              <a:gd name="connsiteX30" fmla="*/ 1151732 w 1151793"/>
              <a:gd name="connsiteY30" fmla="*/ 20637 h 259620"/>
              <a:gd name="connsiteX0" fmla="*/ 0 w 1151793"/>
              <a:gd name="connsiteY0" fmla="*/ 0 h 249171"/>
              <a:gd name="connsiteX1" fmla="*/ 25400 w 1151793"/>
              <a:gd name="connsiteY1" fmla="*/ 31750 h 249171"/>
              <a:gd name="connsiteX2" fmla="*/ 44450 w 1151793"/>
              <a:gd name="connsiteY2" fmla="*/ 38100 h 249171"/>
              <a:gd name="connsiteX3" fmla="*/ 63500 w 1151793"/>
              <a:gd name="connsiteY3" fmla="*/ 50800 h 249171"/>
              <a:gd name="connsiteX4" fmla="*/ 101600 w 1151793"/>
              <a:gd name="connsiteY4" fmla="*/ 63500 h 249171"/>
              <a:gd name="connsiteX5" fmla="*/ 139700 w 1151793"/>
              <a:gd name="connsiteY5" fmla="*/ 82550 h 249171"/>
              <a:gd name="connsiteX6" fmla="*/ 177800 w 1151793"/>
              <a:gd name="connsiteY6" fmla="*/ 114300 h 249171"/>
              <a:gd name="connsiteX7" fmla="*/ 196850 w 1151793"/>
              <a:gd name="connsiteY7" fmla="*/ 120650 h 249171"/>
              <a:gd name="connsiteX8" fmla="*/ 209550 w 1151793"/>
              <a:gd name="connsiteY8" fmla="*/ 139700 h 249171"/>
              <a:gd name="connsiteX9" fmla="*/ 228600 w 1151793"/>
              <a:gd name="connsiteY9" fmla="*/ 146050 h 249171"/>
              <a:gd name="connsiteX10" fmla="*/ 247650 w 1151793"/>
              <a:gd name="connsiteY10" fmla="*/ 158750 h 249171"/>
              <a:gd name="connsiteX11" fmla="*/ 266700 w 1151793"/>
              <a:gd name="connsiteY11" fmla="*/ 165100 h 249171"/>
              <a:gd name="connsiteX12" fmla="*/ 285750 w 1151793"/>
              <a:gd name="connsiteY12" fmla="*/ 177800 h 249171"/>
              <a:gd name="connsiteX13" fmla="*/ 323850 w 1151793"/>
              <a:gd name="connsiteY13" fmla="*/ 190500 h 249171"/>
              <a:gd name="connsiteX14" fmla="*/ 361950 w 1151793"/>
              <a:gd name="connsiteY14" fmla="*/ 215900 h 249171"/>
              <a:gd name="connsiteX15" fmla="*/ 412750 w 1151793"/>
              <a:gd name="connsiteY15" fmla="*/ 228600 h 249171"/>
              <a:gd name="connsiteX16" fmla="*/ 476250 w 1151793"/>
              <a:gd name="connsiteY16" fmla="*/ 247650 h 249171"/>
              <a:gd name="connsiteX17" fmla="*/ 577056 w 1151793"/>
              <a:gd name="connsiteY17" fmla="*/ 242094 h 249171"/>
              <a:gd name="connsiteX18" fmla="*/ 719138 w 1151793"/>
              <a:gd name="connsiteY18" fmla="*/ 232569 h 249171"/>
              <a:gd name="connsiteX19" fmla="*/ 778669 w 1151793"/>
              <a:gd name="connsiteY19" fmla="*/ 219869 h 249171"/>
              <a:gd name="connsiteX20" fmla="*/ 821531 w 1151793"/>
              <a:gd name="connsiteY20" fmla="*/ 208756 h 249171"/>
              <a:gd name="connsiteX21" fmla="*/ 860425 w 1151793"/>
              <a:gd name="connsiteY21" fmla="*/ 194469 h 249171"/>
              <a:gd name="connsiteX22" fmla="*/ 889001 w 1151793"/>
              <a:gd name="connsiteY22" fmla="*/ 179387 h 249171"/>
              <a:gd name="connsiteX23" fmla="*/ 912813 w 1151793"/>
              <a:gd name="connsiteY23" fmla="*/ 168274 h 249171"/>
              <a:gd name="connsiteX24" fmla="*/ 969963 w 1151793"/>
              <a:gd name="connsiteY24" fmla="*/ 146844 h 249171"/>
              <a:gd name="connsiteX25" fmla="*/ 1046162 w 1151793"/>
              <a:gd name="connsiteY25" fmla="*/ 107950 h 249171"/>
              <a:gd name="connsiteX26" fmla="*/ 1081087 w 1151793"/>
              <a:gd name="connsiteY26" fmla="*/ 88900 h 249171"/>
              <a:gd name="connsiteX27" fmla="*/ 1085850 w 1151793"/>
              <a:gd name="connsiteY27" fmla="*/ 76994 h 249171"/>
              <a:gd name="connsiteX28" fmla="*/ 1102519 w 1151793"/>
              <a:gd name="connsiteY28" fmla="*/ 66675 h 249171"/>
              <a:gd name="connsiteX29" fmla="*/ 1104901 w 1151793"/>
              <a:gd name="connsiteY29" fmla="*/ 68262 h 249171"/>
              <a:gd name="connsiteX30" fmla="*/ 1151732 w 1151793"/>
              <a:gd name="connsiteY30" fmla="*/ 20637 h 249171"/>
              <a:gd name="connsiteX0" fmla="*/ 0 w 1151793"/>
              <a:gd name="connsiteY0" fmla="*/ 0 h 247984"/>
              <a:gd name="connsiteX1" fmla="*/ 25400 w 1151793"/>
              <a:gd name="connsiteY1" fmla="*/ 31750 h 247984"/>
              <a:gd name="connsiteX2" fmla="*/ 44450 w 1151793"/>
              <a:gd name="connsiteY2" fmla="*/ 38100 h 247984"/>
              <a:gd name="connsiteX3" fmla="*/ 63500 w 1151793"/>
              <a:gd name="connsiteY3" fmla="*/ 50800 h 247984"/>
              <a:gd name="connsiteX4" fmla="*/ 101600 w 1151793"/>
              <a:gd name="connsiteY4" fmla="*/ 63500 h 247984"/>
              <a:gd name="connsiteX5" fmla="*/ 139700 w 1151793"/>
              <a:gd name="connsiteY5" fmla="*/ 82550 h 247984"/>
              <a:gd name="connsiteX6" fmla="*/ 177800 w 1151793"/>
              <a:gd name="connsiteY6" fmla="*/ 114300 h 247984"/>
              <a:gd name="connsiteX7" fmla="*/ 196850 w 1151793"/>
              <a:gd name="connsiteY7" fmla="*/ 120650 h 247984"/>
              <a:gd name="connsiteX8" fmla="*/ 209550 w 1151793"/>
              <a:gd name="connsiteY8" fmla="*/ 139700 h 247984"/>
              <a:gd name="connsiteX9" fmla="*/ 228600 w 1151793"/>
              <a:gd name="connsiteY9" fmla="*/ 146050 h 247984"/>
              <a:gd name="connsiteX10" fmla="*/ 247650 w 1151793"/>
              <a:gd name="connsiteY10" fmla="*/ 158750 h 247984"/>
              <a:gd name="connsiteX11" fmla="*/ 266700 w 1151793"/>
              <a:gd name="connsiteY11" fmla="*/ 165100 h 247984"/>
              <a:gd name="connsiteX12" fmla="*/ 285750 w 1151793"/>
              <a:gd name="connsiteY12" fmla="*/ 177800 h 247984"/>
              <a:gd name="connsiteX13" fmla="*/ 323850 w 1151793"/>
              <a:gd name="connsiteY13" fmla="*/ 190500 h 247984"/>
              <a:gd name="connsiteX14" fmla="*/ 361950 w 1151793"/>
              <a:gd name="connsiteY14" fmla="*/ 215900 h 247984"/>
              <a:gd name="connsiteX15" fmla="*/ 412750 w 1151793"/>
              <a:gd name="connsiteY15" fmla="*/ 228600 h 247984"/>
              <a:gd name="connsiteX16" fmla="*/ 476250 w 1151793"/>
              <a:gd name="connsiteY16" fmla="*/ 247650 h 247984"/>
              <a:gd name="connsiteX17" fmla="*/ 577056 w 1151793"/>
              <a:gd name="connsiteY17" fmla="*/ 242094 h 247984"/>
              <a:gd name="connsiteX18" fmla="*/ 719138 w 1151793"/>
              <a:gd name="connsiteY18" fmla="*/ 232569 h 247984"/>
              <a:gd name="connsiteX19" fmla="*/ 778669 w 1151793"/>
              <a:gd name="connsiteY19" fmla="*/ 219869 h 247984"/>
              <a:gd name="connsiteX20" fmla="*/ 821531 w 1151793"/>
              <a:gd name="connsiteY20" fmla="*/ 208756 h 247984"/>
              <a:gd name="connsiteX21" fmla="*/ 860425 w 1151793"/>
              <a:gd name="connsiteY21" fmla="*/ 194469 h 247984"/>
              <a:gd name="connsiteX22" fmla="*/ 889001 w 1151793"/>
              <a:gd name="connsiteY22" fmla="*/ 179387 h 247984"/>
              <a:gd name="connsiteX23" fmla="*/ 912813 w 1151793"/>
              <a:gd name="connsiteY23" fmla="*/ 168274 h 247984"/>
              <a:gd name="connsiteX24" fmla="*/ 969963 w 1151793"/>
              <a:gd name="connsiteY24" fmla="*/ 146844 h 247984"/>
              <a:gd name="connsiteX25" fmla="*/ 1046162 w 1151793"/>
              <a:gd name="connsiteY25" fmla="*/ 107950 h 247984"/>
              <a:gd name="connsiteX26" fmla="*/ 1081087 w 1151793"/>
              <a:gd name="connsiteY26" fmla="*/ 88900 h 247984"/>
              <a:gd name="connsiteX27" fmla="*/ 1085850 w 1151793"/>
              <a:gd name="connsiteY27" fmla="*/ 76994 h 247984"/>
              <a:gd name="connsiteX28" fmla="*/ 1102519 w 1151793"/>
              <a:gd name="connsiteY28" fmla="*/ 66675 h 247984"/>
              <a:gd name="connsiteX29" fmla="*/ 1104901 w 1151793"/>
              <a:gd name="connsiteY29" fmla="*/ 68262 h 247984"/>
              <a:gd name="connsiteX30" fmla="*/ 1151732 w 1151793"/>
              <a:gd name="connsiteY30" fmla="*/ 20637 h 247984"/>
              <a:gd name="connsiteX0" fmla="*/ 0 w 1151793"/>
              <a:gd name="connsiteY0" fmla="*/ 0 h 243280"/>
              <a:gd name="connsiteX1" fmla="*/ 25400 w 1151793"/>
              <a:gd name="connsiteY1" fmla="*/ 31750 h 243280"/>
              <a:gd name="connsiteX2" fmla="*/ 44450 w 1151793"/>
              <a:gd name="connsiteY2" fmla="*/ 38100 h 243280"/>
              <a:gd name="connsiteX3" fmla="*/ 63500 w 1151793"/>
              <a:gd name="connsiteY3" fmla="*/ 50800 h 243280"/>
              <a:gd name="connsiteX4" fmla="*/ 101600 w 1151793"/>
              <a:gd name="connsiteY4" fmla="*/ 63500 h 243280"/>
              <a:gd name="connsiteX5" fmla="*/ 139700 w 1151793"/>
              <a:gd name="connsiteY5" fmla="*/ 82550 h 243280"/>
              <a:gd name="connsiteX6" fmla="*/ 177800 w 1151793"/>
              <a:gd name="connsiteY6" fmla="*/ 114300 h 243280"/>
              <a:gd name="connsiteX7" fmla="*/ 196850 w 1151793"/>
              <a:gd name="connsiteY7" fmla="*/ 120650 h 243280"/>
              <a:gd name="connsiteX8" fmla="*/ 209550 w 1151793"/>
              <a:gd name="connsiteY8" fmla="*/ 139700 h 243280"/>
              <a:gd name="connsiteX9" fmla="*/ 228600 w 1151793"/>
              <a:gd name="connsiteY9" fmla="*/ 146050 h 243280"/>
              <a:gd name="connsiteX10" fmla="*/ 247650 w 1151793"/>
              <a:gd name="connsiteY10" fmla="*/ 158750 h 243280"/>
              <a:gd name="connsiteX11" fmla="*/ 266700 w 1151793"/>
              <a:gd name="connsiteY11" fmla="*/ 165100 h 243280"/>
              <a:gd name="connsiteX12" fmla="*/ 285750 w 1151793"/>
              <a:gd name="connsiteY12" fmla="*/ 177800 h 243280"/>
              <a:gd name="connsiteX13" fmla="*/ 323850 w 1151793"/>
              <a:gd name="connsiteY13" fmla="*/ 190500 h 243280"/>
              <a:gd name="connsiteX14" fmla="*/ 361950 w 1151793"/>
              <a:gd name="connsiteY14" fmla="*/ 215900 h 243280"/>
              <a:gd name="connsiteX15" fmla="*/ 412750 w 1151793"/>
              <a:gd name="connsiteY15" fmla="*/ 228600 h 243280"/>
              <a:gd name="connsiteX16" fmla="*/ 473869 w 1151793"/>
              <a:gd name="connsiteY16" fmla="*/ 230981 h 243280"/>
              <a:gd name="connsiteX17" fmla="*/ 577056 w 1151793"/>
              <a:gd name="connsiteY17" fmla="*/ 242094 h 243280"/>
              <a:gd name="connsiteX18" fmla="*/ 719138 w 1151793"/>
              <a:gd name="connsiteY18" fmla="*/ 232569 h 243280"/>
              <a:gd name="connsiteX19" fmla="*/ 778669 w 1151793"/>
              <a:gd name="connsiteY19" fmla="*/ 219869 h 243280"/>
              <a:gd name="connsiteX20" fmla="*/ 821531 w 1151793"/>
              <a:gd name="connsiteY20" fmla="*/ 208756 h 243280"/>
              <a:gd name="connsiteX21" fmla="*/ 860425 w 1151793"/>
              <a:gd name="connsiteY21" fmla="*/ 194469 h 243280"/>
              <a:gd name="connsiteX22" fmla="*/ 889001 w 1151793"/>
              <a:gd name="connsiteY22" fmla="*/ 179387 h 243280"/>
              <a:gd name="connsiteX23" fmla="*/ 912813 w 1151793"/>
              <a:gd name="connsiteY23" fmla="*/ 168274 h 243280"/>
              <a:gd name="connsiteX24" fmla="*/ 969963 w 1151793"/>
              <a:gd name="connsiteY24" fmla="*/ 146844 h 243280"/>
              <a:gd name="connsiteX25" fmla="*/ 1046162 w 1151793"/>
              <a:gd name="connsiteY25" fmla="*/ 107950 h 243280"/>
              <a:gd name="connsiteX26" fmla="*/ 1081087 w 1151793"/>
              <a:gd name="connsiteY26" fmla="*/ 88900 h 243280"/>
              <a:gd name="connsiteX27" fmla="*/ 1085850 w 1151793"/>
              <a:gd name="connsiteY27" fmla="*/ 76994 h 243280"/>
              <a:gd name="connsiteX28" fmla="*/ 1102519 w 1151793"/>
              <a:gd name="connsiteY28" fmla="*/ 66675 h 243280"/>
              <a:gd name="connsiteX29" fmla="*/ 1104901 w 1151793"/>
              <a:gd name="connsiteY29" fmla="*/ 68262 h 243280"/>
              <a:gd name="connsiteX30" fmla="*/ 1151732 w 1151793"/>
              <a:gd name="connsiteY30" fmla="*/ 20637 h 243280"/>
              <a:gd name="connsiteX0" fmla="*/ 0 w 1151793"/>
              <a:gd name="connsiteY0" fmla="*/ 0 h 243280"/>
              <a:gd name="connsiteX1" fmla="*/ 25400 w 1151793"/>
              <a:gd name="connsiteY1" fmla="*/ 31750 h 243280"/>
              <a:gd name="connsiteX2" fmla="*/ 44450 w 1151793"/>
              <a:gd name="connsiteY2" fmla="*/ 38100 h 243280"/>
              <a:gd name="connsiteX3" fmla="*/ 63500 w 1151793"/>
              <a:gd name="connsiteY3" fmla="*/ 50800 h 243280"/>
              <a:gd name="connsiteX4" fmla="*/ 101600 w 1151793"/>
              <a:gd name="connsiteY4" fmla="*/ 63500 h 243280"/>
              <a:gd name="connsiteX5" fmla="*/ 139700 w 1151793"/>
              <a:gd name="connsiteY5" fmla="*/ 82550 h 243280"/>
              <a:gd name="connsiteX6" fmla="*/ 177800 w 1151793"/>
              <a:gd name="connsiteY6" fmla="*/ 114300 h 243280"/>
              <a:gd name="connsiteX7" fmla="*/ 196850 w 1151793"/>
              <a:gd name="connsiteY7" fmla="*/ 120650 h 243280"/>
              <a:gd name="connsiteX8" fmla="*/ 209550 w 1151793"/>
              <a:gd name="connsiteY8" fmla="*/ 139700 h 243280"/>
              <a:gd name="connsiteX9" fmla="*/ 228600 w 1151793"/>
              <a:gd name="connsiteY9" fmla="*/ 146050 h 243280"/>
              <a:gd name="connsiteX10" fmla="*/ 247650 w 1151793"/>
              <a:gd name="connsiteY10" fmla="*/ 158750 h 243280"/>
              <a:gd name="connsiteX11" fmla="*/ 266700 w 1151793"/>
              <a:gd name="connsiteY11" fmla="*/ 165100 h 243280"/>
              <a:gd name="connsiteX12" fmla="*/ 285750 w 1151793"/>
              <a:gd name="connsiteY12" fmla="*/ 177800 h 243280"/>
              <a:gd name="connsiteX13" fmla="*/ 323850 w 1151793"/>
              <a:gd name="connsiteY13" fmla="*/ 190500 h 243280"/>
              <a:gd name="connsiteX14" fmla="*/ 361950 w 1151793"/>
              <a:gd name="connsiteY14" fmla="*/ 215900 h 243280"/>
              <a:gd name="connsiteX15" fmla="*/ 412750 w 1151793"/>
              <a:gd name="connsiteY15" fmla="*/ 216693 h 243280"/>
              <a:gd name="connsiteX16" fmla="*/ 473869 w 1151793"/>
              <a:gd name="connsiteY16" fmla="*/ 230981 h 243280"/>
              <a:gd name="connsiteX17" fmla="*/ 577056 w 1151793"/>
              <a:gd name="connsiteY17" fmla="*/ 242094 h 243280"/>
              <a:gd name="connsiteX18" fmla="*/ 719138 w 1151793"/>
              <a:gd name="connsiteY18" fmla="*/ 232569 h 243280"/>
              <a:gd name="connsiteX19" fmla="*/ 778669 w 1151793"/>
              <a:gd name="connsiteY19" fmla="*/ 219869 h 243280"/>
              <a:gd name="connsiteX20" fmla="*/ 821531 w 1151793"/>
              <a:gd name="connsiteY20" fmla="*/ 208756 h 243280"/>
              <a:gd name="connsiteX21" fmla="*/ 860425 w 1151793"/>
              <a:gd name="connsiteY21" fmla="*/ 194469 h 243280"/>
              <a:gd name="connsiteX22" fmla="*/ 889001 w 1151793"/>
              <a:gd name="connsiteY22" fmla="*/ 179387 h 243280"/>
              <a:gd name="connsiteX23" fmla="*/ 912813 w 1151793"/>
              <a:gd name="connsiteY23" fmla="*/ 168274 h 243280"/>
              <a:gd name="connsiteX24" fmla="*/ 969963 w 1151793"/>
              <a:gd name="connsiteY24" fmla="*/ 146844 h 243280"/>
              <a:gd name="connsiteX25" fmla="*/ 1046162 w 1151793"/>
              <a:gd name="connsiteY25" fmla="*/ 107950 h 243280"/>
              <a:gd name="connsiteX26" fmla="*/ 1081087 w 1151793"/>
              <a:gd name="connsiteY26" fmla="*/ 88900 h 243280"/>
              <a:gd name="connsiteX27" fmla="*/ 1085850 w 1151793"/>
              <a:gd name="connsiteY27" fmla="*/ 76994 h 243280"/>
              <a:gd name="connsiteX28" fmla="*/ 1102519 w 1151793"/>
              <a:gd name="connsiteY28" fmla="*/ 66675 h 243280"/>
              <a:gd name="connsiteX29" fmla="*/ 1104901 w 1151793"/>
              <a:gd name="connsiteY29" fmla="*/ 68262 h 243280"/>
              <a:gd name="connsiteX30" fmla="*/ 1151732 w 1151793"/>
              <a:gd name="connsiteY30" fmla="*/ 20637 h 243280"/>
              <a:gd name="connsiteX0" fmla="*/ 0 w 1151793"/>
              <a:gd name="connsiteY0" fmla="*/ 0 h 243280"/>
              <a:gd name="connsiteX1" fmla="*/ 25400 w 1151793"/>
              <a:gd name="connsiteY1" fmla="*/ 31750 h 243280"/>
              <a:gd name="connsiteX2" fmla="*/ 44450 w 1151793"/>
              <a:gd name="connsiteY2" fmla="*/ 38100 h 243280"/>
              <a:gd name="connsiteX3" fmla="*/ 63500 w 1151793"/>
              <a:gd name="connsiteY3" fmla="*/ 50800 h 243280"/>
              <a:gd name="connsiteX4" fmla="*/ 101600 w 1151793"/>
              <a:gd name="connsiteY4" fmla="*/ 63500 h 243280"/>
              <a:gd name="connsiteX5" fmla="*/ 139700 w 1151793"/>
              <a:gd name="connsiteY5" fmla="*/ 82550 h 243280"/>
              <a:gd name="connsiteX6" fmla="*/ 177800 w 1151793"/>
              <a:gd name="connsiteY6" fmla="*/ 114300 h 243280"/>
              <a:gd name="connsiteX7" fmla="*/ 196850 w 1151793"/>
              <a:gd name="connsiteY7" fmla="*/ 120650 h 243280"/>
              <a:gd name="connsiteX8" fmla="*/ 209550 w 1151793"/>
              <a:gd name="connsiteY8" fmla="*/ 139700 h 243280"/>
              <a:gd name="connsiteX9" fmla="*/ 228600 w 1151793"/>
              <a:gd name="connsiteY9" fmla="*/ 146050 h 243280"/>
              <a:gd name="connsiteX10" fmla="*/ 247650 w 1151793"/>
              <a:gd name="connsiteY10" fmla="*/ 158750 h 243280"/>
              <a:gd name="connsiteX11" fmla="*/ 266700 w 1151793"/>
              <a:gd name="connsiteY11" fmla="*/ 165100 h 243280"/>
              <a:gd name="connsiteX12" fmla="*/ 285750 w 1151793"/>
              <a:gd name="connsiteY12" fmla="*/ 177800 h 243280"/>
              <a:gd name="connsiteX13" fmla="*/ 323850 w 1151793"/>
              <a:gd name="connsiteY13" fmla="*/ 190500 h 243280"/>
              <a:gd name="connsiteX14" fmla="*/ 369094 w 1151793"/>
              <a:gd name="connsiteY14" fmla="*/ 199231 h 243280"/>
              <a:gd name="connsiteX15" fmla="*/ 412750 w 1151793"/>
              <a:gd name="connsiteY15" fmla="*/ 216693 h 243280"/>
              <a:gd name="connsiteX16" fmla="*/ 473869 w 1151793"/>
              <a:gd name="connsiteY16" fmla="*/ 230981 h 243280"/>
              <a:gd name="connsiteX17" fmla="*/ 577056 w 1151793"/>
              <a:gd name="connsiteY17" fmla="*/ 242094 h 243280"/>
              <a:gd name="connsiteX18" fmla="*/ 719138 w 1151793"/>
              <a:gd name="connsiteY18" fmla="*/ 232569 h 243280"/>
              <a:gd name="connsiteX19" fmla="*/ 778669 w 1151793"/>
              <a:gd name="connsiteY19" fmla="*/ 219869 h 243280"/>
              <a:gd name="connsiteX20" fmla="*/ 821531 w 1151793"/>
              <a:gd name="connsiteY20" fmla="*/ 208756 h 243280"/>
              <a:gd name="connsiteX21" fmla="*/ 860425 w 1151793"/>
              <a:gd name="connsiteY21" fmla="*/ 194469 h 243280"/>
              <a:gd name="connsiteX22" fmla="*/ 889001 w 1151793"/>
              <a:gd name="connsiteY22" fmla="*/ 179387 h 243280"/>
              <a:gd name="connsiteX23" fmla="*/ 912813 w 1151793"/>
              <a:gd name="connsiteY23" fmla="*/ 168274 h 243280"/>
              <a:gd name="connsiteX24" fmla="*/ 969963 w 1151793"/>
              <a:gd name="connsiteY24" fmla="*/ 146844 h 243280"/>
              <a:gd name="connsiteX25" fmla="*/ 1046162 w 1151793"/>
              <a:gd name="connsiteY25" fmla="*/ 107950 h 243280"/>
              <a:gd name="connsiteX26" fmla="*/ 1081087 w 1151793"/>
              <a:gd name="connsiteY26" fmla="*/ 88900 h 243280"/>
              <a:gd name="connsiteX27" fmla="*/ 1085850 w 1151793"/>
              <a:gd name="connsiteY27" fmla="*/ 76994 h 243280"/>
              <a:gd name="connsiteX28" fmla="*/ 1102519 w 1151793"/>
              <a:gd name="connsiteY28" fmla="*/ 66675 h 243280"/>
              <a:gd name="connsiteX29" fmla="*/ 1104901 w 1151793"/>
              <a:gd name="connsiteY29" fmla="*/ 68262 h 243280"/>
              <a:gd name="connsiteX30" fmla="*/ 1151732 w 1151793"/>
              <a:gd name="connsiteY30" fmla="*/ 20637 h 243280"/>
              <a:gd name="connsiteX0" fmla="*/ 0 w 1151793"/>
              <a:gd name="connsiteY0" fmla="*/ 0 h 243280"/>
              <a:gd name="connsiteX1" fmla="*/ 25400 w 1151793"/>
              <a:gd name="connsiteY1" fmla="*/ 31750 h 243280"/>
              <a:gd name="connsiteX2" fmla="*/ 44450 w 1151793"/>
              <a:gd name="connsiteY2" fmla="*/ 38100 h 243280"/>
              <a:gd name="connsiteX3" fmla="*/ 63500 w 1151793"/>
              <a:gd name="connsiteY3" fmla="*/ 50800 h 243280"/>
              <a:gd name="connsiteX4" fmla="*/ 94456 w 1151793"/>
              <a:gd name="connsiteY4" fmla="*/ 75406 h 243280"/>
              <a:gd name="connsiteX5" fmla="*/ 139700 w 1151793"/>
              <a:gd name="connsiteY5" fmla="*/ 82550 h 243280"/>
              <a:gd name="connsiteX6" fmla="*/ 177800 w 1151793"/>
              <a:gd name="connsiteY6" fmla="*/ 114300 h 243280"/>
              <a:gd name="connsiteX7" fmla="*/ 196850 w 1151793"/>
              <a:gd name="connsiteY7" fmla="*/ 120650 h 243280"/>
              <a:gd name="connsiteX8" fmla="*/ 209550 w 1151793"/>
              <a:gd name="connsiteY8" fmla="*/ 139700 h 243280"/>
              <a:gd name="connsiteX9" fmla="*/ 228600 w 1151793"/>
              <a:gd name="connsiteY9" fmla="*/ 146050 h 243280"/>
              <a:gd name="connsiteX10" fmla="*/ 247650 w 1151793"/>
              <a:gd name="connsiteY10" fmla="*/ 158750 h 243280"/>
              <a:gd name="connsiteX11" fmla="*/ 266700 w 1151793"/>
              <a:gd name="connsiteY11" fmla="*/ 165100 h 243280"/>
              <a:gd name="connsiteX12" fmla="*/ 285750 w 1151793"/>
              <a:gd name="connsiteY12" fmla="*/ 177800 h 243280"/>
              <a:gd name="connsiteX13" fmla="*/ 323850 w 1151793"/>
              <a:gd name="connsiteY13" fmla="*/ 190500 h 243280"/>
              <a:gd name="connsiteX14" fmla="*/ 369094 w 1151793"/>
              <a:gd name="connsiteY14" fmla="*/ 199231 h 243280"/>
              <a:gd name="connsiteX15" fmla="*/ 412750 w 1151793"/>
              <a:gd name="connsiteY15" fmla="*/ 216693 h 243280"/>
              <a:gd name="connsiteX16" fmla="*/ 473869 w 1151793"/>
              <a:gd name="connsiteY16" fmla="*/ 230981 h 243280"/>
              <a:gd name="connsiteX17" fmla="*/ 577056 w 1151793"/>
              <a:gd name="connsiteY17" fmla="*/ 242094 h 243280"/>
              <a:gd name="connsiteX18" fmla="*/ 719138 w 1151793"/>
              <a:gd name="connsiteY18" fmla="*/ 232569 h 243280"/>
              <a:gd name="connsiteX19" fmla="*/ 778669 w 1151793"/>
              <a:gd name="connsiteY19" fmla="*/ 219869 h 243280"/>
              <a:gd name="connsiteX20" fmla="*/ 821531 w 1151793"/>
              <a:gd name="connsiteY20" fmla="*/ 208756 h 243280"/>
              <a:gd name="connsiteX21" fmla="*/ 860425 w 1151793"/>
              <a:gd name="connsiteY21" fmla="*/ 194469 h 243280"/>
              <a:gd name="connsiteX22" fmla="*/ 889001 w 1151793"/>
              <a:gd name="connsiteY22" fmla="*/ 179387 h 243280"/>
              <a:gd name="connsiteX23" fmla="*/ 912813 w 1151793"/>
              <a:gd name="connsiteY23" fmla="*/ 168274 h 243280"/>
              <a:gd name="connsiteX24" fmla="*/ 969963 w 1151793"/>
              <a:gd name="connsiteY24" fmla="*/ 146844 h 243280"/>
              <a:gd name="connsiteX25" fmla="*/ 1046162 w 1151793"/>
              <a:gd name="connsiteY25" fmla="*/ 107950 h 243280"/>
              <a:gd name="connsiteX26" fmla="*/ 1081087 w 1151793"/>
              <a:gd name="connsiteY26" fmla="*/ 88900 h 243280"/>
              <a:gd name="connsiteX27" fmla="*/ 1085850 w 1151793"/>
              <a:gd name="connsiteY27" fmla="*/ 76994 h 243280"/>
              <a:gd name="connsiteX28" fmla="*/ 1102519 w 1151793"/>
              <a:gd name="connsiteY28" fmla="*/ 66675 h 243280"/>
              <a:gd name="connsiteX29" fmla="*/ 1104901 w 1151793"/>
              <a:gd name="connsiteY29" fmla="*/ 68262 h 243280"/>
              <a:gd name="connsiteX30" fmla="*/ 1151732 w 1151793"/>
              <a:gd name="connsiteY30" fmla="*/ 20637 h 243280"/>
              <a:gd name="connsiteX0" fmla="*/ 0 w 1151793"/>
              <a:gd name="connsiteY0" fmla="*/ 0 h 243280"/>
              <a:gd name="connsiteX1" fmla="*/ 25400 w 1151793"/>
              <a:gd name="connsiteY1" fmla="*/ 31750 h 243280"/>
              <a:gd name="connsiteX2" fmla="*/ 44450 w 1151793"/>
              <a:gd name="connsiteY2" fmla="*/ 38100 h 243280"/>
              <a:gd name="connsiteX3" fmla="*/ 63500 w 1151793"/>
              <a:gd name="connsiteY3" fmla="*/ 50800 h 243280"/>
              <a:gd name="connsiteX4" fmla="*/ 94456 w 1151793"/>
              <a:gd name="connsiteY4" fmla="*/ 75406 h 243280"/>
              <a:gd name="connsiteX5" fmla="*/ 139700 w 1151793"/>
              <a:gd name="connsiteY5" fmla="*/ 99219 h 243280"/>
              <a:gd name="connsiteX6" fmla="*/ 177800 w 1151793"/>
              <a:gd name="connsiteY6" fmla="*/ 114300 h 243280"/>
              <a:gd name="connsiteX7" fmla="*/ 196850 w 1151793"/>
              <a:gd name="connsiteY7" fmla="*/ 120650 h 243280"/>
              <a:gd name="connsiteX8" fmla="*/ 209550 w 1151793"/>
              <a:gd name="connsiteY8" fmla="*/ 139700 h 243280"/>
              <a:gd name="connsiteX9" fmla="*/ 228600 w 1151793"/>
              <a:gd name="connsiteY9" fmla="*/ 146050 h 243280"/>
              <a:gd name="connsiteX10" fmla="*/ 247650 w 1151793"/>
              <a:gd name="connsiteY10" fmla="*/ 158750 h 243280"/>
              <a:gd name="connsiteX11" fmla="*/ 266700 w 1151793"/>
              <a:gd name="connsiteY11" fmla="*/ 165100 h 243280"/>
              <a:gd name="connsiteX12" fmla="*/ 285750 w 1151793"/>
              <a:gd name="connsiteY12" fmla="*/ 177800 h 243280"/>
              <a:gd name="connsiteX13" fmla="*/ 323850 w 1151793"/>
              <a:gd name="connsiteY13" fmla="*/ 190500 h 243280"/>
              <a:gd name="connsiteX14" fmla="*/ 369094 w 1151793"/>
              <a:gd name="connsiteY14" fmla="*/ 199231 h 243280"/>
              <a:gd name="connsiteX15" fmla="*/ 412750 w 1151793"/>
              <a:gd name="connsiteY15" fmla="*/ 216693 h 243280"/>
              <a:gd name="connsiteX16" fmla="*/ 473869 w 1151793"/>
              <a:gd name="connsiteY16" fmla="*/ 230981 h 243280"/>
              <a:gd name="connsiteX17" fmla="*/ 577056 w 1151793"/>
              <a:gd name="connsiteY17" fmla="*/ 242094 h 243280"/>
              <a:gd name="connsiteX18" fmla="*/ 719138 w 1151793"/>
              <a:gd name="connsiteY18" fmla="*/ 232569 h 243280"/>
              <a:gd name="connsiteX19" fmla="*/ 778669 w 1151793"/>
              <a:gd name="connsiteY19" fmla="*/ 219869 h 243280"/>
              <a:gd name="connsiteX20" fmla="*/ 821531 w 1151793"/>
              <a:gd name="connsiteY20" fmla="*/ 208756 h 243280"/>
              <a:gd name="connsiteX21" fmla="*/ 860425 w 1151793"/>
              <a:gd name="connsiteY21" fmla="*/ 194469 h 243280"/>
              <a:gd name="connsiteX22" fmla="*/ 889001 w 1151793"/>
              <a:gd name="connsiteY22" fmla="*/ 179387 h 243280"/>
              <a:gd name="connsiteX23" fmla="*/ 912813 w 1151793"/>
              <a:gd name="connsiteY23" fmla="*/ 168274 h 243280"/>
              <a:gd name="connsiteX24" fmla="*/ 969963 w 1151793"/>
              <a:gd name="connsiteY24" fmla="*/ 146844 h 243280"/>
              <a:gd name="connsiteX25" fmla="*/ 1046162 w 1151793"/>
              <a:gd name="connsiteY25" fmla="*/ 107950 h 243280"/>
              <a:gd name="connsiteX26" fmla="*/ 1081087 w 1151793"/>
              <a:gd name="connsiteY26" fmla="*/ 88900 h 243280"/>
              <a:gd name="connsiteX27" fmla="*/ 1085850 w 1151793"/>
              <a:gd name="connsiteY27" fmla="*/ 76994 h 243280"/>
              <a:gd name="connsiteX28" fmla="*/ 1102519 w 1151793"/>
              <a:gd name="connsiteY28" fmla="*/ 66675 h 243280"/>
              <a:gd name="connsiteX29" fmla="*/ 1104901 w 1151793"/>
              <a:gd name="connsiteY29" fmla="*/ 68262 h 243280"/>
              <a:gd name="connsiteX30" fmla="*/ 1151732 w 1151793"/>
              <a:gd name="connsiteY30" fmla="*/ 20637 h 24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51793" h="243280">
                <a:moveTo>
                  <a:pt x="0" y="0"/>
                </a:moveTo>
                <a:cubicBezTo>
                  <a:pt x="8467" y="10583"/>
                  <a:pt x="15110" y="22930"/>
                  <a:pt x="25400" y="31750"/>
                </a:cubicBezTo>
                <a:cubicBezTo>
                  <a:pt x="30482" y="36106"/>
                  <a:pt x="38463" y="35107"/>
                  <a:pt x="44450" y="38100"/>
                </a:cubicBezTo>
                <a:cubicBezTo>
                  <a:pt x="51276" y="41513"/>
                  <a:pt x="55166" y="44582"/>
                  <a:pt x="63500" y="50800"/>
                </a:cubicBezTo>
                <a:cubicBezTo>
                  <a:pt x="71834" y="57018"/>
                  <a:pt x="81756" y="67336"/>
                  <a:pt x="94456" y="75406"/>
                </a:cubicBezTo>
                <a:cubicBezTo>
                  <a:pt x="107156" y="83476"/>
                  <a:pt x="125809" y="92737"/>
                  <a:pt x="139700" y="99219"/>
                </a:cubicBezTo>
                <a:cubicBezTo>
                  <a:pt x="153591" y="105701"/>
                  <a:pt x="168275" y="110728"/>
                  <a:pt x="177800" y="114300"/>
                </a:cubicBezTo>
                <a:cubicBezTo>
                  <a:pt x="187325" y="117872"/>
                  <a:pt x="190500" y="118533"/>
                  <a:pt x="196850" y="120650"/>
                </a:cubicBezTo>
                <a:cubicBezTo>
                  <a:pt x="201083" y="127000"/>
                  <a:pt x="203591" y="134932"/>
                  <a:pt x="209550" y="139700"/>
                </a:cubicBezTo>
                <a:cubicBezTo>
                  <a:pt x="214777" y="143881"/>
                  <a:pt x="222613" y="143057"/>
                  <a:pt x="228600" y="146050"/>
                </a:cubicBezTo>
                <a:cubicBezTo>
                  <a:pt x="235426" y="149463"/>
                  <a:pt x="240824" y="155337"/>
                  <a:pt x="247650" y="158750"/>
                </a:cubicBezTo>
                <a:cubicBezTo>
                  <a:pt x="253637" y="161743"/>
                  <a:pt x="260713" y="162107"/>
                  <a:pt x="266700" y="165100"/>
                </a:cubicBezTo>
                <a:cubicBezTo>
                  <a:pt x="273526" y="168513"/>
                  <a:pt x="278776" y="174700"/>
                  <a:pt x="285750" y="177800"/>
                </a:cubicBezTo>
                <a:cubicBezTo>
                  <a:pt x="297983" y="183237"/>
                  <a:pt x="309959" y="186928"/>
                  <a:pt x="323850" y="190500"/>
                </a:cubicBezTo>
                <a:cubicBezTo>
                  <a:pt x="337741" y="194072"/>
                  <a:pt x="354277" y="194866"/>
                  <a:pt x="369094" y="199231"/>
                </a:cubicBezTo>
                <a:cubicBezTo>
                  <a:pt x="383911" y="203597"/>
                  <a:pt x="395288" y="211401"/>
                  <a:pt x="412750" y="216693"/>
                </a:cubicBezTo>
                <a:cubicBezTo>
                  <a:pt x="430212" y="221985"/>
                  <a:pt x="446485" y="226748"/>
                  <a:pt x="473869" y="230981"/>
                </a:cubicBezTo>
                <a:cubicBezTo>
                  <a:pt x="501253" y="235215"/>
                  <a:pt x="547423" y="239977"/>
                  <a:pt x="577056" y="242094"/>
                </a:cubicBezTo>
                <a:cubicBezTo>
                  <a:pt x="652992" y="246791"/>
                  <a:pt x="685536" y="236273"/>
                  <a:pt x="719138" y="232569"/>
                </a:cubicBezTo>
                <a:cubicBezTo>
                  <a:pt x="752740" y="228865"/>
                  <a:pt x="761604" y="223838"/>
                  <a:pt x="778669" y="219869"/>
                </a:cubicBezTo>
                <a:cubicBezTo>
                  <a:pt x="795734" y="215900"/>
                  <a:pt x="807905" y="212989"/>
                  <a:pt x="821531" y="208756"/>
                </a:cubicBezTo>
                <a:cubicBezTo>
                  <a:pt x="835157" y="204523"/>
                  <a:pt x="849180" y="199364"/>
                  <a:pt x="860425" y="194469"/>
                </a:cubicBezTo>
                <a:cubicBezTo>
                  <a:pt x="871670" y="189574"/>
                  <a:pt x="880270" y="183753"/>
                  <a:pt x="889001" y="179387"/>
                </a:cubicBezTo>
                <a:cubicBezTo>
                  <a:pt x="897732" y="175021"/>
                  <a:pt x="899319" y="173698"/>
                  <a:pt x="912813" y="168274"/>
                </a:cubicBezTo>
                <a:cubicBezTo>
                  <a:pt x="926307" y="162850"/>
                  <a:pt x="947738" y="156898"/>
                  <a:pt x="969963" y="146844"/>
                </a:cubicBezTo>
                <a:cubicBezTo>
                  <a:pt x="992188" y="136790"/>
                  <a:pt x="1003057" y="122318"/>
                  <a:pt x="1046162" y="107950"/>
                </a:cubicBezTo>
                <a:cubicBezTo>
                  <a:pt x="1054629" y="101600"/>
                  <a:pt x="1074472" y="94059"/>
                  <a:pt x="1081087" y="88900"/>
                </a:cubicBezTo>
                <a:cubicBezTo>
                  <a:pt x="1087702" y="83741"/>
                  <a:pt x="1082278" y="80698"/>
                  <a:pt x="1085850" y="76994"/>
                </a:cubicBezTo>
                <a:cubicBezTo>
                  <a:pt x="1091406" y="73554"/>
                  <a:pt x="1099344" y="68130"/>
                  <a:pt x="1102519" y="66675"/>
                </a:cubicBezTo>
                <a:cubicBezTo>
                  <a:pt x="1105694" y="65220"/>
                  <a:pt x="1096699" y="75935"/>
                  <a:pt x="1104901" y="68262"/>
                </a:cubicBezTo>
                <a:cubicBezTo>
                  <a:pt x="1113103" y="60589"/>
                  <a:pt x="1153584" y="41275"/>
                  <a:pt x="1151732" y="20637"/>
                </a:cubicBezTo>
              </a:path>
            </a:pathLst>
          </a:custGeom>
          <a:ln w="34925">
            <a:solidFill>
              <a:srgbClr val="C00000"/>
            </a:solidFill>
            <a:headEnd/>
            <a:tailEn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cxnSp>
        <p:nvCxnSpPr>
          <p:cNvPr id="48" name="直接连接符 47"/>
          <p:cNvCxnSpPr/>
          <p:nvPr/>
        </p:nvCxnSpPr>
        <p:spPr>
          <a:xfrm>
            <a:off x="2838451" y="2781300"/>
            <a:ext cx="3382963" cy="0"/>
          </a:xfrm>
          <a:prstGeom prst="line">
            <a:avLst/>
          </a:prstGeom>
          <a:ln>
            <a:solidFill>
              <a:srgbClr val="FF00FF"/>
            </a:solidFill>
          </a:ln>
        </p:spPr>
        <p:style>
          <a:lnRef idx="1">
            <a:schemeClr val="accent2"/>
          </a:lnRef>
          <a:fillRef idx="0">
            <a:schemeClr val="accent2"/>
          </a:fillRef>
          <a:effectRef idx="0">
            <a:schemeClr val="accent2"/>
          </a:effectRef>
          <a:fontRef idx="minor">
            <a:schemeClr val="tx1"/>
          </a:fontRef>
        </p:style>
      </p:cxnSp>
      <p:sp>
        <p:nvSpPr>
          <p:cNvPr id="50" name="Text Box 41"/>
          <p:cNvSpPr txBox="1">
            <a:spLocks noChangeArrowheads="1"/>
          </p:cNvSpPr>
          <p:nvPr/>
        </p:nvSpPr>
        <p:spPr bwMode="auto">
          <a:xfrm>
            <a:off x="6065838" y="2652713"/>
            <a:ext cx="214312"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cxnSp>
        <p:nvCxnSpPr>
          <p:cNvPr id="51" name="直接连接符 50"/>
          <p:cNvCxnSpPr/>
          <p:nvPr/>
        </p:nvCxnSpPr>
        <p:spPr>
          <a:xfrm>
            <a:off x="2908300" y="2720975"/>
            <a:ext cx="3671888" cy="0"/>
          </a:xfrm>
          <a:prstGeom prst="line">
            <a:avLst/>
          </a:prstGeom>
          <a:ln>
            <a:solidFill>
              <a:srgbClr val="FF00FF"/>
            </a:solidFill>
          </a:ln>
        </p:spPr>
        <p:style>
          <a:lnRef idx="1">
            <a:schemeClr val="accent2"/>
          </a:lnRef>
          <a:fillRef idx="0">
            <a:schemeClr val="accent2"/>
          </a:fillRef>
          <a:effectRef idx="0">
            <a:schemeClr val="accent2"/>
          </a:effectRef>
          <a:fontRef idx="minor">
            <a:schemeClr val="tx1"/>
          </a:fontRef>
        </p:style>
      </p:cxnSp>
      <p:cxnSp>
        <p:nvCxnSpPr>
          <p:cNvPr id="52" name="直接连接符 51"/>
          <p:cNvCxnSpPr/>
          <p:nvPr/>
        </p:nvCxnSpPr>
        <p:spPr>
          <a:xfrm>
            <a:off x="2946400" y="2713039"/>
            <a:ext cx="0" cy="2268537"/>
          </a:xfrm>
          <a:prstGeom prst="line">
            <a:avLst/>
          </a:prstGeom>
          <a:ln>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2938463" y="4411663"/>
            <a:ext cx="3059112" cy="0"/>
          </a:xfrm>
          <a:prstGeom prst="line">
            <a:avLst/>
          </a:prstGeom>
          <a:ln>
            <a:solidFill>
              <a:srgbClr val="FF00FF"/>
            </a:solidFill>
          </a:ln>
        </p:spPr>
        <p:style>
          <a:lnRef idx="1">
            <a:schemeClr val="accent2"/>
          </a:lnRef>
          <a:fillRef idx="0">
            <a:schemeClr val="accent2"/>
          </a:fillRef>
          <a:effectRef idx="0">
            <a:schemeClr val="accent2"/>
          </a:effectRef>
          <a:fontRef idx="minor">
            <a:schemeClr val="tx1"/>
          </a:fontRef>
        </p:style>
      </p:cxnSp>
      <p:cxnSp>
        <p:nvCxnSpPr>
          <p:cNvPr id="54" name="直接连接符 53"/>
          <p:cNvCxnSpPr/>
          <p:nvPr/>
        </p:nvCxnSpPr>
        <p:spPr>
          <a:xfrm>
            <a:off x="2944814" y="4905375"/>
            <a:ext cx="3527425" cy="0"/>
          </a:xfrm>
          <a:prstGeom prst="line">
            <a:avLst/>
          </a:prstGeom>
          <a:ln>
            <a:solidFill>
              <a:srgbClr val="FF00FF"/>
            </a:solidFill>
          </a:ln>
        </p:spPr>
        <p:style>
          <a:lnRef idx="1">
            <a:schemeClr val="accent2"/>
          </a:lnRef>
          <a:fillRef idx="0">
            <a:schemeClr val="accent2"/>
          </a:fillRef>
          <a:effectRef idx="0">
            <a:schemeClr val="accent2"/>
          </a:effectRef>
          <a:fontRef idx="minor">
            <a:schemeClr val="tx1"/>
          </a:fontRef>
        </p:style>
      </p:cxnSp>
      <p:cxnSp>
        <p:nvCxnSpPr>
          <p:cNvPr id="55" name="直接连接符 54"/>
          <p:cNvCxnSpPr/>
          <p:nvPr/>
        </p:nvCxnSpPr>
        <p:spPr>
          <a:xfrm>
            <a:off x="5988050" y="2714626"/>
            <a:ext cx="0" cy="1692275"/>
          </a:xfrm>
          <a:prstGeom prst="line">
            <a:avLst/>
          </a:prstGeom>
          <a:ln>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6472238" y="2708275"/>
            <a:ext cx="0" cy="2197100"/>
          </a:xfrm>
          <a:prstGeom prst="line">
            <a:avLst/>
          </a:prstGeom>
          <a:ln>
            <a:solidFill>
              <a:srgbClr val="FF00FF"/>
            </a:solidFill>
          </a:ln>
        </p:spPr>
        <p:style>
          <a:lnRef idx="1">
            <a:schemeClr val="accent1"/>
          </a:lnRef>
          <a:fillRef idx="0">
            <a:schemeClr val="accent1"/>
          </a:fillRef>
          <a:effectRef idx="0">
            <a:schemeClr val="accent1"/>
          </a:effectRef>
          <a:fontRef idx="minor">
            <a:schemeClr val="tx1"/>
          </a:fontRef>
        </p:style>
      </p:cxnSp>
      <p:grpSp>
        <p:nvGrpSpPr>
          <p:cNvPr id="6" name="组合 23"/>
          <p:cNvGrpSpPr>
            <a:grpSpLocks/>
          </p:cNvGrpSpPr>
          <p:nvPr/>
        </p:nvGrpSpPr>
        <p:grpSpPr bwMode="auto">
          <a:xfrm>
            <a:off x="5861050" y="2586038"/>
            <a:ext cx="611188" cy="247650"/>
            <a:chOff x="4314519" y="2516547"/>
            <a:chExt cx="975104" cy="247674"/>
          </a:xfrm>
        </p:grpSpPr>
        <p:sp>
          <p:nvSpPr>
            <p:cNvPr id="35882" name="Text Box 41"/>
            <p:cNvSpPr txBox="1">
              <a:spLocks noChangeArrowheads="1"/>
            </p:cNvSpPr>
            <p:nvPr/>
          </p:nvSpPr>
          <p:spPr bwMode="auto">
            <a:xfrm>
              <a:off x="4314519" y="2516547"/>
              <a:ext cx="213730"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35883" name="Text Box 41"/>
            <p:cNvSpPr txBox="1">
              <a:spLocks noChangeArrowheads="1"/>
            </p:cNvSpPr>
            <p:nvPr/>
          </p:nvSpPr>
          <p:spPr bwMode="auto">
            <a:xfrm>
              <a:off x="5075894" y="2518159"/>
              <a:ext cx="213729"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grpSp>
      <p:sp>
        <p:nvSpPr>
          <p:cNvPr id="29" name="任意多边形 28"/>
          <p:cNvSpPr/>
          <p:nvPr/>
        </p:nvSpPr>
        <p:spPr bwMode="auto">
          <a:xfrm>
            <a:off x="5873750" y="2660651"/>
            <a:ext cx="692150" cy="123825"/>
          </a:xfrm>
          <a:custGeom>
            <a:avLst/>
            <a:gdLst>
              <a:gd name="connsiteX0" fmla="*/ 0 w 692150"/>
              <a:gd name="connsiteY0" fmla="*/ 0 h 123825"/>
              <a:gd name="connsiteX1" fmla="*/ 41275 w 692150"/>
              <a:gd name="connsiteY1" fmla="*/ 25400 h 123825"/>
              <a:gd name="connsiteX2" fmla="*/ 73025 w 692150"/>
              <a:gd name="connsiteY2" fmla="*/ 31750 h 123825"/>
              <a:gd name="connsiteX3" fmla="*/ 82550 w 692150"/>
              <a:gd name="connsiteY3" fmla="*/ 38100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82550 h 123825"/>
              <a:gd name="connsiteX21" fmla="*/ 577850 w 692150"/>
              <a:gd name="connsiteY21" fmla="*/ 79375 h 123825"/>
              <a:gd name="connsiteX22" fmla="*/ 596900 w 692150"/>
              <a:gd name="connsiteY22" fmla="*/ 73025 h 123825"/>
              <a:gd name="connsiteX23" fmla="*/ 612775 w 692150"/>
              <a:gd name="connsiteY23" fmla="*/ 69850 h 123825"/>
              <a:gd name="connsiteX24" fmla="*/ 622300 w 692150"/>
              <a:gd name="connsiteY24" fmla="*/ 63500 h 123825"/>
              <a:gd name="connsiteX25" fmla="*/ 631825 w 692150"/>
              <a:gd name="connsiteY25" fmla="*/ 60325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1275 w 692150"/>
              <a:gd name="connsiteY1" fmla="*/ 25400 h 123825"/>
              <a:gd name="connsiteX2" fmla="*/ 73025 w 692150"/>
              <a:gd name="connsiteY2" fmla="*/ 31750 h 123825"/>
              <a:gd name="connsiteX3" fmla="*/ 82550 w 692150"/>
              <a:gd name="connsiteY3" fmla="*/ 38100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82550 h 123825"/>
              <a:gd name="connsiteX21" fmla="*/ 577850 w 692150"/>
              <a:gd name="connsiteY21" fmla="*/ 79375 h 123825"/>
              <a:gd name="connsiteX22" fmla="*/ 596900 w 692150"/>
              <a:gd name="connsiteY22" fmla="*/ 73025 h 123825"/>
              <a:gd name="connsiteX23" fmla="*/ 608013 w 692150"/>
              <a:gd name="connsiteY23" fmla="*/ 53181 h 123825"/>
              <a:gd name="connsiteX24" fmla="*/ 622300 w 692150"/>
              <a:gd name="connsiteY24" fmla="*/ 63500 h 123825"/>
              <a:gd name="connsiteX25" fmla="*/ 631825 w 692150"/>
              <a:gd name="connsiteY25" fmla="*/ 60325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1275 w 692150"/>
              <a:gd name="connsiteY1" fmla="*/ 25400 h 123825"/>
              <a:gd name="connsiteX2" fmla="*/ 73025 w 692150"/>
              <a:gd name="connsiteY2" fmla="*/ 31750 h 123825"/>
              <a:gd name="connsiteX3" fmla="*/ 82550 w 692150"/>
              <a:gd name="connsiteY3" fmla="*/ 38100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82550 h 123825"/>
              <a:gd name="connsiteX21" fmla="*/ 577850 w 692150"/>
              <a:gd name="connsiteY21" fmla="*/ 79375 h 123825"/>
              <a:gd name="connsiteX22" fmla="*/ 596900 w 692150"/>
              <a:gd name="connsiteY22" fmla="*/ 73025 h 123825"/>
              <a:gd name="connsiteX23" fmla="*/ 608013 w 692150"/>
              <a:gd name="connsiteY23" fmla="*/ 53181 h 123825"/>
              <a:gd name="connsiteX24" fmla="*/ 622300 w 692150"/>
              <a:gd name="connsiteY24" fmla="*/ 63500 h 123825"/>
              <a:gd name="connsiteX25" fmla="*/ 627062 w 692150"/>
              <a:gd name="connsiteY25" fmla="*/ 48418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1275 w 692150"/>
              <a:gd name="connsiteY1" fmla="*/ 25400 h 123825"/>
              <a:gd name="connsiteX2" fmla="*/ 73025 w 692150"/>
              <a:gd name="connsiteY2" fmla="*/ 31750 h 123825"/>
              <a:gd name="connsiteX3" fmla="*/ 82550 w 692150"/>
              <a:gd name="connsiteY3" fmla="*/ 38100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82550 h 123825"/>
              <a:gd name="connsiteX21" fmla="*/ 575469 w 692150"/>
              <a:gd name="connsiteY21" fmla="*/ 67468 h 123825"/>
              <a:gd name="connsiteX22" fmla="*/ 596900 w 692150"/>
              <a:gd name="connsiteY22" fmla="*/ 73025 h 123825"/>
              <a:gd name="connsiteX23" fmla="*/ 608013 w 692150"/>
              <a:gd name="connsiteY23" fmla="*/ 53181 h 123825"/>
              <a:gd name="connsiteX24" fmla="*/ 622300 w 692150"/>
              <a:gd name="connsiteY24" fmla="*/ 63500 h 123825"/>
              <a:gd name="connsiteX25" fmla="*/ 627062 w 692150"/>
              <a:gd name="connsiteY25" fmla="*/ 48418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1275 w 692150"/>
              <a:gd name="connsiteY1" fmla="*/ 25400 h 123825"/>
              <a:gd name="connsiteX2" fmla="*/ 73025 w 692150"/>
              <a:gd name="connsiteY2" fmla="*/ 31750 h 123825"/>
              <a:gd name="connsiteX3" fmla="*/ 82550 w 692150"/>
              <a:gd name="connsiteY3" fmla="*/ 38100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82550 h 123825"/>
              <a:gd name="connsiteX21" fmla="*/ 575469 w 692150"/>
              <a:gd name="connsiteY21" fmla="*/ 67468 h 123825"/>
              <a:gd name="connsiteX22" fmla="*/ 587375 w 692150"/>
              <a:gd name="connsiteY22" fmla="*/ 63500 h 123825"/>
              <a:gd name="connsiteX23" fmla="*/ 608013 w 692150"/>
              <a:gd name="connsiteY23" fmla="*/ 53181 h 123825"/>
              <a:gd name="connsiteX24" fmla="*/ 622300 w 692150"/>
              <a:gd name="connsiteY24" fmla="*/ 63500 h 123825"/>
              <a:gd name="connsiteX25" fmla="*/ 627062 w 692150"/>
              <a:gd name="connsiteY25" fmla="*/ 48418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1275 w 692150"/>
              <a:gd name="connsiteY1" fmla="*/ 25400 h 123825"/>
              <a:gd name="connsiteX2" fmla="*/ 73025 w 692150"/>
              <a:gd name="connsiteY2" fmla="*/ 31750 h 123825"/>
              <a:gd name="connsiteX3" fmla="*/ 82550 w 692150"/>
              <a:gd name="connsiteY3" fmla="*/ 38100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82550 h 123825"/>
              <a:gd name="connsiteX21" fmla="*/ 575469 w 692150"/>
              <a:gd name="connsiteY21" fmla="*/ 67468 h 123825"/>
              <a:gd name="connsiteX22" fmla="*/ 587375 w 692150"/>
              <a:gd name="connsiteY22" fmla="*/ 63500 h 123825"/>
              <a:gd name="connsiteX23" fmla="*/ 608013 w 692150"/>
              <a:gd name="connsiteY23" fmla="*/ 53181 h 123825"/>
              <a:gd name="connsiteX24" fmla="*/ 622300 w 692150"/>
              <a:gd name="connsiteY24" fmla="*/ 49213 h 123825"/>
              <a:gd name="connsiteX25" fmla="*/ 627062 w 692150"/>
              <a:gd name="connsiteY25" fmla="*/ 48418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1275 w 692150"/>
              <a:gd name="connsiteY1" fmla="*/ 25400 h 123825"/>
              <a:gd name="connsiteX2" fmla="*/ 73025 w 692150"/>
              <a:gd name="connsiteY2" fmla="*/ 31750 h 123825"/>
              <a:gd name="connsiteX3" fmla="*/ 82550 w 692150"/>
              <a:gd name="connsiteY3" fmla="*/ 38100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77788 h 123825"/>
              <a:gd name="connsiteX21" fmla="*/ 575469 w 692150"/>
              <a:gd name="connsiteY21" fmla="*/ 67468 h 123825"/>
              <a:gd name="connsiteX22" fmla="*/ 587375 w 692150"/>
              <a:gd name="connsiteY22" fmla="*/ 63500 h 123825"/>
              <a:gd name="connsiteX23" fmla="*/ 608013 w 692150"/>
              <a:gd name="connsiteY23" fmla="*/ 53181 h 123825"/>
              <a:gd name="connsiteX24" fmla="*/ 622300 w 692150"/>
              <a:gd name="connsiteY24" fmla="*/ 49213 h 123825"/>
              <a:gd name="connsiteX25" fmla="*/ 627062 w 692150"/>
              <a:gd name="connsiteY25" fmla="*/ 48418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3656 w 692150"/>
              <a:gd name="connsiteY1" fmla="*/ 23018 h 123825"/>
              <a:gd name="connsiteX2" fmla="*/ 73025 w 692150"/>
              <a:gd name="connsiteY2" fmla="*/ 31750 h 123825"/>
              <a:gd name="connsiteX3" fmla="*/ 82550 w 692150"/>
              <a:gd name="connsiteY3" fmla="*/ 38100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77788 h 123825"/>
              <a:gd name="connsiteX21" fmla="*/ 575469 w 692150"/>
              <a:gd name="connsiteY21" fmla="*/ 67468 h 123825"/>
              <a:gd name="connsiteX22" fmla="*/ 587375 w 692150"/>
              <a:gd name="connsiteY22" fmla="*/ 63500 h 123825"/>
              <a:gd name="connsiteX23" fmla="*/ 608013 w 692150"/>
              <a:gd name="connsiteY23" fmla="*/ 53181 h 123825"/>
              <a:gd name="connsiteX24" fmla="*/ 622300 w 692150"/>
              <a:gd name="connsiteY24" fmla="*/ 49213 h 123825"/>
              <a:gd name="connsiteX25" fmla="*/ 627062 w 692150"/>
              <a:gd name="connsiteY25" fmla="*/ 48418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1274 w 692150"/>
              <a:gd name="connsiteY1" fmla="*/ 27781 h 123825"/>
              <a:gd name="connsiteX2" fmla="*/ 73025 w 692150"/>
              <a:gd name="connsiteY2" fmla="*/ 31750 h 123825"/>
              <a:gd name="connsiteX3" fmla="*/ 82550 w 692150"/>
              <a:gd name="connsiteY3" fmla="*/ 38100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77788 h 123825"/>
              <a:gd name="connsiteX21" fmla="*/ 575469 w 692150"/>
              <a:gd name="connsiteY21" fmla="*/ 67468 h 123825"/>
              <a:gd name="connsiteX22" fmla="*/ 587375 w 692150"/>
              <a:gd name="connsiteY22" fmla="*/ 63500 h 123825"/>
              <a:gd name="connsiteX23" fmla="*/ 608013 w 692150"/>
              <a:gd name="connsiteY23" fmla="*/ 53181 h 123825"/>
              <a:gd name="connsiteX24" fmla="*/ 622300 w 692150"/>
              <a:gd name="connsiteY24" fmla="*/ 49213 h 123825"/>
              <a:gd name="connsiteX25" fmla="*/ 627062 w 692150"/>
              <a:gd name="connsiteY25" fmla="*/ 48418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1274 w 692150"/>
              <a:gd name="connsiteY1" fmla="*/ 27781 h 123825"/>
              <a:gd name="connsiteX2" fmla="*/ 73025 w 692150"/>
              <a:gd name="connsiteY2" fmla="*/ 31750 h 123825"/>
              <a:gd name="connsiteX3" fmla="*/ 82550 w 692150"/>
              <a:gd name="connsiteY3" fmla="*/ 38100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77788 h 123825"/>
              <a:gd name="connsiteX21" fmla="*/ 575469 w 692150"/>
              <a:gd name="connsiteY21" fmla="*/ 67468 h 123825"/>
              <a:gd name="connsiteX22" fmla="*/ 587375 w 692150"/>
              <a:gd name="connsiteY22" fmla="*/ 63500 h 123825"/>
              <a:gd name="connsiteX23" fmla="*/ 608013 w 692150"/>
              <a:gd name="connsiteY23" fmla="*/ 53181 h 123825"/>
              <a:gd name="connsiteX24" fmla="*/ 622300 w 692150"/>
              <a:gd name="connsiteY24" fmla="*/ 49213 h 123825"/>
              <a:gd name="connsiteX25" fmla="*/ 627062 w 692150"/>
              <a:gd name="connsiteY25" fmla="*/ 48418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1274 w 692150"/>
              <a:gd name="connsiteY1" fmla="*/ 27781 h 123825"/>
              <a:gd name="connsiteX2" fmla="*/ 73025 w 692150"/>
              <a:gd name="connsiteY2" fmla="*/ 31750 h 123825"/>
              <a:gd name="connsiteX3" fmla="*/ 80169 w 692150"/>
              <a:gd name="connsiteY3" fmla="*/ 42862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77788 h 123825"/>
              <a:gd name="connsiteX21" fmla="*/ 575469 w 692150"/>
              <a:gd name="connsiteY21" fmla="*/ 67468 h 123825"/>
              <a:gd name="connsiteX22" fmla="*/ 587375 w 692150"/>
              <a:gd name="connsiteY22" fmla="*/ 63500 h 123825"/>
              <a:gd name="connsiteX23" fmla="*/ 608013 w 692150"/>
              <a:gd name="connsiteY23" fmla="*/ 53181 h 123825"/>
              <a:gd name="connsiteX24" fmla="*/ 622300 w 692150"/>
              <a:gd name="connsiteY24" fmla="*/ 49213 h 123825"/>
              <a:gd name="connsiteX25" fmla="*/ 627062 w 692150"/>
              <a:gd name="connsiteY25" fmla="*/ 48418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1274 w 692150"/>
              <a:gd name="connsiteY1" fmla="*/ 27781 h 123825"/>
              <a:gd name="connsiteX2" fmla="*/ 73025 w 692150"/>
              <a:gd name="connsiteY2" fmla="*/ 31750 h 123825"/>
              <a:gd name="connsiteX3" fmla="*/ 77788 w 692150"/>
              <a:gd name="connsiteY3" fmla="*/ 47624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77788 h 123825"/>
              <a:gd name="connsiteX21" fmla="*/ 575469 w 692150"/>
              <a:gd name="connsiteY21" fmla="*/ 67468 h 123825"/>
              <a:gd name="connsiteX22" fmla="*/ 587375 w 692150"/>
              <a:gd name="connsiteY22" fmla="*/ 63500 h 123825"/>
              <a:gd name="connsiteX23" fmla="*/ 608013 w 692150"/>
              <a:gd name="connsiteY23" fmla="*/ 53181 h 123825"/>
              <a:gd name="connsiteX24" fmla="*/ 622300 w 692150"/>
              <a:gd name="connsiteY24" fmla="*/ 49213 h 123825"/>
              <a:gd name="connsiteX25" fmla="*/ 627062 w 692150"/>
              <a:gd name="connsiteY25" fmla="*/ 48418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1274 w 692150"/>
              <a:gd name="connsiteY1" fmla="*/ 27781 h 123825"/>
              <a:gd name="connsiteX2" fmla="*/ 58738 w 692150"/>
              <a:gd name="connsiteY2" fmla="*/ 41275 h 123825"/>
              <a:gd name="connsiteX3" fmla="*/ 77788 w 692150"/>
              <a:gd name="connsiteY3" fmla="*/ 47624 h 123825"/>
              <a:gd name="connsiteX4" fmla="*/ 95250 w 692150"/>
              <a:gd name="connsiteY4" fmla="*/ 44450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77788 h 123825"/>
              <a:gd name="connsiteX21" fmla="*/ 575469 w 692150"/>
              <a:gd name="connsiteY21" fmla="*/ 67468 h 123825"/>
              <a:gd name="connsiteX22" fmla="*/ 587375 w 692150"/>
              <a:gd name="connsiteY22" fmla="*/ 63500 h 123825"/>
              <a:gd name="connsiteX23" fmla="*/ 608013 w 692150"/>
              <a:gd name="connsiteY23" fmla="*/ 53181 h 123825"/>
              <a:gd name="connsiteX24" fmla="*/ 622300 w 692150"/>
              <a:gd name="connsiteY24" fmla="*/ 49213 h 123825"/>
              <a:gd name="connsiteX25" fmla="*/ 627062 w 692150"/>
              <a:gd name="connsiteY25" fmla="*/ 48418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 name="connsiteX0" fmla="*/ 0 w 692150"/>
              <a:gd name="connsiteY0" fmla="*/ 0 h 123825"/>
              <a:gd name="connsiteX1" fmla="*/ 41274 w 692150"/>
              <a:gd name="connsiteY1" fmla="*/ 27781 h 123825"/>
              <a:gd name="connsiteX2" fmla="*/ 58738 w 692150"/>
              <a:gd name="connsiteY2" fmla="*/ 41275 h 123825"/>
              <a:gd name="connsiteX3" fmla="*/ 77788 w 692150"/>
              <a:gd name="connsiteY3" fmla="*/ 47624 h 123825"/>
              <a:gd name="connsiteX4" fmla="*/ 88106 w 692150"/>
              <a:gd name="connsiteY4" fmla="*/ 56356 h 123825"/>
              <a:gd name="connsiteX5" fmla="*/ 107950 w 692150"/>
              <a:gd name="connsiteY5" fmla="*/ 57150 h 123825"/>
              <a:gd name="connsiteX6" fmla="*/ 127000 w 692150"/>
              <a:gd name="connsiteY6" fmla="*/ 69850 h 123825"/>
              <a:gd name="connsiteX7" fmla="*/ 146050 w 692150"/>
              <a:gd name="connsiteY7" fmla="*/ 85725 h 123825"/>
              <a:gd name="connsiteX8" fmla="*/ 168275 w 692150"/>
              <a:gd name="connsiteY8" fmla="*/ 88900 h 123825"/>
              <a:gd name="connsiteX9" fmla="*/ 196850 w 692150"/>
              <a:gd name="connsiteY9" fmla="*/ 98425 h 123825"/>
              <a:gd name="connsiteX10" fmla="*/ 222250 w 692150"/>
              <a:gd name="connsiteY10" fmla="*/ 104775 h 123825"/>
              <a:gd name="connsiteX11" fmla="*/ 234950 w 692150"/>
              <a:gd name="connsiteY11" fmla="*/ 107950 h 123825"/>
              <a:gd name="connsiteX12" fmla="*/ 260350 w 692150"/>
              <a:gd name="connsiteY12" fmla="*/ 114300 h 123825"/>
              <a:gd name="connsiteX13" fmla="*/ 327025 w 692150"/>
              <a:gd name="connsiteY13" fmla="*/ 120650 h 123825"/>
              <a:gd name="connsiteX14" fmla="*/ 339725 w 692150"/>
              <a:gd name="connsiteY14" fmla="*/ 123825 h 123825"/>
              <a:gd name="connsiteX15" fmla="*/ 444500 w 692150"/>
              <a:gd name="connsiteY15" fmla="*/ 117475 h 123825"/>
              <a:gd name="connsiteX16" fmla="*/ 454025 w 692150"/>
              <a:gd name="connsiteY16" fmla="*/ 111125 h 123825"/>
              <a:gd name="connsiteX17" fmla="*/ 479425 w 692150"/>
              <a:gd name="connsiteY17" fmla="*/ 104775 h 123825"/>
              <a:gd name="connsiteX18" fmla="*/ 492125 w 692150"/>
              <a:gd name="connsiteY18" fmla="*/ 98425 h 123825"/>
              <a:gd name="connsiteX19" fmla="*/ 523875 w 692150"/>
              <a:gd name="connsiteY19" fmla="*/ 88900 h 123825"/>
              <a:gd name="connsiteX20" fmla="*/ 565150 w 692150"/>
              <a:gd name="connsiteY20" fmla="*/ 77788 h 123825"/>
              <a:gd name="connsiteX21" fmla="*/ 575469 w 692150"/>
              <a:gd name="connsiteY21" fmla="*/ 67468 h 123825"/>
              <a:gd name="connsiteX22" fmla="*/ 587375 w 692150"/>
              <a:gd name="connsiteY22" fmla="*/ 63500 h 123825"/>
              <a:gd name="connsiteX23" fmla="*/ 608013 w 692150"/>
              <a:gd name="connsiteY23" fmla="*/ 53181 h 123825"/>
              <a:gd name="connsiteX24" fmla="*/ 622300 w 692150"/>
              <a:gd name="connsiteY24" fmla="*/ 49213 h 123825"/>
              <a:gd name="connsiteX25" fmla="*/ 627062 w 692150"/>
              <a:gd name="connsiteY25" fmla="*/ 48418 h 123825"/>
              <a:gd name="connsiteX26" fmla="*/ 650875 w 692150"/>
              <a:gd name="connsiteY26" fmla="*/ 41275 h 123825"/>
              <a:gd name="connsiteX27" fmla="*/ 663575 w 692150"/>
              <a:gd name="connsiteY27" fmla="*/ 31750 h 123825"/>
              <a:gd name="connsiteX28" fmla="*/ 673100 w 692150"/>
              <a:gd name="connsiteY28" fmla="*/ 25400 h 123825"/>
              <a:gd name="connsiteX29" fmla="*/ 682625 w 692150"/>
              <a:gd name="connsiteY29" fmla="*/ 15875 h 123825"/>
              <a:gd name="connsiteX30" fmla="*/ 692150 w 692150"/>
              <a:gd name="connsiteY30" fmla="*/ 317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92150" h="123825">
                <a:moveTo>
                  <a:pt x="0" y="0"/>
                </a:moveTo>
                <a:cubicBezTo>
                  <a:pt x="28003" y="28003"/>
                  <a:pt x="18280" y="17367"/>
                  <a:pt x="41274" y="27781"/>
                </a:cubicBezTo>
                <a:cubicBezTo>
                  <a:pt x="51882" y="29770"/>
                  <a:pt x="52652" y="37968"/>
                  <a:pt x="58738" y="41275"/>
                </a:cubicBezTo>
                <a:cubicBezTo>
                  <a:pt x="64824" y="44582"/>
                  <a:pt x="72893" y="45111"/>
                  <a:pt x="77788" y="47624"/>
                </a:cubicBezTo>
                <a:cubicBezTo>
                  <a:pt x="82683" y="50137"/>
                  <a:pt x="83079" y="54768"/>
                  <a:pt x="88106" y="56356"/>
                </a:cubicBezTo>
                <a:cubicBezTo>
                  <a:pt x="93133" y="57944"/>
                  <a:pt x="101468" y="54901"/>
                  <a:pt x="107950" y="57150"/>
                </a:cubicBezTo>
                <a:cubicBezTo>
                  <a:pt x="114432" y="59399"/>
                  <a:pt x="121604" y="64454"/>
                  <a:pt x="127000" y="69850"/>
                </a:cubicBezTo>
                <a:cubicBezTo>
                  <a:pt x="131050" y="73900"/>
                  <a:pt x="139735" y="83831"/>
                  <a:pt x="146050" y="85725"/>
                </a:cubicBezTo>
                <a:cubicBezTo>
                  <a:pt x="153218" y="87875"/>
                  <a:pt x="160867" y="87842"/>
                  <a:pt x="168275" y="88900"/>
                </a:cubicBezTo>
                <a:cubicBezTo>
                  <a:pt x="177800" y="92075"/>
                  <a:pt x="187110" y="95990"/>
                  <a:pt x="196850" y="98425"/>
                </a:cubicBezTo>
                <a:lnTo>
                  <a:pt x="222250" y="104775"/>
                </a:lnTo>
                <a:cubicBezTo>
                  <a:pt x="226483" y="105833"/>
                  <a:pt x="230810" y="106570"/>
                  <a:pt x="234950" y="107950"/>
                </a:cubicBezTo>
                <a:cubicBezTo>
                  <a:pt x="246030" y="111643"/>
                  <a:pt x="246940" y="112384"/>
                  <a:pt x="260350" y="114300"/>
                </a:cubicBezTo>
                <a:cubicBezTo>
                  <a:pt x="279596" y="117049"/>
                  <a:pt x="308623" y="119117"/>
                  <a:pt x="327025" y="120650"/>
                </a:cubicBezTo>
                <a:cubicBezTo>
                  <a:pt x="331258" y="121708"/>
                  <a:pt x="335361" y="123825"/>
                  <a:pt x="339725" y="123825"/>
                </a:cubicBezTo>
                <a:cubicBezTo>
                  <a:pt x="399498" y="123825"/>
                  <a:pt x="401889" y="122801"/>
                  <a:pt x="444500" y="117475"/>
                </a:cubicBezTo>
                <a:cubicBezTo>
                  <a:pt x="447675" y="115358"/>
                  <a:pt x="450612" y="112832"/>
                  <a:pt x="454025" y="111125"/>
                </a:cubicBezTo>
                <a:cubicBezTo>
                  <a:pt x="460534" y="107871"/>
                  <a:pt x="473387" y="105983"/>
                  <a:pt x="479425" y="104775"/>
                </a:cubicBezTo>
                <a:cubicBezTo>
                  <a:pt x="483658" y="102658"/>
                  <a:pt x="487731" y="100183"/>
                  <a:pt x="492125" y="98425"/>
                </a:cubicBezTo>
                <a:cubicBezTo>
                  <a:pt x="498174" y="96005"/>
                  <a:pt x="511704" y="92340"/>
                  <a:pt x="523875" y="88900"/>
                </a:cubicBezTo>
                <a:cubicBezTo>
                  <a:pt x="536046" y="85461"/>
                  <a:pt x="556551" y="81360"/>
                  <a:pt x="565150" y="77788"/>
                </a:cubicBezTo>
                <a:cubicBezTo>
                  <a:pt x="573749" y="74216"/>
                  <a:pt x="571765" y="69849"/>
                  <a:pt x="575469" y="67468"/>
                </a:cubicBezTo>
                <a:cubicBezTo>
                  <a:pt x="579173" y="65087"/>
                  <a:pt x="581951" y="65881"/>
                  <a:pt x="587375" y="63500"/>
                </a:cubicBezTo>
                <a:cubicBezTo>
                  <a:pt x="592799" y="61119"/>
                  <a:pt x="604309" y="59796"/>
                  <a:pt x="608013" y="53181"/>
                </a:cubicBezTo>
                <a:cubicBezTo>
                  <a:pt x="611188" y="51064"/>
                  <a:pt x="619125" y="50007"/>
                  <a:pt x="622300" y="49213"/>
                </a:cubicBezTo>
                <a:cubicBezTo>
                  <a:pt x="625475" y="48419"/>
                  <a:pt x="622300" y="49741"/>
                  <a:pt x="627062" y="48418"/>
                </a:cubicBezTo>
                <a:cubicBezTo>
                  <a:pt x="631824" y="47095"/>
                  <a:pt x="644790" y="44053"/>
                  <a:pt x="650875" y="41275"/>
                </a:cubicBezTo>
                <a:cubicBezTo>
                  <a:pt x="656960" y="38497"/>
                  <a:pt x="659269" y="34826"/>
                  <a:pt x="663575" y="31750"/>
                </a:cubicBezTo>
                <a:cubicBezTo>
                  <a:pt x="666680" y="29532"/>
                  <a:pt x="670169" y="27843"/>
                  <a:pt x="673100" y="25400"/>
                </a:cubicBezTo>
                <a:cubicBezTo>
                  <a:pt x="676549" y="22525"/>
                  <a:pt x="679703" y="19284"/>
                  <a:pt x="682625" y="15875"/>
                </a:cubicBezTo>
                <a:cubicBezTo>
                  <a:pt x="686069" y="11857"/>
                  <a:pt x="692150" y="3175"/>
                  <a:pt x="692150" y="3175"/>
                </a:cubicBezTo>
              </a:path>
            </a:pathLst>
          </a:custGeom>
          <a:ln>
            <a:solidFill>
              <a:srgbClr val="00B050"/>
            </a:solidFill>
            <a:prstDash val="lgDash"/>
            <a:headEnd/>
            <a:tailEnd/>
          </a:ln>
        </p:spPr>
        <p:style>
          <a:lnRef idx="1">
            <a:schemeClr val="accent5"/>
          </a:lnRef>
          <a:fillRef idx="0">
            <a:schemeClr val="accent5"/>
          </a:fillRef>
          <a:effectRef idx="0">
            <a:schemeClr val="accent5"/>
          </a:effectRef>
          <a:fontRef idx="minor">
            <a:schemeClr val="tx1"/>
          </a:fontRef>
        </p:style>
        <p:txBody>
          <a:bodyPr anchor="ctr"/>
          <a:lstStyle/>
          <a:p>
            <a:pPr algn="ctr" eaLnBrk="1" hangingPunct="1">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2"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500"/>
                                        <p:tgtEl>
                                          <p:spTgt spid="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down)">
                                      <p:cBhvr>
                                        <p:cTn id="18" dur="500"/>
                                        <p:tgtEl>
                                          <p:spTgt spid="2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5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down)">
                                      <p:cBhvr>
                                        <p:cTn id="28" dur="500"/>
                                        <p:tgtEl>
                                          <p:spTgt spid="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34"/>
                                        </p:tgtEl>
                                        <p:attrNameLst>
                                          <p:attrName>style.visibility</p:attrName>
                                        </p:attrNameLst>
                                      </p:cBhvr>
                                      <p:to>
                                        <p:strVal val="visible"/>
                                      </p:to>
                                    </p:set>
                                    <p:anim calcmode="lin" valueType="num">
                                      <p:cBhvr>
                                        <p:cTn id="33" dur="500" fill="hold"/>
                                        <p:tgtEl>
                                          <p:spTgt spid="34"/>
                                        </p:tgtEl>
                                        <p:attrNameLst>
                                          <p:attrName>ppt_w</p:attrName>
                                        </p:attrNameLst>
                                      </p:cBhvr>
                                      <p:tavLst>
                                        <p:tav tm="0">
                                          <p:val>
                                            <p:fltVal val="0"/>
                                          </p:val>
                                        </p:tav>
                                        <p:tav tm="100000">
                                          <p:val>
                                            <p:strVal val="#ppt_w"/>
                                          </p:val>
                                        </p:tav>
                                      </p:tavLst>
                                    </p:anim>
                                    <p:anim calcmode="lin" valueType="num">
                                      <p:cBhvr>
                                        <p:cTn id="34" dur="500" fill="hold"/>
                                        <p:tgtEl>
                                          <p:spTgt spid="34"/>
                                        </p:tgtEl>
                                        <p:attrNameLst>
                                          <p:attrName>ppt_h</p:attrName>
                                        </p:attrNameLst>
                                      </p:cBhvr>
                                      <p:tavLst>
                                        <p:tav tm="0">
                                          <p:val>
                                            <p:fltVal val="0"/>
                                          </p:val>
                                        </p:tav>
                                        <p:tav tm="100000">
                                          <p:val>
                                            <p:strVal val="#ppt_h"/>
                                          </p:val>
                                        </p:tav>
                                      </p:tavLst>
                                    </p:anim>
                                    <p:animEffect transition="in" filter="fade">
                                      <p:cBhvr>
                                        <p:cTn id="35" dur="500"/>
                                        <p:tgtEl>
                                          <p:spTgt spid="3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500"/>
                                        <p:tgtEl>
                                          <p:spTgt spid="3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wipe(down)">
                                      <p:cBhvr>
                                        <p:cTn id="45" dur="500"/>
                                        <p:tgtEl>
                                          <p:spTgt spid="3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35"/>
                                        </p:tgtEl>
                                        <p:attrNameLst>
                                          <p:attrName>style.visibility</p:attrName>
                                        </p:attrNameLst>
                                      </p:cBhvr>
                                      <p:to>
                                        <p:strVal val="visible"/>
                                      </p:to>
                                    </p:set>
                                    <p:anim calcmode="lin" valueType="num">
                                      <p:cBhvr>
                                        <p:cTn id="50" dur="500" fill="hold"/>
                                        <p:tgtEl>
                                          <p:spTgt spid="35"/>
                                        </p:tgtEl>
                                        <p:attrNameLst>
                                          <p:attrName>ppt_w</p:attrName>
                                        </p:attrNameLst>
                                      </p:cBhvr>
                                      <p:tavLst>
                                        <p:tav tm="0">
                                          <p:val>
                                            <p:fltVal val="0"/>
                                          </p:val>
                                        </p:tav>
                                        <p:tav tm="100000">
                                          <p:val>
                                            <p:strVal val="#ppt_w"/>
                                          </p:val>
                                        </p:tav>
                                      </p:tavLst>
                                    </p:anim>
                                    <p:anim calcmode="lin" valueType="num">
                                      <p:cBhvr>
                                        <p:cTn id="51" dur="500" fill="hold"/>
                                        <p:tgtEl>
                                          <p:spTgt spid="35"/>
                                        </p:tgtEl>
                                        <p:attrNameLst>
                                          <p:attrName>ppt_h</p:attrName>
                                        </p:attrNameLst>
                                      </p:cBhvr>
                                      <p:tavLst>
                                        <p:tav tm="0">
                                          <p:val>
                                            <p:fltVal val="0"/>
                                          </p:val>
                                        </p:tav>
                                        <p:tav tm="100000">
                                          <p:val>
                                            <p:strVal val="#ppt_h"/>
                                          </p:val>
                                        </p:tav>
                                      </p:tavLst>
                                    </p:anim>
                                    <p:animEffect transition="in" filter="fade">
                                      <p:cBhvr>
                                        <p:cTn id="52" dur="500"/>
                                        <p:tgtEl>
                                          <p:spTgt spid="3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left)">
                                      <p:cBhvr>
                                        <p:cTn id="57" dur="500"/>
                                        <p:tgtEl>
                                          <p:spTgt spid="3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36"/>
                                        </p:tgtEl>
                                        <p:attrNameLst>
                                          <p:attrName>style.visibility</p:attrName>
                                        </p:attrNameLst>
                                      </p:cBhvr>
                                      <p:to>
                                        <p:strVal val="visible"/>
                                      </p:to>
                                    </p:set>
                                    <p:anim calcmode="lin" valueType="num">
                                      <p:cBhvr>
                                        <p:cTn id="62" dur="500" fill="hold"/>
                                        <p:tgtEl>
                                          <p:spTgt spid="36"/>
                                        </p:tgtEl>
                                        <p:attrNameLst>
                                          <p:attrName>ppt_w</p:attrName>
                                        </p:attrNameLst>
                                      </p:cBhvr>
                                      <p:tavLst>
                                        <p:tav tm="0">
                                          <p:val>
                                            <p:fltVal val="0"/>
                                          </p:val>
                                        </p:tav>
                                        <p:tav tm="100000">
                                          <p:val>
                                            <p:strVal val="#ppt_w"/>
                                          </p:val>
                                        </p:tav>
                                      </p:tavLst>
                                    </p:anim>
                                    <p:anim calcmode="lin" valueType="num">
                                      <p:cBhvr>
                                        <p:cTn id="63" dur="500" fill="hold"/>
                                        <p:tgtEl>
                                          <p:spTgt spid="36"/>
                                        </p:tgtEl>
                                        <p:attrNameLst>
                                          <p:attrName>ppt_h</p:attrName>
                                        </p:attrNameLst>
                                      </p:cBhvr>
                                      <p:tavLst>
                                        <p:tav tm="0">
                                          <p:val>
                                            <p:fltVal val="0"/>
                                          </p:val>
                                        </p:tav>
                                        <p:tav tm="100000">
                                          <p:val>
                                            <p:strVal val="#ppt_h"/>
                                          </p:val>
                                        </p:tav>
                                      </p:tavLst>
                                    </p:anim>
                                    <p:animEffect transition="in" filter="fade">
                                      <p:cBhvr>
                                        <p:cTn id="64" dur="500"/>
                                        <p:tgtEl>
                                          <p:spTgt spid="36"/>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wipe(left)">
                                      <p:cBhvr>
                                        <p:cTn id="69" dur="500"/>
                                        <p:tgtEl>
                                          <p:spTgt spid="3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wipe(up)">
                                      <p:cBhvr>
                                        <p:cTn id="74" dur="500"/>
                                        <p:tgtEl>
                                          <p:spTgt spid="39"/>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nodeType="click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wipe(up)">
                                      <p:cBhvr>
                                        <p:cTn id="79" dur="500"/>
                                        <p:tgtEl>
                                          <p:spTgt spid="4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wipe(left)">
                                      <p:cBhvr>
                                        <p:cTn id="84" dur="500"/>
                                        <p:tgtEl>
                                          <p:spTgt spid="41"/>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wipe(left)">
                                      <p:cBhvr>
                                        <p:cTn id="89" dur="500"/>
                                        <p:tgtEl>
                                          <p:spTgt spid="4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4" fill="hold" nodeType="click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wipe(down)">
                                      <p:cBhvr>
                                        <p:cTn id="94" dur="500"/>
                                        <p:tgtEl>
                                          <p:spTgt spid="43"/>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4" fill="hold" nodeType="clickEffect">
                                  <p:stCondLst>
                                    <p:cond delay="0"/>
                                  </p:stCondLst>
                                  <p:childTnLst>
                                    <p:set>
                                      <p:cBhvr>
                                        <p:cTn id="98" dur="1" fill="hold">
                                          <p:stCondLst>
                                            <p:cond delay="0"/>
                                          </p:stCondLst>
                                        </p:cTn>
                                        <p:tgtEl>
                                          <p:spTgt spid="44"/>
                                        </p:tgtEl>
                                        <p:attrNameLst>
                                          <p:attrName>style.visibility</p:attrName>
                                        </p:attrNameLst>
                                      </p:cBhvr>
                                      <p:to>
                                        <p:strVal val="visible"/>
                                      </p:to>
                                    </p:set>
                                    <p:animEffect transition="in" filter="wipe(down)">
                                      <p:cBhvr>
                                        <p:cTn id="99" dur="500"/>
                                        <p:tgtEl>
                                          <p:spTgt spid="44"/>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53" presetClass="entr" presetSubtype="16" fill="hold" grpId="0" nodeType="clickEffect">
                                  <p:stCondLst>
                                    <p:cond delay="0"/>
                                  </p:stCondLst>
                                  <p:childTnLst>
                                    <p:set>
                                      <p:cBhvr>
                                        <p:cTn id="103" dur="1" fill="hold">
                                          <p:stCondLst>
                                            <p:cond delay="0"/>
                                          </p:stCondLst>
                                        </p:cTn>
                                        <p:tgtEl>
                                          <p:spTgt spid="45"/>
                                        </p:tgtEl>
                                        <p:attrNameLst>
                                          <p:attrName>style.visibility</p:attrName>
                                        </p:attrNameLst>
                                      </p:cBhvr>
                                      <p:to>
                                        <p:strVal val="visible"/>
                                      </p:to>
                                    </p:set>
                                    <p:anim calcmode="lin" valueType="num">
                                      <p:cBhvr>
                                        <p:cTn id="104" dur="500" fill="hold"/>
                                        <p:tgtEl>
                                          <p:spTgt spid="45"/>
                                        </p:tgtEl>
                                        <p:attrNameLst>
                                          <p:attrName>ppt_w</p:attrName>
                                        </p:attrNameLst>
                                      </p:cBhvr>
                                      <p:tavLst>
                                        <p:tav tm="0">
                                          <p:val>
                                            <p:fltVal val="0"/>
                                          </p:val>
                                        </p:tav>
                                        <p:tav tm="100000">
                                          <p:val>
                                            <p:strVal val="#ppt_w"/>
                                          </p:val>
                                        </p:tav>
                                      </p:tavLst>
                                    </p:anim>
                                    <p:anim calcmode="lin" valueType="num">
                                      <p:cBhvr>
                                        <p:cTn id="105" dur="500" fill="hold"/>
                                        <p:tgtEl>
                                          <p:spTgt spid="45"/>
                                        </p:tgtEl>
                                        <p:attrNameLst>
                                          <p:attrName>ppt_h</p:attrName>
                                        </p:attrNameLst>
                                      </p:cBhvr>
                                      <p:tavLst>
                                        <p:tav tm="0">
                                          <p:val>
                                            <p:fltVal val="0"/>
                                          </p:val>
                                        </p:tav>
                                        <p:tav tm="100000">
                                          <p:val>
                                            <p:strVal val="#ppt_h"/>
                                          </p:val>
                                        </p:tav>
                                      </p:tavLst>
                                    </p:anim>
                                    <p:animEffect transition="in" filter="fade">
                                      <p:cBhvr>
                                        <p:cTn id="106" dur="500"/>
                                        <p:tgtEl>
                                          <p:spTgt spid="45"/>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53" presetClass="entr" presetSubtype="16" fill="hold" grpId="0" nodeType="clickEffect">
                                  <p:stCondLst>
                                    <p:cond delay="0"/>
                                  </p:stCondLst>
                                  <p:childTnLst>
                                    <p:set>
                                      <p:cBhvr>
                                        <p:cTn id="110" dur="1" fill="hold">
                                          <p:stCondLst>
                                            <p:cond delay="0"/>
                                          </p:stCondLst>
                                        </p:cTn>
                                        <p:tgtEl>
                                          <p:spTgt spid="46"/>
                                        </p:tgtEl>
                                        <p:attrNameLst>
                                          <p:attrName>style.visibility</p:attrName>
                                        </p:attrNameLst>
                                      </p:cBhvr>
                                      <p:to>
                                        <p:strVal val="visible"/>
                                      </p:to>
                                    </p:set>
                                    <p:anim calcmode="lin" valueType="num">
                                      <p:cBhvr>
                                        <p:cTn id="111" dur="500" fill="hold"/>
                                        <p:tgtEl>
                                          <p:spTgt spid="46"/>
                                        </p:tgtEl>
                                        <p:attrNameLst>
                                          <p:attrName>ppt_w</p:attrName>
                                        </p:attrNameLst>
                                      </p:cBhvr>
                                      <p:tavLst>
                                        <p:tav tm="0">
                                          <p:val>
                                            <p:fltVal val="0"/>
                                          </p:val>
                                        </p:tav>
                                        <p:tav tm="100000">
                                          <p:val>
                                            <p:strVal val="#ppt_w"/>
                                          </p:val>
                                        </p:tav>
                                      </p:tavLst>
                                    </p:anim>
                                    <p:anim calcmode="lin" valueType="num">
                                      <p:cBhvr>
                                        <p:cTn id="112" dur="500" fill="hold"/>
                                        <p:tgtEl>
                                          <p:spTgt spid="46"/>
                                        </p:tgtEl>
                                        <p:attrNameLst>
                                          <p:attrName>ppt_h</p:attrName>
                                        </p:attrNameLst>
                                      </p:cBhvr>
                                      <p:tavLst>
                                        <p:tav tm="0">
                                          <p:val>
                                            <p:fltVal val="0"/>
                                          </p:val>
                                        </p:tav>
                                        <p:tav tm="100000">
                                          <p:val>
                                            <p:strVal val="#ppt_h"/>
                                          </p:val>
                                        </p:tav>
                                      </p:tavLst>
                                    </p:anim>
                                    <p:animEffect transition="in" filter="fade">
                                      <p:cBhvr>
                                        <p:cTn id="113" dur="500"/>
                                        <p:tgtEl>
                                          <p:spTgt spid="46"/>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23"/>
                                        </p:tgtEl>
                                        <p:attrNameLst>
                                          <p:attrName>style.visibility</p:attrName>
                                        </p:attrNameLst>
                                      </p:cBhvr>
                                      <p:to>
                                        <p:strVal val="visible"/>
                                      </p:to>
                                    </p:set>
                                    <p:animEffect transition="in" filter="wipe(left)">
                                      <p:cBhvr>
                                        <p:cTn id="118" dur="500"/>
                                        <p:tgtEl>
                                          <p:spTgt spid="23"/>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1" fill="hold" nodeType="clickEffect">
                                  <p:stCondLst>
                                    <p:cond delay="0"/>
                                  </p:stCondLst>
                                  <p:childTnLst>
                                    <p:set>
                                      <p:cBhvr>
                                        <p:cTn id="122" dur="1" fill="hold">
                                          <p:stCondLst>
                                            <p:cond delay="0"/>
                                          </p:stCondLst>
                                        </p:cTn>
                                        <p:tgtEl>
                                          <p:spTgt spid="3"/>
                                        </p:tgtEl>
                                        <p:attrNameLst>
                                          <p:attrName>style.visibility</p:attrName>
                                        </p:attrNameLst>
                                      </p:cBhvr>
                                      <p:to>
                                        <p:strVal val="visible"/>
                                      </p:to>
                                    </p:set>
                                    <p:animEffect transition="in" filter="wipe(up)">
                                      <p:cBhvr>
                                        <p:cTn id="123" dur="500"/>
                                        <p:tgtEl>
                                          <p:spTgt spid="3"/>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9" presetClass="entr" presetSubtype="0" fill="hold" nodeType="clickEffect">
                                  <p:stCondLst>
                                    <p:cond delay="0"/>
                                  </p:stCondLst>
                                  <p:childTnLst>
                                    <p:set>
                                      <p:cBhvr>
                                        <p:cTn id="127" dur="1" fill="hold">
                                          <p:stCondLst>
                                            <p:cond delay="0"/>
                                          </p:stCondLst>
                                        </p:cTn>
                                        <p:tgtEl>
                                          <p:spTgt spid="4"/>
                                        </p:tgtEl>
                                        <p:attrNameLst>
                                          <p:attrName>style.visibility</p:attrName>
                                        </p:attrNameLst>
                                      </p:cBhvr>
                                      <p:to>
                                        <p:strVal val="visible"/>
                                      </p:to>
                                    </p:set>
                                    <p:animEffect transition="in" filter="dissolve">
                                      <p:cBhvr>
                                        <p:cTn id="128" dur="500"/>
                                        <p:tgtEl>
                                          <p:spTgt spid="4"/>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nodeType="click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wipe(left)">
                                      <p:cBhvr>
                                        <p:cTn id="133" dur="500"/>
                                        <p:tgtEl>
                                          <p:spTgt spid="48"/>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53" presetClass="entr" presetSubtype="16" fill="hold" grpId="0" nodeType="clickEffect">
                                  <p:stCondLst>
                                    <p:cond delay="0"/>
                                  </p:stCondLst>
                                  <p:childTnLst>
                                    <p:set>
                                      <p:cBhvr>
                                        <p:cTn id="137" dur="1" fill="hold">
                                          <p:stCondLst>
                                            <p:cond delay="0"/>
                                          </p:stCondLst>
                                        </p:cTn>
                                        <p:tgtEl>
                                          <p:spTgt spid="50"/>
                                        </p:tgtEl>
                                        <p:attrNameLst>
                                          <p:attrName>style.visibility</p:attrName>
                                        </p:attrNameLst>
                                      </p:cBhvr>
                                      <p:to>
                                        <p:strVal val="visible"/>
                                      </p:to>
                                    </p:set>
                                    <p:anim calcmode="lin" valueType="num">
                                      <p:cBhvr>
                                        <p:cTn id="138" dur="500" fill="hold"/>
                                        <p:tgtEl>
                                          <p:spTgt spid="50"/>
                                        </p:tgtEl>
                                        <p:attrNameLst>
                                          <p:attrName>ppt_w</p:attrName>
                                        </p:attrNameLst>
                                      </p:cBhvr>
                                      <p:tavLst>
                                        <p:tav tm="0">
                                          <p:val>
                                            <p:fltVal val="0"/>
                                          </p:val>
                                        </p:tav>
                                        <p:tav tm="100000">
                                          <p:val>
                                            <p:strVal val="#ppt_w"/>
                                          </p:val>
                                        </p:tav>
                                      </p:tavLst>
                                    </p:anim>
                                    <p:anim calcmode="lin" valueType="num">
                                      <p:cBhvr>
                                        <p:cTn id="139" dur="500" fill="hold"/>
                                        <p:tgtEl>
                                          <p:spTgt spid="50"/>
                                        </p:tgtEl>
                                        <p:attrNameLst>
                                          <p:attrName>ppt_h</p:attrName>
                                        </p:attrNameLst>
                                      </p:cBhvr>
                                      <p:tavLst>
                                        <p:tav tm="0">
                                          <p:val>
                                            <p:fltVal val="0"/>
                                          </p:val>
                                        </p:tav>
                                        <p:tav tm="100000">
                                          <p:val>
                                            <p:strVal val="#ppt_h"/>
                                          </p:val>
                                        </p:tav>
                                      </p:tavLst>
                                    </p:anim>
                                    <p:animEffect transition="in" filter="fade">
                                      <p:cBhvr>
                                        <p:cTn id="140" dur="500"/>
                                        <p:tgtEl>
                                          <p:spTgt spid="50"/>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51"/>
                                        </p:tgtEl>
                                        <p:attrNameLst>
                                          <p:attrName>style.visibility</p:attrName>
                                        </p:attrNameLst>
                                      </p:cBhvr>
                                      <p:to>
                                        <p:strVal val="visible"/>
                                      </p:to>
                                    </p:set>
                                    <p:animEffect transition="in" filter="wipe(left)">
                                      <p:cBhvr>
                                        <p:cTn id="145" dur="500"/>
                                        <p:tgtEl>
                                          <p:spTgt spid="51"/>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1" fill="hold" nodeType="clickEffect">
                                  <p:stCondLst>
                                    <p:cond delay="0"/>
                                  </p:stCondLst>
                                  <p:childTnLst>
                                    <p:set>
                                      <p:cBhvr>
                                        <p:cTn id="149" dur="1" fill="hold">
                                          <p:stCondLst>
                                            <p:cond delay="0"/>
                                          </p:stCondLst>
                                        </p:cTn>
                                        <p:tgtEl>
                                          <p:spTgt spid="52"/>
                                        </p:tgtEl>
                                        <p:attrNameLst>
                                          <p:attrName>style.visibility</p:attrName>
                                        </p:attrNameLst>
                                      </p:cBhvr>
                                      <p:to>
                                        <p:strVal val="visible"/>
                                      </p:to>
                                    </p:set>
                                    <p:animEffect transition="in" filter="wipe(up)">
                                      <p:cBhvr>
                                        <p:cTn id="150" dur="500"/>
                                        <p:tgtEl>
                                          <p:spTgt spid="52"/>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nodeType="clickEffect">
                                  <p:stCondLst>
                                    <p:cond delay="0"/>
                                  </p:stCondLst>
                                  <p:childTnLst>
                                    <p:set>
                                      <p:cBhvr>
                                        <p:cTn id="154" dur="1" fill="hold">
                                          <p:stCondLst>
                                            <p:cond delay="0"/>
                                          </p:stCondLst>
                                        </p:cTn>
                                        <p:tgtEl>
                                          <p:spTgt spid="53"/>
                                        </p:tgtEl>
                                        <p:attrNameLst>
                                          <p:attrName>style.visibility</p:attrName>
                                        </p:attrNameLst>
                                      </p:cBhvr>
                                      <p:to>
                                        <p:strVal val="visible"/>
                                      </p:to>
                                    </p:set>
                                    <p:animEffect transition="in" filter="wipe(left)">
                                      <p:cBhvr>
                                        <p:cTn id="155" dur="500"/>
                                        <p:tgtEl>
                                          <p:spTgt spid="53"/>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8" fill="hold" nodeType="clickEffect">
                                  <p:stCondLst>
                                    <p:cond delay="0"/>
                                  </p:stCondLst>
                                  <p:childTnLst>
                                    <p:set>
                                      <p:cBhvr>
                                        <p:cTn id="159" dur="1" fill="hold">
                                          <p:stCondLst>
                                            <p:cond delay="0"/>
                                          </p:stCondLst>
                                        </p:cTn>
                                        <p:tgtEl>
                                          <p:spTgt spid="54"/>
                                        </p:tgtEl>
                                        <p:attrNameLst>
                                          <p:attrName>style.visibility</p:attrName>
                                        </p:attrNameLst>
                                      </p:cBhvr>
                                      <p:to>
                                        <p:strVal val="visible"/>
                                      </p:to>
                                    </p:set>
                                    <p:animEffect transition="in" filter="wipe(left)">
                                      <p:cBhvr>
                                        <p:cTn id="160" dur="500"/>
                                        <p:tgtEl>
                                          <p:spTgt spid="54"/>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4" fill="hold" nodeType="clickEffect">
                                  <p:stCondLst>
                                    <p:cond delay="0"/>
                                  </p:stCondLst>
                                  <p:childTnLst>
                                    <p:set>
                                      <p:cBhvr>
                                        <p:cTn id="164" dur="1" fill="hold">
                                          <p:stCondLst>
                                            <p:cond delay="0"/>
                                          </p:stCondLst>
                                        </p:cTn>
                                        <p:tgtEl>
                                          <p:spTgt spid="55"/>
                                        </p:tgtEl>
                                        <p:attrNameLst>
                                          <p:attrName>style.visibility</p:attrName>
                                        </p:attrNameLst>
                                      </p:cBhvr>
                                      <p:to>
                                        <p:strVal val="visible"/>
                                      </p:to>
                                    </p:set>
                                    <p:animEffect transition="in" filter="wipe(down)">
                                      <p:cBhvr>
                                        <p:cTn id="165" dur="500"/>
                                        <p:tgtEl>
                                          <p:spTgt spid="55"/>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4" fill="hold" nodeType="clickEffect">
                                  <p:stCondLst>
                                    <p:cond delay="0"/>
                                  </p:stCondLst>
                                  <p:childTnLst>
                                    <p:set>
                                      <p:cBhvr>
                                        <p:cTn id="169" dur="1" fill="hold">
                                          <p:stCondLst>
                                            <p:cond delay="0"/>
                                          </p:stCondLst>
                                        </p:cTn>
                                        <p:tgtEl>
                                          <p:spTgt spid="56"/>
                                        </p:tgtEl>
                                        <p:attrNameLst>
                                          <p:attrName>style.visibility</p:attrName>
                                        </p:attrNameLst>
                                      </p:cBhvr>
                                      <p:to>
                                        <p:strVal val="visible"/>
                                      </p:to>
                                    </p:set>
                                    <p:animEffect transition="in" filter="wipe(down)">
                                      <p:cBhvr>
                                        <p:cTn id="170" dur="500"/>
                                        <p:tgtEl>
                                          <p:spTgt spid="56"/>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 presetClass="entr" presetSubtype="4" fill="hold" nodeType="clickEffect">
                                  <p:stCondLst>
                                    <p:cond delay="0"/>
                                  </p:stCondLst>
                                  <p:childTnLst>
                                    <p:set>
                                      <p:cBhvr>
                                        <p:cTn id="174" dur="1" fill="hold">
                                          <p:stCondLst>
                                            <p:cond delay="0"/>
                                          </p:stCondLst>
                                        </p:cTn>
                                        <p:tgtEl>
                                          <p:spTgt spid="6"/>
                                        </p:tgtEl>
                                        <p:attrNameLst>
                                          <p:attrName>style.visibility</p:attrName>
                                        </p:attrNameLst>
                                      </p:cBhvr>
                                      <p:to>
                                        <p:strVal val="visible"/>
                                      </p:to>
                                    </p:set>
                                    <p:anim calcmode="lin" valueType="num">
                                      <p:cBhvr additive="base">
                                        <p:cTn id="175" dur="500" fill="hold"/>
                                        <p:tgtEl>
                                          <p:spTgt spid="6"/>
                                        </p:tgtEl>
                                        <p:attrNameLst>
                                          <p:attrName>ppt_x</p:attrName>
                                        </p:attrNameLst>
                                      </p:cBhvr>
                                      <p:tavLst>
                                        <p:tav tm="0">
                                          <p:val>
                                            <p:strVal val="#ppt_x"/>
                                          </p:val>
                                        </p:tav>
                                        <p:tav tm="100000">
                                          <p:val>
                                            <p:strVal val="#ppt_x"/>
                                          </p:val>
                                        </p:tav>
                                      </p:tavLst>
                                    </p:anim>
                                    <p:anim calcmode="lin" valueType="num">
                                      <p:cBhvr additive="base">
                                        <p:cTn id="17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2" presetClass="entr" presetSubtype="8" fill="hold" nodeType="clickEffect">
                                  <p:stCondLst>
                                    <p:cond delay="0"/>
                                  </p:stCondLst>
                                  <p:childTnLst>
                                    <p:set>
                                      <p:cBhvr>
                                        <p:cTn id="180" dur="1" fill="hold">
                                          <p:stCondLst>
                                            <p:cond delay="0"/>
                                          </p:stCondLst>
                                        </p:cTn>
                                        <p:tgtEl>
                                          <p:spTgt spid="29"/>
                                        </p:tgtEl>
                                        <p:attrNameLst>
                                          <p:attrName>style.visibility</p:attrName>
                                        </p:attrNameLst>
                                      </p:cBhvr>
                                      <p:to>
                                        <p:strVal val="visible"/>
                                      </p:to>
                                    </p:set>
                                    <p:animEffect transition="in" filter="wipe(left)">
                                      <p:cBhvr>
                                        <p:cTn id="18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45" grpId="0"/>
      <p:bldP spid="46" grpId="0"/>
      <p:bldP spid="5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图片 1"/>
          <p:cNvPicPr>
            <a:picLocks noChangeAspect="1"/>
          </p:cNvPicPr>
          <p:nvPr/>
        </p:nvPicPr>
        <p:blipFill>
          <a:blip r:embed="rId2"/>
          <a:srcRect/>
          <a:stretch>
            <a:fillRect/>
          </a:stretch>
        </p:blipFill>
        <p:spPr bwMode="auto">
          <a:xfrm>
            <a:off x="2279650" y="1808163"/>
            <a:ext cx="6300788" cy="4716462"/>
          </a:xfrm>
          <a:prstGeom prst="rect">
            <a:avLst/>
          </a:prstGeom>
          <a:noFill/>
          <a:ln w="9525">
            <a:noFill/>
            <a:miter lim="800000"/>
            <a:headEnd/>
            <a:tailEnd/>
          </a:ln>
        </p:spPr>
      </p:pic>
      <p:pic>
        <p:nvPicPr>
          <p:cNvPr id="36867" name="图片 2"/>
          <p:cNvPicPr>
            <a:picLocks noChangeAspect="1"/>
          </p:cNvPicPr>
          <p:nvPr/>
        </p:nvPicPr>
        <p:blipFill>
          <a:blip r:embed="rId3"/>
          <a:srcRect/>
          <a:stretch>
            <a:fillRect/>
          </a:stretch>
        </p:blipFill>
        <p:spPr bwMode="auto">
          <a:xfrm>
            <a:off x="6491288" y="3765551"/>
            <a:ext cx="3313112" cy="2759075"/>
          </a:xfrm>
          <a:prstGeom prst="rect">
            <a:avLst/>
          </a:prstGeom>
          <a:noFill/>
          <a:ln w="9525">
            <a:noFill/>
            <a:miter lim="800000"/>
            <a:headEnd/>
            <a:tailEnd/>
          </a:ln>
        </p:spPr>
      </p:pic>
      <p:sp>
        <p:nvSpPr>
          <p:cNvPr id="4" name="Text Box 2"/>
          <p:cNvSpPr txBox="1">
            <a:spLocks noChangeArrowheads="1"/>
          </p:cNvSpPr>
          <p:nvPr/>
        </p:nvSpPr>
        <p:spPr bwMode="auto">
          <a:xfrm>
            <a:off x="2099556" y="512676"/>
            <a:ext cx="3525838" cy="519113"/>
          </a:xfrm>
          <a:prstGeom prst="rect">
            <a:avLst/>
          </a:prstGeom>
          <a:noFill/>
          <a:ln w="9525">
            <a:noFill/>
            <a:miter lim="800000"/>
            <a:headEnd/>
            <a:tailEnd/>
          </a:ln>
          <a:effectLst/>
        </p:spPr>
        <p:txBody>
          <a:bodyPr>
            <a:spAutoFit/>
          </a:bodyPr>
          <a:lstStyle/>
          <a:p>
            <a:pPr eaLnBrk="1" hangingPunct="1">
              <a:defRPr/>
            </a:pPr>
            <a:r>
              <a:rPr kumimoji="1" lang="zh-CN" altLang="en-US" sz="2800" b="1" dirty="0">
                <a:effectLst>
                  <a:outerShdw blurRad="38100" dist="38100" dir="2700000" algn="tl">
                    <a:srgbClr val="C0C0C0"/>
                  </a:outerShdw>
                </a:effectLst>
              </a:rPr>
              <a:t>圆柱筒正交的投影</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2438400" y="635001"/>
            <a:ext cx="7315200" cy="1173820"/>
          </a:xfrm>
          <a:prstGeom prst="rect">
            <a:avLst/>
          </a:prstGeom>
        </p:spPr>
        <p:txBody>
          <a:bodyPr vert="horz" wrap="square" rtlCol="0" anchor="ctr" anchorCtr="0">
            <a:noAutofit/>
          </a:bodyPr>
          <a:lstStyle/>
          <a:p>
            <a:pPr fontAlgn="auto">
              <a:spcAft>
                <a:spcPts val="0"/>
              </a:spcAft>
            </a:pPr>
            <a:r>
              <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选择正确答案</a:t>
            </a:r>
          </a:p>
        </p:txBody>
      </p:sp>
      <p:sp>
        <p:nvSpPr>
          <p:cNvPr id="4" name="文本框 3"/>
          <p:cNvSpPr txBox="1"/>
          <p:nvPr>
            <p:custDataLst>
              <p:tags r:id="rId3"/>
            </p:custDataLst>
          </p:nvPr>
        </p:nvSpPr>
        <p:spPr>
          <a:xfrm>
            <a:off x="3352800" y="4131902"/>
            <a:ext cx="6400800" cy="642938"/>
          </a:xfrm>
          <a:prstGeom prst="rect">
            <a:avLst/>
          </a:prstGeom>
        </p:spPr>
        <p:txBody>
          <a:bodyPr vert="horz" rtlCol="0" anchor="ctr" anchorCtr="0">
            <a:noAutofit/>
          </a:bodyPr>
          <a:lstStyle/>
          <a:p>
            <a:pPr fontAlgn="auto">
              <a:spcAft>
                <a:spcPts val="0"/>
              </a:spcAft>
            </a:pPr>
            <a:r>
              <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t>
            </a:r>
            <a:r>
              <a:rPr lang="en-US" altLang="zh-CN"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a:t>
            </a:r>
            <a:r>
              <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t>
            </a:r>
          </a:p>
        </p:txBody>
      </p:sp>
      <p:sp>
        <p:nvSpPr>
          <p:cNvPr id="5" name="文本框 4"/>
          <p:cNvSpPr txBox="1"/>
          <p:nvPr>
            <p:custDataLst>
              <p:tags r:id="rId4"/>
            </p:custDataLst>
          </p:nvPr>
        </p:nvSpPr>
        <p:spPr>
          <a:xfrm>
            <a:off x="3352800" y="4989152"/>
            <a:ext cx="6400800" cy="642938"/>
          </a:xfrm>
          <a:prstGeom prst="rect">
            <a:avLst/>
          </a:prstGeom>
        </p:spPr>
        <p:txBody>
          <a:bodyPr vert="horz" rtlCol="0" anchor="ctr" anchorCtr="0">
            <a:noAutofit/>
          </a:bodyPr>
          <a:lstStyle/>
          <a:p>
            <a:pPr fontAlgn="auto">
              <a:spcAft>
                <a:spcPts val="0"/>
              </a:spcAft>
            </a:pPr>
            <a:r>
              <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t>
            </a:r>
            <a:r>
              <a:rPr lang="en-US" altLang="zh-CN"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b</a:t>
            </a:r>
            <a:r>
              <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t>
            </a:r>
          </a:p>
        </p:txBody>
      </p:sp>
      <p:sp>
        <p:nvSpPr>
          <p:cNvPr id="6" name="文本框 5"/>
          <p:cNvSpPr txBox="1"/>
          <p:nvPr>
            <p:custDataLst>
              <p:tags r:id="rId5"/>
            </p:custDataLst>
          </p:nvPr>
        </p:nvSpPr>
        <p:spPr>
          <a:xfrm>
            <a:off x="3352800" y="5846402"/>
            <a:ext cx="6400800" cy="642938"/>
          </a:xfrm>
          <a:prstGeom prst="rect">
            <a:avLst/>
          </a:prstGeom>
        </p:spPr>
        <p:txBody>
          <a:bodyPr vert="horz" rtlCol="0" anchor="ctr" anchorCtr="0">
            <a:noAutofit/>
          </a:bodyPr>
          <a:lstStyle/>
          <a:p>
            <a:pPr fontAlgn="auto">
              <a:spcAft>
                <a:spcPts val="0"/>
              </a:spcAft>
            </a:pPr>
            <a:r>
              <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t>
            </a:r>
            <a:r>
              <a:rPr lang="en-US" altLang="zh-CN"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c</a:t>
            </a:r>
            <a:r>
              <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t>
            </a:r>
          </a:p>
        </p:txBody>
      </p:sp>
      <p:sp>
        <p:nvSpPr>
          <p:cNvPr id="8" name="椭圆 7"/>
          <p:cNvSpPr>
            <a:spLocks noChangeAspect="1"/>
          </p:cNvSpPr>
          <p:nvPr>
            <p:custDataLst>
              <p:tags r:id="rId6"/>
            </p:custDataLst>
          </p:nvPr>
        </p:nvSpPr>
        <p:spPr bwMode="auto">
          <a:xfrm>
            <a:off x="2638425" y="4196195"/>
            <a:ext cx="514350" cy="514350"/>
          </a:xfrm>
          <a:prstGeom prst="ellipse">
            <a:avLst/>
          </a:prstGeom>
          <a:solidFill>
            <a:srgbClr val="808080"/>
          </a:solidFill>
          <a:ln w="12700" cmpd="sng">
            <a:solidFill>
              <a:srgbClr val="000000"/>
            </a:solidFill>
            <a:prstDash val="solid"/>
            <a:miter lim="800000"/>
            <a:headEnd/>
            <a:tailEnd/>
          </a:ln>
        </p:spPr>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bwMode="auto">
          <a:xfrm>
            <a:off x="2638425" y="5053445"/>
            <a:ext cx="514350" cy="514350"/>
          </a:xfrm>
          <a:prstGeom prst="ellipse">
            <a:avLst/>
          </a:prstGeom>
          <a:solidFill>
            <a:srgbClr val="808080"/>
          </a:solidFill>
          <a:ln w="12700" cmpd="sng">
            <a:solidFill>
              <a:srgbClr val="000000"/>
            </a:solidFill>
            <a:prstDash val="solid"/>
            <a:miter lim="800000"/>
            <a:headEnd/>
            <a:tailEnd/>
          </a:ln>
        </p:spPr>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bwMode="auto">
          <a:xfrm>
            <a:off x="2638425" y="5910695"/>
            <a:ext cx="514350" cy="514350"/>
          </a:xfrm>
          <a:prstGeom prst="ellipse">
            <a:avLst/>
          </a:prstGeom>
          <a:solidFill>
            <a:srgbClr val="00FF00"/>
          </a:solidFill>
          <a:ln w="25400" cmpd="sng">
            <a:solidFill>
              <a:srgbClr val="000000"/>
            </a:solidFill>
            <a:prstDash val="solid"/>
            <a:miter lim="800000"/>
            <a:headEnd/>
            <a:tailEnd/>
          </a:ln>
        </p:spPr>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9"/>
            </p:custDataLst>
          </p:nvPr>
        </p:nvSpPr>
        <p:spPr bwMode="auto">
          <a:xfrm>
            <a:off x="7696200" y="6215063"/>
            <a:ext cx="1543050" cy="411480"/>
          </a:xfrm>
          <a:prstGeom prst="roundRect">
            <a:avLst/>
          </a:prstGeom>
          <a:solidFill>
            <a:srgbClr val="808080"/>
          </a:solidFill>
          <a:ln w="38100" cmpd="sng">
            <a:solidFill>
              <a:srgbClr val="000000"/>
            </a:solidFill>
            <a:prstDash val="solid"/>
            <a:miter lim="800000"/>
            <a:headEnd/>
            <a:tailEnd/>
          </a:ln>
        </p:spPr>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19" name="图片 18"/>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049906" y="1608083"/>
            <a:ext cx="5416079" cy="2280845"/>
          </a:xfrm>
          <a:prstGeom prst="rect">
            <a:avLst/>
          </a:prstGeom>
        </p:spPr>
      </p:pic>
      <p:grpSp>
        <p:nvGrpSpPr>
          <p:cNvPr id="17" name="组合 16"/>
          <p:cNvGrpSpPr/>
          <p:nvPr>
            <p:custDataLst>
              <p:tags r:id="rId10"/>
            </p:custDataLst>
          </p:nvPr>
        </p:nvGrpSpPr>
        <p:grpSpPr>
          <a:xfrm>
            <a:off x="0" y="0"/>
            <a:ext cx="9144000" cy="635000"/>
            <a:chOff x="-1524000" y="0"/>
            <a:chExt cx="9144000" cy="635000"/>
          </a:xfrm>
        </p:grpSpPr>
        <p:sp>
          <p:nvSpPr>
            <p:cNvPr id="13" name="TitleBackground"/>
            <p:cNvSpPr/>
            <p:nvPr>
              <p:custDataLst>
                <p:tags r:id="rId12"/>
              </p:custDataLst>
            </p:nvPr>
          </p:nvSpPr>
          <p:spPr bwMode="auto">
            <a:xfrm>
              <a:off x="-1524000" y="0"/>
              <a:ext cx="9144000" cy="635000"/>
            </a:xfrm>
            <a:prstGeom prst="rect">
              <a:avLst/>
            </a:prstGeom>
            <a:solidFill>
              <a:srgbClr val="F6F7F8"/>
            </a:solidFill>
            <a:ln w="9525">
              <a:noFill/>
              <a:miter lim="800000"/>
              <a:headEnd/>
              <a:tailEnd/>
            </a:ln>
          </p:spPr>
          <p:txBody>
            <a:bodyPr rtlCol="0" anchor="ctr"/>
            <a:lstStyle/>
            <a:p>
              <a:pPr algn="ctr"/>
              <a:endParaRPr lang="zh-CN" altLang="en-US" sz="3600" dirty="0">
                <a:solidFill>
                  <a:schemeClr val="tx2"/>
                </a:solidFill>
                <a:latin typeface="宋体" pitchFamily="2" charset="-122"/>
              </a:endParaRPr>
            </a:p>
          </p:txBody>
        </p:sp>
        <p:sp>
          <p:nvSpPr>
            <p:cNvPr id="14" name="ColorBlock"/>
            <p:cNvSpPr/>
            <p:nvPr>
              <p:custDataLst>
                <p:tags r:id="rId13"/>
              </p:custDataLst>
            </p:nvPr>
          </p:nvSpPr>
          <p:spPr bwMode="auto">
            <a:xfrm>
              <a:off x="-1524000" y="0"/>
              <a:ext cx="190500" cy="635000"/>
            </a:xfrm>
            <a:prstGeom prst="rect">
              <a:avLst/>
            </a:prstGeom>
            <a:solidFill>
              <a:srgbClr val="639EF4"/>
            </a:solidFill>
            <a:ln w="9525">
              <a:noFill/>
              <a:miter lim="800000"/>
              <a:headEnd/>
              <a:tailEnd/>
            </a:ln>
          </p:spPr>
          <p:txBody>
            <a:bodyPr rtlCol="0" anchor="ctr"/>
            <a:lstStyle/>
            <a:p>
              <a:pPr algn="ctr"/>
              <a:endParaRPr lang="zh-CN" altLang="en-US" sz="3600" dirty="0">
                <a:solidFill>
                  <a:schemeClr val="tx2"/>
                </a:solidFill>
                <a:latin typeface="宋体" pitchFamily="2" charset="-122"/>
              </a:endParaRPr>
            </a:p>
          </p:txBody>
        </p:sp>
        <p:sp>
          <p:nvSpPr>
            <p:cNvPr id="15" name="TypeText"/>
            <p:cNvSpPr txBox="1"/>
            <p:nvPr>
              <p:custDataLst>
                <p:tags r:id="rId14"/>
              </p:custDataLst>
            </p:nvPr>
          </p:nvSpPr>
          <p:spPr>
            <a:xfrm>
              <a:off x="-1270000" y="0"/>
              <a:ext cx="1905000" cy="635000"/>
            </a:xfrm>
            <a:prstGeom prst="rect">
              <a:avLst/>
            </a:prstGeom>
          </p:spPr>
          <p:txBody>
            <a:bodyPr vert="horz" wrap="none" rtlCol="0" anchor="ctr" anchorCtr="0">
              <a:noAutofit/>
            </a:bodyPr>
            <a:lstStyle/>
            <a:p>
              <a:pPr fontAlgn="auto">
                <a:spcAft>
                  <a:spcPts val="0"/>
                </a:spcAft>
              </a:pPr>
              <a:r>
                <a:rPr lang="zh-CN" altLang="en-US" sz="2600" b="1">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单选题</a:t>
              </a:r>
              <a:endPar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sp>
          <p:nvSpPr>
            <p:cNvPr id="16" name="TipText"/>
            <p:cNvSpPr txBox="1"/>
            <p:nvPr>
              <p:custDataLst>
                <p:tags r:id="rId15"/>
              </p:custDataLst>
            </p:nvPr>
          </p:nvSpPr>
          <p:spPr>
            <a:xfrm>
              <a:off x="1905" y="109220"/>
              <a:ext cx="2286000" cy="508000"/>
            </a:xfrm>
            <a:prstGeom prst="rect">
              <a:avLst/>
            </a:prstGeom>
          </p:spPr>
          <p:txBody>
            <a:bodyPr vert="horz" wrap="none" rtlCol="0" anchor="ctr" anchorCtr="0">
              <a:noAutofit/>
            </a:bodyPr>
            <a:lstStyle/>
            <a:p>
              <a:pPr fontAlgn="auto">
                <a:spcAft>
                  <a:spcPts val="0"/>
                </a:spcAft>
              </a:pPr>
              <a:r>
                <a:rPr lang="en-US" altLang="zh-CN" sz="2000" b="1">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1</a:t>
              </a:r>
              <a:r>
                <a:rPr lang="zh-CN" altLang="en-US" sz="2000" b="1">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分</a:t>
              </a:r>
              <a:endParaRPr lang="zh-CN" altLang="en-US" sz="2000" b="1" dirty="0">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grpSp>
      <p:pic>
        <p:nvPicPr>
          <p:cNvPr id="2" name="图片 1"/>
          <p:cNvPicPr>
            <a:picLocks/>
          </p:cNvPicPr>
          <p:nvPr>
            <p:custDataLst>
              <p:tags r:id="rId11"/>
            </p:custDataLst>
          </p:nvPr>
        </p:nvPicPr>
        <p:blipFill>
          <a:blip r:embed="rId18">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268329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3028950" y="398463"/>
            <a:ext cx="5570538" cy="519112"/>
          </a:xfrm>
          <a:prstGeom prst="rect">
            <a:avLst/>
          </a:prstGeom>
          <a:noFill/>
          <a:ln w="9525">
            <a:noFill/>
            <a:miter lim="800000"/>
            <a:headEnd/>
            <a:tailEnd/>
          </a:ln>
          <a:effectLst/>
        </p:spPr>
        <p:txBody>
          <a:bodyPr>
            <a:spAutoFit/>
          </a:bodyPr>
          <a:lstStyle/>
          <a:p>
            <a:pPr eaLnBrk="1" hangingPunct="1">
              <a:defRPr/>
            </a:pPr>
            <a:r>
              <a:rPr kumimoji="1" lang="zh-CN" altLang="en-US" sz="2800" b="1" dirty="0">
                <a:effectLst>
                  <a:outerShdw blurRad="38100" dist="38100" dir="2700000" algn="tl">
                    <a:srgbClr val="C0C0C0"/>
                  </a:outerShdw>
                </a:effectLst>
              </a:rPr>
              <a:t>正交两圆柱不完全贯通的相贯线</a:t>
            </a:r>
            <a:r>
              <a:rPr kumimoji="1" lang="zh-CN" altLang="en-US" dirty="0"/>
              <a:t> </a:t>
            </a:r>
            <a:r>
              <a:rPr kumimoji="1" lang="zh-CN" altLang="en-US" sz="2800" b="1" dirty="0">
                <a:effectLst>
                  <a:outerShdw blurRad="38100" dist="38100" dir="2700000" algn="tl">
                    <a:srgbClr val="C0C0C0"/>
                  </a:outerShdw>
                </a:effectLst>
              </a:rPr>
              <a:t>：</a:t>
            </a:r>
          </a:p>
        </p:txBody>
      </p:sp>
      <p:sp>
        <p:nvSpPr>
          <p:cNvPr id="37891" name="Rectangle 3"/>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7892" name="Rectangle 4"/>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7893" name="Rectangle 5"/>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7894" name="Rectangle 6"/>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7895" name="Rectangle 7"/>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7896" name="Rectangle 8"/>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pic>
        <p:nvPicPr>
          <p:cNvPr id="37897" name="Picture 10"/>
          <p:cNvPicPr>
            <a:picLocks noChangeAspect="1" noChangeArrowheads="1"/>
          </p:cNvPicPr>
          <p:nvPr/>
        </p:nvPicPr>
        <p:blipFill>
          <a:blip r:embed="rId2"/>
          <a:srcRect l="22308" t="23630" r="22237" b="19484"/>
          <a:stretch>
            <a:fillRect/>
          </a:stretch>
        </p:blipFill>
        <p:spPr bwMode="auto">
          <a:xfrm>
            <a:off x="2178050" y="1196752"/>
            <a:ext cx="7272338" cy="5594350"/>
          </a:xfrm>
          <a:prstGeom prst="rect">
            <a:avLst/>
          </a:prstGeom>
          <a:noFill/>
          <a:ln w="28575" algn="ctr">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570"/>
                                        </p:tgtEl>
                                        <p:attrNameLst>
                                          <p:attrName>style.visibility</p:attrName>
                                        </p:attrNameLst>
                                      </p:cBhvr>
                                      <p:to>
                                        <p:strVal val="visible"/>
                                      </p:to>
                                    </p:set>
                                    <p:animEffect transition="in" filter="wipe(left)">
                                      <p:cBhvr>
                                        <p:cTn id="7" dur="500"/>
                                        <p:tgtEl>
                                          <p:spTgt spid="109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Box 2"/>
          <p:cNvSpPr txBox="1">
            <a:spLocks noChangeArrowheads="1"/>
          </p:cNvSpPr>
          <p:nvPr>
            <p:custDataLst>
              <p:tags r:id="rId2"/>
            </p:custDataLst>
          </p:nvPr>
        </p:nvSpPr>
        <p:spPr bwMode="auto">
          <a:xfrm>
            <a:off x="2444750" y="1384300"/>
            <a:ext cx="7083472" cy="693738"/>
          </a:xfrm>
          <a:prstGeom prst="rect">
            <a:avLst/>
          </a:prstGeom>
          <a:noFill/>
          <a:ln w="9525">
            <a:noFill/>
            <a:miter lim="800000"/>
            <a:headEnd/>
            <a:tailEnd/>
          </a:ln>
        </p:spPr>
        <p:txBody>
          <a:bodyPr anchor="ctr"/>
          <a:lstStyle/>
          <a:p>
            <a:pPr marL="457200" indent="-457200" eaLnBrk="1" hangingPunct="1"/>
            <a:r>
              <a:rPr lang="zh-CN" altLang="en-US" sz="2600" dirty="0">
                <a:solidFill>
                  <a:srgbClr val="000000"/>
                </a:solidFill>
                <a:latin typeface="黑体" pitchFamily="49" charset="-122"/>
                <a:ea typeface="黑体" pitchFamily="49" charset="-122"/>
                <a:sym typeface="Microsoft Yahei" pitchFamily="34" charset="-122"/>
              </a:rPr>
              <a:t>下图中相贯线投影表达正确的是？</a:t>
            </a:r>
          </a:p>
        </p:txBody>
      </p:sp>
      <p:sp>
        <p:nvSpPr>
          <p:cNvPr id="50179" name="TextBox 3"/>
          <p:cNvSpPr txBox="1">
            <a:spLocks noChangeArrowheads="1"/>
          </p:cNvSpPr>
          <p:nvPr>
            <p:custDataLst>
              <p:tags r:id="rId3"/>
            </p:custDataLst>
          </p:nvPr>
        </p:nvSpPr>
        <p:spPr bwMode="auto">
          <a:xfrm>
            <a:off x="3352799" y="3979331"/>
            <a:ext cx="5919832" cy="642937"/>
          </a:xfrm>
          <a:prstGeom prst="rect">
            <a:avLst/>
          </a:prstGeom>
          <a:noFill/>
          <a:ln w="9525">
            <a:noFill/>
            <a:miter lim="800000"/>
            <a:headEnd/>
            <a:tailEnd/>
          </a:ln>
        </p:spPr>
        <p:txBody>
          <a:bodyPr anchor="ctr"/>
          <a:lstStyle/>
          <a:p>
            <a:pPr marL="457200" indent="-457200" eaLnBrk="1" hangingPunct="1"/>
            <a:r>
              <a:rPr lang="zh-CN" altLang="en-US" sz="2400" dirty="0"/>
              <a:t>（</a:t>
            </a:r>
            <a:r>
              <a:rPr lang="en-US" altLang="zh-CN" sz="2400" dirty="0"/>
              <a:t>a</a:t>
            </a:r>
            <a:r>
              <a:rPr lang="zh-CN" altLang="en-US" sz="2400" dirty="0"/>
              <a:t>）、（</a:t>
            </a:r>
            <a:r>
              <a:rPr lang="en-US" altLang="zh-CN" sz="2400" dirty="0"/>
              <a:t>b</a:t>
            </a:r>
            <a:r>
              <a:rPr lang="zh-CN" altLang="en-US" sz="2400" dirty="0"/>
              <a:t>）</a:t>
            </a:r>
            <a:endParaRPr lang="zh-CN" altLang="en-US" sz="2600" dirty="0">
              <a:solidFill>
                <a:srgbClr val="000000"/>
              </a:solidFill>
              <a:latin typeface="黑体" pitchFamily="49" charset="-122"/>
              <a:ea typeface="黑体" pitchFamily="49" charset="-122"/>
              <a:sym typeface="Microsoft Yahei" pitchFamily="34" charset="-122"/>
            </a:endParaRPr>
          </a:p>
        </p:txBody>
      </p:sp>
      <p:sp>
        <p:nvSpPr>
          <p:cNvPr id="50180" name="TextBox 4"/>
          <p:cNvSpPr txBox="1">
            <a:spLocks noChangeArrowheads="1"/>
          </p:cNvSpPr>
          <p:nvPr>
            <p:custDataLst>
              <p:tags r:id="rId4"/>
            </p:custDataLst>
          </p:nvPr>
        </p:nvSpPr>
        <p:spPr bwMode="auto">
          <a:xfrm>
            <a:off x="3352801" y="4836581"/>
            <a:ext cx="4532337" cy="642937"/>
          </a:xfrm>
          <a:prstGeom prst="rect">
            <a:avLst/>
          </a:prstGeom>
          <a:noFill/>
          <a:ln w="9525">
            <a:noFill/>
            <a:miter lim="800000"/>
            <a:headEnd/>
            <a:tailEnd/>
          </a:ln>
        </p:spPr>
        <p:txBody>
          <a:bodyPr anchor="ctr"/>
          <a:lstStyle/>
          <a:p>
            <a:pPr marL="457200" indent="-457200" eaLnBrk="1" hangingPunct="1"/>
            <a:r>
              <a:rPr lang="zh-CN" altLang="en-US" sz="2600" b="1" dirty="0">
                <a:latin typeface="+mn-ea"/>
                <a:ea typeface="+mn-ea"/>
                <a:sym typeface="Microsoft Yahei" pitchFamily="34" charset="-122"/>
              </a:rPr>
              <a:t>（</a:t>
            </a:r>
            <a:r>
              <a:rPr lang="en-US" altLang="zh-CN" sz="2600" b="1" dirty="0">
                <a:latin typeface="+mn-ea"/>
                <a:ea typeface="+mn-ea"/>
                <a:sym typeface="Microsoft Yahei" pitchFamily="34" charset="-122"/>
              </a:rPr>
              <a:t>b</a:t>
            </a:r>
            <a:r>
              <a:rPr lang="zh-CN" altLang="en-US" sz="2600" b="1" dirty="0">
                <a:latin typeface="+mn-ea"/>
                <a:ea typeface="+mn-ea"/>
                <a:sym typeface="Microsoft Yahei" pitchFamily="34" charset="-122"/>
              </a:rPr>
              <a:t>）、（</a:t>
            </a:r>
            <a:r>
              <a:rPr lang="en-US" altLang="zh-CN" sz="2600" b="1" dirty="0">
                <a:latin typeface="+mn-ea"/>
                <a:ea typeface="+mn-ea"/>
                <a:sym typeface="Microsoft Yahei" pitchFamily="34" charset="-122"/>
              </a:rPr>
              <a:t>c</a:t>
            </a:r>
            <a:r>
              <a:rPr lang="zh-CN" altLang="en-US" sz="2600" b="1" dirty="0">
                <a:latin typeface="+mn-ea"/>
                <a:ea typeface="+mn-ea"/>
                <a:sym typeface="Microsoft Yahei" pitchFamily="34" charset="-122"/>
              </a:rPr>
              <a:t>）</a:t>
            </a:r>
          </a:p>
        </p:txBody>
      </p:sp>
      <p:sp>
        <p:nvSpPr>
          <p:cNvPr id="50181" name="TextBox 5"/>
          <p:cNvSpPr txBox="1">
            <a:spLocks noChangeArrowheads="1"/>
          </p:cNvSpPr>
          <p:nvPr>
            <p:custDataLst>
              <p:tags r:id="rId5"/>
            </p:custDataLst>
          </p:nvPr>
        </p:nvSpPr>
        <p:spPr bwMode="auto">
          <a:xfrm>
            <a:off x="3352800" y="5666384"/>
            <a:ext cx="6400800" cy="642937"/>
          </a:xfrm>
          <a:prstGeom prst="rect">
            <a:avLst/>
          </a:prstGeom>
          <a:noFill/>
          <a:ln w="9525">
            <a:noFill/>
            <a:miter lim="800000"/>
            <a:headEnd/>
            <a:tailEnd/>
          </a:ln>
        </p:spPr>
        <p:txBody>
          <a:bodyPr anchor="ctr"/>
          <a:lstStyle/>
          <a:p>
            <a:pPr marL="457200" indent="-457200" eaLnBrk="1" hangingPunct="1"/>
            <a:r>
              <a:rPr lang="zh-CN" altLang="en-US" sz="2600" dirty="0">
                <a:solidFill>
                  <a:srgbClr val="000000"/>
                </a:solidFill>
                <a:latin typeface="黑体" pitchFamily="49" charset="-122"/>
                <a:ea typeface="黑体" pitchFamily="49" charset="-122"/>
                <a:sym typeface="Microsoft Yahei" pitchFamily="34" charset="-122"/>
              </a:rPr>
              <a:t>（</a:t>
            </a:r>
            <a:r>
              <a:rPr lang="en-US" altLang="zh-CN" sz="2600" dirty="0">
                <a:solidFill>
                  <a:srgbClr val="000000"/>
                </a:solidFill>
                <a:latin typeface="黑体" pitchFamily="49" charset="-122"/>
                <a:ea typeface="黑体" pitchFamily="49" charset="-122"/>
                <a:sym typeface="Microsoft Yahei" pitchFamily="34" charset="-122"/>
              </a:rPr>
              <a:t>a</a:t>
            </a:r>
            <a:r>
              <a:rPr lang="zh-CN" altLang="en-US" sz="2600" dirty="0">
                <a:solidFill>
                  <a:srgbClr val="000000"/>
                </a:solidFill>
                <a:latin typeface="黑体" pitchFamily="49" charset="-122"/>
                <a:ea typeface="黑体" pitchFamily="49" charset="-122"/>
                <a:sym typeface="Microsoft Yahei" pitchFamily="34" charset="-122"/>
              </a:rPr>
              <a:t>）、（</a:t>
            </a:r>
            <a:r>
              <a:rPr lang="en-US" altLang="zh-CN" sz="2600" dirty="0">
                <a:solidFill>
                  <a:srgbClr val="000000"/>
                </a:solidFill>
                <a:latin typeface="黑体" pitchFamily="49" charset="-122"/>
                <a:ea typeface="黑体" pitchFamily="49" charset="-122"/>
                <a:sym typeface="Microsoft Yahei" pitchFamily="34" charset="-122"/>
              </a:rPr>
              <a:t>c</a:t>
            </a:r>
            <a:r>
              <a:rPr lang="zh-CN" altLang="en-US" sz="2600" dirty="0">
                <a:solidFill>
                  <a:srgbClr val="000000"/>
                </a:solidFill>
                <a:latin typeface="黑体" pitchFamily="49" charset="-122"/>
                <a:ea typeface="黑体" pitchFamily="49" charset="-122"/>
                <a:sym typeface="Microsoft Yahei" pitchFamily="34" charset="-122"/>
              </a:rPr>
              <a:t>）</a:t>
            </a:r>
          </a:p>
        </p:txBody>
      </p:sp>
      <p:sp>
        <p:nvSpPr>
          <p:cNvPr id="50183" name="椭圆 7"/>
          <p:cNvSpPr>
            <a:spLocks noChangeAspect="1"/>
          </p:cNvSpPr>
          <p:nvPr>
            <p:custDataLst>
              <p:tags r:id="rId6"/>
            </p:custDataLst>
          </p:nvPr>
        </p:nvSpPr>
        <p:spPr bwMode="auto">
          <a:xfrm>
            <a:off x="2638425" y="4042830"/>
            <a:ext cx="514350" cy="514350"/>
          </a:xfrm>
          <a:prstGeom prst="ellipse">
            <a:avLst/>
          </a:prstGeom>
          <a:solidFill>
            <a:srgbClr val="808080"/>
          </a:solidFill>
          <a:ln w="127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sym typeface="Microsoft Yahei" pitchFamily="34" charset="-122"/>
              </a:rPr>
              <a:t>A</a:t>
            </a:r>
            <a:endParaRPr lang="zh-CN" altLang="en-US" sz="1600">
              <a:solidFill>
                <a:srgbClr val="FFFFFF"/>
              </a:solidFill>
              <a:latin typeface="Microsoft Yahei" pitchFamily="34" charset="-122"/>
              <a:sym typeface="Microsoft Yahei" pitchFamily="34" charset="-122"/>
            </a:endParaRPr>
          </a:p>
        </p:txBody>
      </p:sp>
      <p:sp>
        <p:nvSpPr>
          <p:cNvPr id="50184" name="椭圆 8"/>
          <p:cNvSpPr>
            <a:spLocks noChangeAspect="1"/>
          </p:cNvSpPr>
          <p:nvPr>
            <p:custDataLst>
              <p:tags r:id="rId7"/>
            </p:custDataLst>
          </p:nvPr>
        </p:nvSpPr>
        <p:spPr bwMode="auto">
          <a:xfrm>
            <a:off x="2638425" y="4900080"/>
            <a:ext cx="514350" cy="514350"/>
          </a:xfrm>
          <a:prstGeom prst="ellipse">
            <a:avLst/>
          </a:prstGeom>
          <a:solidFill>
            <a:srgbClr val="808080"/>
          </a:solidFill>
          <a:ln w="127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sym typeface="Microsoft Yahei" pitchFamily="34" charset="-122"/>
              </a:rPr>
              <a:t>B</a:t>
            </a:r>
            <a:endParaRPr lang="zh-CN" altLang="en-US" sz="1600">
              <a:solidFill>
                <a:srgbClr val="FFFFFF"/>
              </a:solidFill>
              <a:latin typeface="Microsoft Yahei" pitchFamily="34" charset="-122"/>
              <a:sym typeface="Microsoft Yahei" pitchFamily="34" charset="-122"/>
            </a:endParaRPr>
          </a:p>
        </p:txBody>
      </p:sp>
      <p:sp>
        <p:nvSpPr>
          <p:cNvPr id="50185" name="椭圆 9"/>
          <p:cNvSpPr>
            <a:spLocks noChangeAspect="1"/>
          </p:cNvSpPr>
          <p:nvPr>
            <p:custDataLst>
              <p:tags r:id="rId8"/>
            </p:custDataLst>
          </p:nvPr>
        </p:nvSpPr>
        <p:spPr bwMode="auto">
          <a:xfrm>
            <a:off x="2638425" y="5757330"/>
            <a:ext cx="514350" cy="514350"/>
          </a:xfrm>
          <a:prstGeom prst="ellipse">
            <a:avLst/>
          </a:prstGeom>
          <a:solidFill>
            <a:srgbClr val="00FF00"/>
          </a:solidFill>
          <a:ln w="254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sym typeface="Microsoft Yahei" pitchFamily="34" charset="-122"/>
              </a:rPr>
              <a:t>C</a:t>
            </a:r>
            <a:endParaRPr lang="zh-CN" altLang="en-US" sz="1600">
              <a:solidFill>
                <a:srgbClr val="FFFFFF"/>
              </a:solidFill>
              <a:latin typeface="Microsoft Yahei" pitchFamily="34" charset="-122"/>
              <a:sym typeface="Microsoft Yahei" pitchFamily="34" charset="-122"/>
            </a:endParaRPr>
          </a:p>
        </p:txBody>
      </p:sp>
      <p:sp>
        <p:nvSpPr>
          <p:cNvPr id="50187" name="圆角矩形 11"/>
          <p:cNvSpPr>
            <a:spLocks noChangeArrowheads="1"/>
          </p:cNvSpPr>
          <p:nvPr>
            <p:custDataLst>
              <p:tags r:id="rId9"/>
            </p:custDataLst>
          </p:nvPr>
        </p:nvSpPr>
        <p:spPr bwMode="auto">
          <a:xfrm>
            <a:off x="7696200" y="6215063"/>
            <a:ext cx="1543050" cy="411162"/>
          </a:xfrm>
          <a:prstGeom prst="roundRect">
            <a:avLst>
              <a:gd name="adj" fmla="val 16667"/>
            </a:avLst>
          </a:prstGeom>
          <a:solidFill>
            <a:srgbClr val="808080"/>
          </a:solidFill>
          <a:ln w="38100">
            <a:solidFill>
              <a:srgbClr val="000000"/>
            </a:solidFill>
            <a:miter lim="800000"/>
            <a:headEnd/>
            <a:tailEnd/>
          </a:ln>
        </p:spPr>
        <p:txBody>
          <a:bodyPr anchor="ctr" anchorCtr="1"/>
          <a:lstStyle/>
          <a:p>
            <a:pPr algn="ctr"/>
            <a:r>
              <a:rPr lang="zh-CN" altLang="en-US" sz="1600">
                <a:solidFill>
                  <a:srgbClr val="FFFFFF"/>
                </a:solidFill>
                <a:latin typeface="Microsoft Yahei" pitchFamily="34" charset="-122"/>
                <a:sym typeface="Microsoft Yahei" pitchFamily="34" charset="-122"/>
              </a:rPr>
              <a:t>提交</a:t>
            </a:r>
          </a:p>
        </p:txBody>
      </p:sp>
      <p:pic>
        <p:nvPicPr>
          <p:cNvPr id="3" name="图片 2"/>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666218" y="2059249"/>
            <a:ext cx="5905500" cy="1876425"/>
          </a:xfrm>
          <a:prstGeom prst="rect">
            <a:avLst/>
          </a:prstGeom>
        </p:spPr>
      </p:pic>
      <p:grpSp>
        <p:nvGrpSpPr>
          <p:cNvPr id="2" name="组合 16"/>
          <p:cNvGrpSpPr>
            <a:grpSpLocks/>
          </p:cNvGrpSpPr>
          <p:nvPr>
            <p:custDataLst>
              <p:tags r:id="rId10"/>
            </p:custDataLst>
          </p:nvPr>
        </p:nvGrpSpPr>
        <p:grpSpPr bwMode="auto">
          <a:xfrm>
            <a:off x="0" y="0"/>
            <a:ext cx="9144000" cy="635000"/>
            <a:chOff x="-1524000" y="0"/>
            <a:chExt cx="9144000" cy="635000"/>
          </a:xfrm>
        </p:grpSpPr>
        <p:sp>
          <p:nvSpPr>
            <p:cNvPr id="50191" name="TitleBackground"/>
            <p:cNvSpPr>
              <a:spLocks noChangeArrowheads="1"/>
            </p:cNvSpPr>
            <p:nvPr>
              <p:custDataLst>
                <p:tags r:id="rId12"/>
              </p:custDataLst>
            </p:nvPr>
          </p:nvSpPr>
          <p:spPr bwMode="auto">
            <a:xfrm>
              <a:off x="-1524000" y="0"/>
              <a:ext cx="9144000" cy="635000"/>
            </a:xfrm>
            <a:prstGeom prst="rect">
              <a:avLst/>
            </a:prstGeom>
            <a:solidFill>
              <a:srgbClr val="F6F7F8"/>
            </a:solidFill>
            <a:ln w="9525">
              <a:noFill/>
              <a:miter lim="800000"/>
              <a:headEnd/>
              <a:tailEnd/>
            </a:ln>
          </p:spPr>
          <p:txBody>
            <a:bodyPr anchor="ctr"/>
            <a:lstStyle/>
            <a:p>
              <a:pPr algn="ctr"/>
              <a:endParaRPr lang="zh-CN" altLang="en-US" sz="3600">
                <a:solidFill>
                  <a:schemeClr val="tx2"/>
                </a:solidFill>
                <a:latin typeface="宋体" pitchFamily="2" charset="-122"/>
              </a:endParaRPr>
            </a:p>
          </p:txBody>
        </p:sp>
        <p:sp>
          <p:nvSpPr>
            <p:cNvPr id="50192" name="ColorBlock"/>
            <p:cNvSpPr>
              <a:spLocks noChangeArrowheads="1"/>
            </p:cNvSpPr>
            <p:nvPr>
              <p:custDataLst>
                <p:tags r:id="rId13"/>
              </p:custDataLst>
            </p:nvPr>
          </p:nvSpPr>
          <p:spPr bwMode="auto">
            <a:xfrm>
              <a:off x="-1524000" y="0"/>
              <a:ext cx="190500" cy="635000"/>
            </a:xfrm>
            <a:prstGeom prst="rect">
              <a:avLst/>
            </a:prstGeom>
            <a:solidFill>
              <a:srgbClr val="639EF4"/>
            </a:solidFill>
            <a:ln w="9525">
              <a:noFill/>
              <a:miter lim="800000"/>
              <a:headEnd/>
              <a:tailEnd/>
            </a:ln>
          </p:spPr>
          <p:txBody>
            <a:bodyPr anchor="ctr"/>
            <a:lstStyle/>
            <a:p>
              <a:pPr algn="ctr"/>
              <a:endParaRPr lang="zh-CN" altLang="en-US" sz="3600">
                <a:solidFill>
                  <a:schemeClr val="tx2"/>
                </a:solidFill>
                <a:latin typeface="宋体" pitchFamily="2" charset="-122"/>
              </a:endParaRPr>
            </a:p>
          </p:txBody>
        </p:sp>
        <p:sp>
          <p:nvSpPr>
            <p:cNvPr id="50193" name="TypeText"/>
            <p:cNvSpPr txBox="1">
              <a:spLocks noChangeArrowheads="1"/>
            </p:cNvSpPr>
            <p:nvPr>
              <p:custDataLst>
                <p:tags r:id="rId14"/>
              </p:custDataLst>
            </p:nvPr>
          </p:nvSpPr>
          <p:spPr bwMode="auto">
            <a:xfrm>
              <a:off x="-1270000" y="0"/>
              <a:ext cx="1905000" cy="635000"/>
            </a:xfrm>
            <a:prstGeom prst="rect">
              <a:avLst/>
            </a:prstGeom>
            <a:noFill/>
            <a:ln w="9525">
              <a:noFill/>
              <a:miter lim="800000"/>
              <a:headEnd/>
              <a:tailEnd/>
            </a:ln>
          </p:spPr>
          <p:txBody>
            <a:bodyPr wrap="none" anchor="ctr"/>
            <a:lstStyle/>
            <a:p>
              <a:pPr marL="457200" indent="-457200" eaLnBrk="1" hangingPunct="1"/>
              <a:r>
                <a:rPr lang="zh-CN" altLang="en-US" sz="2600">
                  <a:solidFill>
                    <a:srgbClr val="000000"/>
                  </a:solidFill>
                  <a:latin typeface="Microsoft Yahei" pitchFamily="34" charset="-122"/>
                  <a:sym typeface="Microsoft Yahei" pitchFamily="34" charset="-122"/>
                </a:rPr>
                <a:t>单选题</a:t>
              </a:r>
            </a:p>
          </p:txBody>
        </p:sp>
        <p:sp>
          <p:nvSpPr>
            <p:cNvPr id="50194" name="TipText"/>
            <p:cNvSpPr txBox="1">
              <a:spLocks noChangeArrowheads="1"/>
            </p:cNvSpPr>
            <p:nvPr>
              <p:custDataLst>
                <p:tags r:id="rId15"/>
              </p:custDataLst>
            </p:nvPr>
          </p:nvSpPr>
          <p:spPr bwMode="auto">
            <a:xfrm>
              <a:off x="1905" y="109220"/>
              <a:ext cx="2286000" cy="508000"/>
            </a:xfrm>
            <a:prstGeom prst="rect">
              <a:avLst/>
            </a:prstGeom>
            <a:noFill/>
            <a:ln w="9525">
              <a:noFill/>
              <a:miter lim="800000"/>
              <a:headEnd/>
              <a:tailEnd/>
            </a:ln>
          </p:spPr>
          <p:txBody>
            <a:bodyPr vert="horz" wrap="none" anchor="ctr" anchorCtr="0">
              <a:noAutofit/>
            </a:bodyPr>
            <a:lstStyle/>
            <a:p>
              <a:pPr marL="457200" indent="-457200" eaLnBrk="1" hangingPunct="1"/>
              <a:r>
                <a:rPr lang="en-US" altLang="zh-CN" sz="2000">
                  <a:solidFill>
                    <a:srgbClr val="808080"/>
                  </a:solidFill>
                  <a:latin typeface="Microsoft Yahei"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itchFamily="34" charset="-122"/>
                  <a:ea typeface="Microsoft Yahei" panose="020B0503020204020204" pitchFamily="34" charset="-122"/>
                  <a:sym typeface="Microsoft Yahei" panose="020B0503020204020204" pitchFamily="34" charset="-122"/>
                </a:rPr>
                <a:t>分</a:t>
              </a:r>
            </a:p>
          </p:txBody>
        </p:sp>
      </p:grpSp>
      <p:pic>
        <p:nvPicPr>
          <p:cNvPr id="50190" name="图片 1" descr="tmp27FD.tmp"/>
          <p:cNvPicPr>
            <a:picLocks/>
          </p:cNvPicPr>
          <p:nvPr>
            <p:custDataLst>
              <p:tags r:id="rId11"/>
            </p:custDataLst>
          </p:nvPr>
        </p:nvPicPr>
        <p:blipFill>
          <a:blip r:embed="rId18"/>
          <a:srcRect/>
          <a:stretch>
            <a:fillRect/>
          </a:stretch>
        </p:blipFill>
        <p:spPr bwMode="auto">
          <a:xfrm>
            <a:off x="10642600" y="63500"/>
            <a:ext cx="1422400" cy="5080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003303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8915" name="Rectangle 4"/>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8916" name="Rectangle 5"/>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8917" name="Rectangle 6"/>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8918" name="Rectangle 7"/>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8919" name="Rectangle 8"/>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116746" name="Text Box 10"/>
          <p:cNvSpPr txBox="1">
            <a:spLocks noChangeArrowheads="1"/>
          </p:cNvSpPr>
          <p:nvPr/>
        </p:nvSpPr>
        <p:spPr bwMode="auto">
          <a:xfrm>
            <a:off x="1593727" y="1384220"/>
            <a:ext cx="4973187" cy="954107"/>
          </a:xfrm>
          <a:prstGeom prst="rect">
            <a:avLst/>
          </a:prstGeom>
          <a:noFill/>
          <a:ln w="9525">
            <a:noFill/>
            <a:miter lim="800000"/>
            <a:headEnd/>
            <a:tailEnd/>
          </a:ln>
          <a:effectLst/>
        </p:spPr>
        <p:txBody>
          <a:bodyPr wrap="square">
            <a:spAutoFit/>
          </a:bodyPr>
          <a:lstStyle/>
          <a:p>
            <a:pPr eaLnBrk="1" hangingPunct="1">
              <a:defRPr/>
            </a:pPr>
            <a:r>
              <a:rPr kumimoji="1" lang="zh-CN" altLang="en-US" sz="2800" b="1" dirty="0">
                <a:solidFill>
                  <a:srgbClr val="FF0000"/>
                </a:solidFill>
                <a:effectLst>
                  <a:outerShdw blurRad="38100" dist="38100" dir="2700000" algn="tl">
                    <a:srgbClr val="C0C0C0"/>
                  </a:outerShdw>
                </a:effectLst>
              </a:rPr>
              <a:t>辅助平面法：假想</a:t>
            </a:r>
            <a:r>
              <a:rPr kumimoji="1" lang="zh-CN" altLang="en-US" sz="2800" b="1" dirty="0">
                <a:effectLst>
                  <a:outerShdw blurRad="38100" dist="38100" dir="2700000" algn="tl">
                    <a:srgbClr val="C0C0C0"/>
                  </a:outerShdw>
                </a:effectLst>
              </a:rPr>
              <a:t>用一辅助</a:t>
            </a:r>
            <a:r>
              <a:rPr kumimoji="1" lang="zh-CN" altLang="en-US" sz="2800" b="1" dirty="0">
                <a:solidFill>
                  <a:srgbClr val="FF0000"/>
                </a:solidFill>
                <a:effectLst>
                  <a:outerShdw blurRad="38100" dist="38100" dir="2700000" algn="tl">
                    <a:srgbClr val="C0C0C0"/>
                  </a:outerShdw>
                </a:effectLst>
              </a:rPr>
              <a:t>平面</a:t>
            </a:r>
            <a:r>
              <a:rPr kumimoji="1" lang="zh-CN" altLang="en-US" sz="2800" b="1" dirty="0">
                <a:effectLst>
                  <a:outerShdw blurRad="38100" dist="38100" dir="2700000" algn="tl">
                    <a:srgbClr val="C0C0C0"/>
                  </a:outerShdw>
                </a:effectLst>
              </a:rPr>
              <a:t>同时</a:t>
            </a:r>
            <a:r>
              <a:rPr kumimoji="1" lang="zh-CN" altLang="en-US" sz="2800" b="1" dirty="0">
                <a:solidFill>
                  <a:srgbClr val="FF0000"/>
                </a:solidFill>
                <a:effectLst>
                  <a:outerShdw blurRad="38100" dist="38100" dir="2700000" algn="tl">
                    <a:srgbClr val="C0C0C0"/>
                  </a:outerShdw>
                </a:effectLst>
              </a:rPr>
              <a:t>截切</a:t>
            </a:r>
            <a:r>
              <a:rPr kumimoji="1" lang="zh-CN" altLang="en-US" sz="2800" b="1" dirty="0">
                <a:effectLst>
                  <a:outerShdw blurRad="38100" dist="38100" dir="2700000" algn="tl">
                    <a:srgbClr val="C0C0C0"/>
                  </a:outerShdw>
                </a:effectLst>
              </a:rPr>
              <a:t>相交的两</a:t>
            </a:r>
            <a:r>
              <a:rPr kumimoji="1" lang="zh-CN" altLang="en-US" sz="2800" b="1" dirty="0">
                <a:solidFill>
                  <a:srgbClr val="FF0000"/>
                </a:solidFill>
                <a:effectLst>
                  <a:outerShdw blurRad="38100" dist="38100" dir="2700000" algn="tl">
                    <a:srgbClr val="C0C0C0"/>
                  </a:outerShdw>
                </a:effectLst>
              </a:rPr>
              <a:t>回转体</a:t>
            </a:r>
            <a:endParaRPr kumimoji="1" lang="zh-CN" altLang="en-US" sz="2800" dirty="0">
              <a:solidFill>
                <a:srgbClr val="FF0000"/>
              </a:solidFill>
            </a:endParaRPr>
          </a:p>
        </p:txBody>
      </p:sp>
      <p:sp>
        <p:nvSpPr>
          <p:cNvPr id="116747" name="Rectangle 11"/>
          <p:cNvSpPr>
            <a:spLocks noGrp="1" noChangeArrowheads="1"/>
          </p:cNvSpPr>
          <p:nvPr>
            <p:ph idx="1"/>
          </p:nvPr>
        </p:nvSpPr>
        <p:spPr>
          <a:xfrm>
            <a:off x="3013496" y="434181"/>
            <a:ext cx="5659437" cy="604838"/>
          </a:xfrm>
        </p:spPr>
        <p:txBody>
          <a:bodyPr/>
          <a:lstStyle/>
          <a:p>
            <a:pPr eaLnBrk="1" hangingPunct="1">
              <a:buFontTx/>
              <a:buNone/>
            </a:pPr>
            <a:r>
              <a:rPr lang="zh-CN" altLang="en-US" b="1" dirty="0">
                <a:latin typeface="黑体" panose="02010609060101010101" pitchFamily="49" charset="-122"/>
                <a:ea typeface="黑体" panose="02010609060101010101" pitchFamily="49" charset="-122"/>
              </a:rPr>
              <a:t>利用辅助平面法求相贯线</a:t>
            </a:r>
            <a:r>
              <a:rPr lang="zh-CN" altLang="en-US" dirty="0">
                <a:latin typeface="黑体" panose="02010609060101010101" pitchFamily="49" charset="-122"/>
                <a:ea typeface="黑体" panose="02010609060101010101" pitchFamily="49" charset="-122"/>
              </a:rPr>
              <a:t> </a:t>
            </a:r>
          </a:p>
        </p:txBody>
      </p:sp>
      <p:sp>
        <p:nvSpPr>
          <p:cNvPr id="54" name="矩形 53"/>
          <p:cNvSpPr/>
          <p:nvPr/>
        </p:nvSpPr>
        <p:spPr>
          <a:xfrm>
            <a:off x="1612899" y="2393889"/>
            <a:ext cx="4519657" cy="954087"/>
          </a:xfrm>
          <a:prstGeom prst="rect">
            <a:avLst/>
          </a:prstGeom>
        </p:spPr>
        <p:txBody>
          <a:bodyPr wrap="square">
            <a:spAutoFit/>
          </a:bodyPr>
          <a:lstStyle/>
          <a:p>
            <a:pPr eaLnBrk="1" hangingPunct="1">
              <a:defRPr/>
            </a:pPr>
            <a:r>
              <a:rPr kumimoji="1" lang="zh-CN" altLang="en-US" sz="2800" b="1" dirty="0">
                <a:effectLst>
                  <a:outerShdw blurRad="38100" dist="38100" dir="2700000" algn="tl">
                    <a:srgbClr val="C0C0C0"/>
                  </a:outerShdw>
                </a:effectLst>
              </a:rPr>
              <a:t>在</a:t>
            </a:r>
            <a:r>
              <a:rPr kumimoji="1" lang="zh-CN" altLang="en-US" sz="2800" b="1" dirty="0">
                <a:solidFill>
                  <a:srgbClr val="FF0000"/>
                </a:solidFill>
                <a:effectLst>
                  <a:outerShdw blurRad="38100" dist="38100" dir="2700000" algn="tl">
                    <a:srgbClr val="C0C0C0"/>
                  </a:outerShdw>
                </a:effectLst>
              </a:rPr>
              <a:t>两回转体</a:t>
            </a:r>
            <a:r>
              <a:rPr kumimoji="1" lang="zh-CN" altLang="en-US" sz="2800" b="1" dirty="0">
                <a:effectLst>
                  <a:outerShdw blurRad="38100" dist="38100" dir="2700000" algn="tl">
                    <a:srgbClr val="C0C0C0"/>
                  </a:outerShdw>
                </a:effectLst>
              </a:rPr>
              <a:t>的</a:t>
            </a:r>
            <a:r>
              <a:rPr kumimoji="1" lang="zh-CN" altLang="en-US" sz="2800" b="1" dirty="0">
                <a:solidFill>
                  <a:srgbClr val="FF0000"/>
                </a:solidFill>
                <a:effectLst>
                  <a:outerShdw blurRad="38100" dist="38100" dir="2700000" algn="tl">
                    <a:srgbClr val="C0C0C0"/>
                  </a:outerShdw>
                </a:effectLst>
              </a:rPr>
              <a:t>表面</a:t>
            </a:r>
            <a:r>
              <a:rPr kumimoji="1" lang="zh-CN" altLang="en-US" sz="2800" b="1" dirty="0">
                <a:effectLst>
                  <a:outerShdw blurRad="38100" dist="38100" dir="2700000" algn="tl">
                    <a:srgbClr val="C0C0C0"/>
                  </a:outerShdw>
                </a:effectLst>
              </a:rPr>
              <a:t>分别得到截</a:t>
            </a:r>
            <a:r>
              <a:rPr kumimoji="1" lang="zh-CN" altLang="en-US" sz="2800" b="1" dirty="0">
                <a:solidFill>
                  <a:srgbClr val="FF0000"/>
                </a:solidFill>
                <a:effectLst>
                  <a:outerShdw blurRad="38100" dist="38100" dir="2700000" algn="tl">
                    <a:srgbClr val="C0C0C0"/>
                  </a:outerShdw>
                </a:effectLst>
              </a:rPr>
              <a:t>交线</a:t>
            </a:r>
            <a:endParaRPr lang="zh-CN" altLang="en-US" sz="2800" dirty="0">
              <a:solidFill>
                <a:srgbClr val="FF0000"/>
              </a:solidFill>
            </a:endParaRPr>
          </a:p>
        </p:txBody>
      </p:sp>
      <p:pic>
        <p:nvPicPr>
          <p:cNvPr id="38923" name="图片 10"/>
          <p:cNvPicPr>
            <a:picLocks noChangeAspect="1"/>
          </p:cNvPicPr>
          <p:nvPr/>
        </p:nvPicPr>
        <p:blipFill>
          <a:blip r:embed="rId2"/>
          <a:srcRect/>
          <a:stretch>
            <a:fillRect/>
          </a:stretch>
        </p:blipFill>
        <p:spPr bwMode="auto">
          <a:xfrm>
            <a:off x="7543800" y="1573213"/>
            <a:ext cx="2762250" cy="2971800"/>
          </a:xfrm>
          <a:prstGeom prst="rect">
            <a:avLst/>
          </a:prstGeom>
          <a:noFill/>
          <a:ln w="9525">
            <a:noFill/>
            <a:miter lim="800000"/>
            <a:headEnd/>
            <a:tailEnd/>
          </a:ln>
        </p:spPr>
      </p:pic>
      <p:sp>
        <p:nvSpPr>
          <p:cNvPr id="12" name="菱形 11"/>
          <p:cNvSpPr/>
          <p:nvPr/>
        </p:nvSpPr>
        <p:spPr bwMode="auto">
          <a:xfrm>
            <a:off x="6851651" y="1922464"/>
            <a:ext cx="3852863" cy="2071687"/>
          </a:xfrm>
          <a:prstGeom prst="diamond">
            <a:avLst/>
          </a:prstGeom>
          <a:solidFill>
            <a:schemeClr val="accent6">
              <a:lumMod val="40000"/>
              <a:lumOff val="60000"/>
              <a:alpha val="76000"/>
            </a:schemeClr>
          </a:solidFill>
          <a:ln w="9525">
            <a:noFill/>
            <a:miter lim="800000"/>
            <a:headEnd/>
            <a:tailEnd/>
          </a:ln>
        </p:spPr>
        <p:txBody>
          <a:bodyPr anchor="ctr"/>
          <a:lstStyle/>
          <a:p>
            <a:pPr algn="ctr" eaLnBrk="1" hangingPunct="1">
              <a:defRPr/>
            </a:pPr>
            <a:endParaRPr lang="zh-CN" altLang="en-US" sz="3600" dirty="0">
              <a:solidFill>
                <a:schemeClr val="tx2"/>
              </a:solidFill>
              <a:latin typeface="宋体" pitchFamily="2" charset="-122"/>
            </a:endParaRPr>
          </a:p>
        </p:txBody>
      </p:sp>
      <p:pic>
        <p:nvPicPr>
          <p:cNvPr id="6" name="图片 5"/>
          <p:cNvPicPr>
            <a:picLocks noChangeAspect="1"/>
          </p:cNvPicPr>
          <p:nvPr/>
        </p:nvPicPr>
        <p:blipFill>
          <a:blip r:embed="rId3"/>
          <a:srcRect/>
          <a:stretch>
            <a:fillRect/>
          </a:stretch>
        </p:blipFill>
        <p:spPr bwMode="auto">
          <a:xfrm>
            <a:off x="6645276" y="1546225"/>
            <a:ext cx="4022725" cy="3092450"/>
          </a:xfrm>
          <a:prstGeom prst="rect">
            <a:avLst/>
          </a:prstGeom>
          <a:noFill/>
          <a:ln w="9525">
            <a:noFill/>
            <a:miter lim="800000"/>
            <a:headEnd/>
            <a:tailEnd/>
          </a:ln>
        </p:spPr>
      </p:pic>
      <p:grpSp>
        <p:nvGrpSpPr>
          <p:cNvPr id="2" name="组合 9"/>
          <p:cNvGrpSpPr>
            <a:grpSpLocks/>
          </p:cNvGrpSpPr>
          <p:nvPr/>
        </p:nvGrpSpPr>
        <p:grpSpPr bwMode="auto">
          <a:xfrm>
            <a:off x="8177214" y="2538414"/>
            <a:ext cx="2401887" cy="1379537"/>
            <a:chOff x="6080995" y="2751961"/>
            <a:chExt cx="2401318" cy="1378784"/>
          </a:xfrm>
        </p:grpSpPr>
        <p:grpSp>
          <p:nvGrpSpPr>
            <p:cNvPr id="38930" name="组合 76"/>
            <p:cNvGrpSpPr>
              <a:grpSpLocks/>
            </p:cNvGrpSpPr>
            <p:nvPr/>
          </p:nvGrpSpPr>
          <p:grpSpPr bwMode="auto">
            <a:xfrm>
              <a:off x="6080995" y="3063877"/>
              <a:ext cx="1881908" cy="1066868"/>
              <a:chOff x="4897682" y="4305311"/>
              <a:chExt cx="2449305" cy="1467407"/>
            </a:xfrm>
          </p:grpSpPr>
          <p:sp>
            <p:nvSpPr>
              <p:cNvPr id="38934" name="椭圆 56"/>
              <p:cNvSpPr>
                <a:spLocks noChangeArrowheads="1"/>
              </p:cNvSpPr>
              <p:nvPr/>
            </p:nvSpPr>
            <p:spPr bwMode="auto">
              <a:xfrm>
                <a:off x="5667390" y="4305311"/>
                <a:ext cx="1679597" cy="985851"/>
              </a:xfrm>
              <a:prstGeom prst="ellipse">
                <a:avLst/>
              </a:prstGeom>
              <a:noFill/>
              <a:ln w="38100">
                <a:solidFill>
                  <a:srgbClr val="FFC000"/>
                </a:solidFill>
                <a:miter lim="800000"/>
                <a:headEnd/>
                <a:tailEnd/>
              </a:ln>
            </p:spPr>
            <p:txBody>
              <a:bodyPr anchor="ctr"/>
              <a:lstStyle/>
              <a:p>
                <a:pPr algn="ctr" eaLnBrk="1" hangingPunct="1"/>
                <a:endParaRPr lang="zh-CN" altLang="en-US" sz="3600">
                  <a:solidFill>
                    <a:schemeClr val="tx2"/>
                  </a:solidFill>
                  <a:latin typeface="宋体" pitchFamily="2" charset="-122"/>
                </a:endParaRPr>
              </a:p>
            </p:txBody>
          </p:sp>
          <p:cxnSp>
            <p:nvCxnSpPr>
              <p:cNvPr id="68" name="直接连接符 67"/>
              <p:cNvCxnSpPr/>
              <p:nvPr/>
            </p:nvCxnSpPr>
            <p:spPr>
              <a:xfrm flipH="1">
                <a:off x="4897682" y="4823414"/>
                <a:ext cx="760157" cy="447373"/>
              </a:xfrm>
              <a:prstGeom prst="line">
                <a:avLst/>
              </a:prstGeom>
              <a:ln w="412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flipV="1">
                <a:off x="4910076" y="5255511"/>
                <a:ext cx="863439" cy="517207"/>
              </a:xfrm>
              <a:prstGeom prst="line">
                <a:avLst/>
              </a:prstGeom>
              <a:ln w="412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5736333" y="5288245"/>
                <a:ext cx="809732" cy="480108"/>
              </a:xfrm>
              <a:prstGeom prst="line">
                <a:avLst/>
              </a:prstGeom>
              <a:ln w="41275">
                <a:solidFill>
                  <a:srgbClr val="92D050"/>
                </a:solidFill>
              </a:ln>
            </p:spPr>
            <p:style>
              <a:lnRef idx="1">
                <a:schemeClr val="accent1"/>
              </a:lnRef>
              <a:fillRef idx="0">
                <a:schemeClr val="accent1"/>
              </a:fillRef>
              <a:effectRef idx="0">
                <a:schemeClr val="accent1"/>
              </a:effectRef>
              <a:fontRef idx="minor">
                <a:schemeClr val="tx1"/>
              </a:fontRef>
            </p:style>
          </p:cxnSp>
        </p:grpSp>
        <p:cxnSp>
          <p:nvCxnSpPr>
            <p:cNvPr id="37" name="直接连接符 36"/>
            <p:cNvCxnSpPr/>
            <p:nvPr/>
          </p:nvCxnSpPr>
          <p:spPr bwMode="auto">
            <a:xfrm flipH="1">
              <a:off x="7350694" y="2753547"/>
              <a:ext cx="504705" cy="287181"/>
            </a:xfrm>
            <a:prstGeom prst="line">
              <a:avLst/>
            </a:prstGeom>
            <a:ln w="412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auto">
            <a:xfrm flipH="1" flipV="1">
              <a:off x="7869683" y="2751961"/>
              <a:ext cx="612630" cy="360165"/>
            </a:xfrm>
            <a:prstGeom prst="line">
              <a:avLst/>
            </a:prstGeom>
            <a:ln w="412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bwMode="auto">
            <a:xfrm rot="480000" flipH="1">
              <a:off x="8003002" y="3072461"/>
              <a:ext cx="468202" cy="360165"/>
            </a:xfrm>
            <a:prstGeom prst="line">
              <a:avLst/>
            </a:prstGeom>
            <a:ln w="41275">
              <a:solidFill>
                <a:srgbClr val="92D050"/>
              </a:solidFill>
            </a:ln>
          </p:spPr>
          <p:style>
            <a:lnRef idx="1">
              <a:schemeClr val="accent1"/>
            </a:lnRef>
            <a:fillRef idx="0">
              <a:schemeClr val="accent1"/>
            </a:fillRef>
            <a:effectRef idx="0">
              <a:schemeClr val="accent1"/>
            </a:effectRef>
            <a:fontRef idx="minor">
              <a:schemeClr val="tx1"/>
            </a:fontRef>
          </p:style>
        </p:cxnSp>
      </p:grpSp>
      <p:sp>
        <p:nvSpPr>
          <p:cNvPr id="13" name="矩形 12"/>
          <p:cNvSpPr/>
          <p:nvPr/>
        </p:nvSpPr>
        <p:spPr>
          <a:xfrm>
            <a:off x="1914526" y="5373689"/>
            <a:ext cx="8418513" cy="954087"/>
          </a:xfrm>
          <a:prstGeom prst="rect">
            <a:avLst/>
          </a:prstGeom>
          <a:solidFill>
            <a:schemeClr val="accent5">
              <a:lumMod val="40000"/>
              <a:lumOff val="60000"/>
            </a:schemeClr>
          </a:solidFill>
        </p:spPr>
        <p:txBody>
          <a:bodyPr>
            <a:spAutoFit/>
          </a:bodyPr>
          <a:lstStyle/>
          <a:p>
            <a:pPr eaLnBrk="1" hangingPunct="1">
              <a:defRPr/>
            </a:pPr>
            <a:r>
              <a:rPr kumimoji="1" lang="zh-CN" altLang="en-US" sz="2800" b="1" dirty="0">
                <a:effectLst>
                  <a:outerShdw blurRad="38100" dist="38100" dir="2700000" algn="tl">
                    <a:srgbClr val="C0C0C0"/>
                  </a:outerShdw>
                </a:effectLst>
              </a:rPr>
              <a:t>以此方法作一系列辅助平面，可求出相贯线上的若干点，依次光滑连接成曲线，可得所求的相贯线。</a:t>
            </a:r>
            <a:r>
              <a:rPr kumimoji="1" lang="zh-CN" altLang="en-US" sz="2800" dirty="0"/>
              <a:t> </a:t>
            </a:r>
            <a:endParaRPr lang="zh-CN" altLang="en-US" sz="2800" dirty="0"/>
          </a:p>
        </p:txBody>
      </p:sp>
      <p:sp>
        <p:nvSpPr>
          <p:cNvPr id="55" name="矩形 54"/>
          <p:cNvSpPr/>
          <p:nvPr/>
        </p:nvSpPr>
        <p:spPr>
          <a:xfrm>
            <a:off x="1676402" y="3565526"/>
            <a:ext cx="6061075" cy="138430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txBody>
          <a:bodyPr>
            <a:spAutoFit/>
          </a:bodyPr>
          <a:lstStyle/>
          <a:p>
            <a:pPr eaLnBrk="1" hangingPunct="1">
              <a:defRPr/>
            </a:pPr>
            <a:r>
              <a:rPr kumimoji="1" lang="zh-CN" altLang="en-US" sz="2800" b="1" dirty="0">
                <a:effectLst>
                  <a:outerShdw blurRad="38100" dist="38100" dir="2700000" algn="tl">
                    <a:srgbClr val="C0C0C0"/>
                  </a:outerShdw>
                </a:effectLst>
              </a:rPr>
              <a:t>这两组截交线的交点既是辅助平面上的点，又是两回转体表面上的点，是</a:t>
            </a:r>
            <a:r>
              <a:rPr kumimoji="1" lang="zh-CN" altLang="en-US" sz="2800" b="1" dirty="0">
                <a:solidFill>
                  <a:srgbClr val="FF0066"/>
                </a:solidFill>
                <a:effectLst>
                  <a:outerShdw blurRad="38100" dist="38100" dir="2700000" algn="tl">
                    <a:srgbClr val="C0C0C0"/>
                  </a:outerShdw>
                </a:effectLst>
              </a:rPr>
              <a:t>三面共有点，即相贯线上的点。</a:t>
            </a:r>
            <a:endParaRPr lang="zh-CN" altLang="en-US" sz="2800" dirty="0"/>
          </a:p>
        </p:txBody>
      </p:sp>
      <p:sp>
        <p:nvSpPr>
          <p:cNvPr id="44" name="Text Box 8"/>
          <p:cNvSpPr txBox="1">
            <a:spLocks noChangeArrowheads="1"/>
          </p:cNvSpPr>
          <p:nvPr/>
        </p:nvSpPr>
        <p:spPr bwMode="auto">
          <a:xfrm>
            <a:off x="1676403" y="5013325"/>
            <a:ext cx="8823324" cy="1816100"/>
          </a:xfrm>
          <a:prstGeom prst="rect">
            <a:avLst/>
          </a:prstGeom>
          <a:solidFill>
            <a:schemeClr val="accent6">
              <a:lumMod val="40000"/>
              <a:lumOff val="60000"/>
            </a:schemeClr>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kumimoji="1" lang="zh-CN" altLang="en-US" sz="2800" b="1" dirty="0">
                <a:solidFill>
                  <a:srgbClr val="FF0066"/>
                </a:solidFill>
              </a:rPr>
              <a:t>选择辅助平面的原则：</a:t>
            </a:r>
            <a:endParaRPr kumimoji="1" lang="en-US" altLang="zh-CN" sz="2800" b="1" dirty="0">
              <a:solidFill>
                <a:srgbClr val="FF0066"/>
              </a:solidFill>
            </a:endParaRPr>
          </a:p>
          <a:p>
            <a:pPr eaLnBrk="1" hangingPunct="1">
              <a:defRPr/>
            </a:pPr>
            <a:r>
              <a:rPr kumimoji="1" lang="zh-CN" altLang="en-US" sz="2800" b="1" dirty="0">
                <a:latin typeface="宋体" panose="02010600030101010101" pitchFamily="2" charset="-122"/>
              </a:rPr>
              <a:t>★ </a:t>
            </a:r>
            <a:r>
              <a:rPr kumimoji="1" lang="zh-CN" altLang="en-US" sz="2800" b="1" dirty="0"/>
              <a:t>应位于两回转体的共有区域内</a:t>
            </a:r>
            <a:endParaRPr kumimoji="1" lang="en-US" altLang="zh-CN" sz="2800" b="1" dirty="0"/>
          </a:p>
          <a:p>
            <a:pPr eaLnBrk="1" hangingPunct="1">
              <a:defRPr/>
            </a:pPr>
            <a:r>
              <a:rPr kumimoji="1" lang="zh-CN" altLang="en-US" sz="2800" b="1" dirty="0">
                <a:latin typeface="宋体" panose="02010600030101010101" pitchFamily="2" charset="-122"/>
              </a:rPr>
              <a:t>★ </a:t>
            </a:r>
            <a:r>
              <a:rPr kumimoji="1" lang="zh-CN" altLang="en-US" sz="2800" b="1" dirty="0"/>
              <a:t>一般选择特殊位置平面，使截交线的投影是简单易画的形式，如直线或圆</a:t>
            </a:r>
            <a:r>
              <a:rPr kumimoji="1" lang="en-US" altLang="zh-CN" sz="2800" b="1" dirty="0"/>
              <a:t>(</a:t>
            </a:r>
            <a:r>
              <a:rPr kumimoji="1" lang="zh-CN" altLang="en-US" sz="2800" b="1" dirty="0"/>
              <a:t>圆弧</a:t>
            </a:r>
            <a:r>
              <a:rPr kumimoji="1" lang="en-US" altLang="zh-CN" sz="2800" b="1" dirty="0"/>
              <a:t>)</a:t>
            </a:r>
            <a:r>
              <a:rPr kumimoji="1" lang="zh-CN" altLang="en-US" sz="2800" b="1"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6747">
                                            <p:txEl>
                                              <p:pRg st="0" end="0"/>
                                            </p:txEl>
                                          </p:spTgt>
                                        </p:tgtEl>
                                        <p:attrNameLst>
                                          <p:attrName>style.visibility</p:attrName>
                                        </p:attrNameLst>
                                      </p:cBhvr>
                                      <p:to>
                                        <p:strVal val="visible"/>
                                      </p:to>
                                    </p:set>
                                    <p:animEffect transition="in" filter="wipe(left)">
                                      <p:cBhvr>
                                        <p:cTn id="7" dur="500"/>
                                        <p:tgtEl>
                                          <p:spTgt spid="1167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6746"/>
                                        </p:tgtEl>
                                        <p:attrNameLst>
                                          <p:attrName>style.visibility</p:attrName>
                                        </p:attrNameLst>
                                      </p:cBhvr>
                                      <p:to>
                                        <p:strVal val="visible"/>
                                      </p:to>
                                    </p:set>
                                    <p:animEffect transition="in" filter="wipe(left)">
                                      <p:cBhvr>
                                        <p:cTn id="12" dur="500"/>
                                        <p:tgtEl>
                                          <p:spTgt spid="1167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1+#ppt_w/2"/>
                                          </p:val>
                                        </p:tav>
                                        <p:tav tm="100000">
                                          <p:val>
                                            <p:strVal val="#ppt_x"/>
                                          </p:val>
                                        </p:tav>
                                      </p:tavLst>
                                    </p:anim>
                                    <p:anim calcmode="lin" valueType="num">
                                      <p:cBhvr additive="base">
                                        <p:cTn id="18" dur="500" fill="hold"/>
                                        <p:tgtEl>
                                          <p:spTgt spid="12"/>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500"/>
                            </p:stCondLst>
                            <p:childTnLst>
                              <p:par>
                                <p:cTn id="20" presetID="1" presetClass="exit" presetSubtype="0" fill="hold" grpId="1" nodeType="afterEffect">
                                  <p:stCondLst>
                                    <p:cond delay="0"/>
                                  </p:stCondLst>
                                  <p:childTnLst>
                                    <p:set>
                                      <p:cBhvr>
                                        <p:cTn id="21" dur="1" fill="hold">
                                          <p:stCondLst>
                                            <p:cond delay="0"/>
                                          </p:stCondLst>
                                        </p:cTn>
                                        <p:tgtEl>
                                          <p:spTgt spid="12"/>
                                        </p:tgtEl>
                                        <p:attrNameLst>
                                          <p:attrName>style.visibility</p:attrName>
                                        </p:attrNameLst>
                                      </p:cBhvr>
                                      <p:to>
                                        <p:strVal val="hidden"/>
                                      </p:to>
                                    </p:set>
                                  </p:childTnLst>
                                </p:cTn>
                              </p:par>
                            </p:childTnLst>
                          </p:cTn>
                        </p:par>
                        <p:par>
                          <p:cTn id="22" fill="hold" nodeType="afterGroup">
                            <p:stCondLst>
                              <p:cond delay="500"/>
                            </p:stCondLst>
                            <p:childTnLst>
                              <p:par>
                                <p:cTn id="23" presetID="1" presetClass="entr" presetSubtype="0"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wipe(left)">
                                      <p:cBhvr>
                                        <p:cTn id="29" dur="500"/>
                                        <p:tgtEl>
                                          <p:spTgt spid="5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left)">
                                      <p:cBhvr>
                                        <p:cTn id="34" dur="500"/>
                                        <p:tgtEl>
                                          <p:spTgt spid="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fade">
                                      <p:cBhvr>
                                        <p:cTn id="39" dur="1000"/>
                                        <p:tgtEl>
                                          <p:spTgt spid="55"/>
                                        </p:tgtEl>
                                      </p:cBhvr>
                                    </p:animEffect>
                                    <p:anim calcmode="lin" valueType="num">
                                      <p:cBhvr>
                                        <p:cTn id="40" dur="1000" fill="hold"/>
                                        <p:tgtEl>
                                          <p:spTgt spid="55"/>
                                        </p:tgtEl>
                                        <p:attrNameLst>
                                          <p:attrName>ppt_x</p:attrName>
                                        </p:attrNameLst>
                                      </p:cBhvr>
                                      <p:tavLst>
                                        <p:tav tm="0">
                                          <p:val>
                                            <p:strVal val="#ppt_x"/>
                                          </p:val>
                                        </p:tav>
                                        <p:tav tm="100000">
                                          <p:val>
                                            <p:strVal val="#ppt_x"/>
                                          </p:val>
                                        </p:tav>
                                      </p:tavLst>
                                    </p:anim>
                                    <p:anim calcmode="lin" valueType="num">
                                      <p:cBhvr>
                                        <p:cTn id="41"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16" presetClass="entr" presetSubtype="37"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barn(outVertical)">
                                      <p:cBhvr>
                                        <p:cTn id="46" dur="500"/>
                                        <p:tgtEl>
                                          <p:spTgt spid="1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wipe(left)">
                                      <p:cBhvr>
                                        <p:cTn id="5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6" grpId="0"/>
      <p:bldP spid="116747" grpId="0" build="p"/>
      <p:bldP spid="54" grpId="0"/>
      <p:bldP spid="12" grpId="0" animBg="1"/>
      <p:bldP spid="12" grpId="1" animBg="1"/>
      <p:bldP spid="13" grpId="0" animBg="1"/>
      <p:bldP spid="55" grpId="0" animBg="1"/>
      <p:bldP spid="4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p:cNvSpPr txBox="1">
            <a:spLocks noChangeArrowheads="1"/>
          </p:cNvSpPr>
          <p:nvPr/>
        </p:nvSpPr>
        <p:spPr bwMode="auto">
          <a:xfrm>
            <a:off x="1614488" y="622579"/>
            <a:ext cx="6000750" cy="519112"/>
          </a:xfrm>
          <a:prstGeom prst="rect">
            <a:avLst/>
          </a:prstGeom>
          <a:noFill/>
          <a:ln w="9525">
            <a:noFill/>
            <a:miter lim="800000"/>
            <a:headEnd/>
            <a:tailEnd/>
          </a:ln>
          <a:effectLst/>
        </p:spPr>
        <p:txBody>
          <a:bodyPr>
            <a:spAutoFit/>
          </a:bodyPr>
          <a:lstStyle/>
          <a:p>
            <a:pPr eaLnBrk="1" hangingPunct="1">
              <a:defRPr/>
            </a:pPr>
            <a:r>
              <a:rPr kumimoji="1" lang="zh-CN" altLang="en-US" sz="2800" b="1" dirty="0">
                <a:effectLst>
                  <a:outerShdw blurRad="38100" dist="38100" dir="2700000" algn="tl">
                    <a:srgbClr val="C0C0C0"/>
                  </a:outerShdw>
                </a:effectLst>
                <a:latin typeface="黑体" panose="02010609060101010101" pitchFamily="49" charset="-122"/>
                <a:ea typeface="黑体" panose="02010609060101010101" pitchFamily="49" charset="-122"/>
              </a:rPr>
              <a:t>例：求作圆柱与圆锥相贯线的投影</a:t>
            </a:r>
            <a:r>
              <a:rPr kumimoji="1" lang="zh-CN" altLang="en-US" sz="2800" dirty="0">
                <a:latin typeface="黑体" panose="02010609060101010101" pitchFamily="49" charset="-122"/>
                <a:ea typeface="黑体" panose="02010609060101010101" pitchFamily="49" charset="-122"/>
              </a:rPr>
              <a:t> </a:t>
            </a:r>
            <a:r>
              <a:rPr kumimoji="1" lang="zh-CN" altLang="en-US" sz="2800" b="1" dirty="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39939" name="Rectangle 3"/>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9940" name="Rectangle 4"/>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9941" name="Rectangle 5"/>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9942" name="Rectangle 6"/>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9943" name="Rectangle 7"/>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39944" name="Rectangle 8"/>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119817" name="Text Box 9"/>
          <p:cNvSpPr txBox="1">
            <a:spLocks noChangeArrowheads="1"/>
          </p:cNvSpPr>
          <p:nvPr/>
        </p:nvSpPr>
        <p:spPr bwMode="auto">
          <a:xfrm>
            <a:off x="6096001" y="1376363"/>
            <a:ext cx="1871663" cy="519112"/>
          </a:xfrm>
          <a:prstGeom prst="rect">
            <a:avLst/>
          </a:prstGeom>
          <a:noFill/>
          <a:ln w="9525">
            <a:noFill/>
            <a:miter lim="800000"/>
            <a:headEnd/>
            <a:tailEnd/>
          </a:ln>
          <a:effectLst/>
        </p:spPr>
        <p:txBody>
          <a:bodyPr>
            <a:spAutoFit/>
          </a:bodyPr>
          <a:lstStyle/>
          <a:p>
            <a:pPr eaLnBrk="1" hangingPunct="1">
              <a:defRPr/>
            </a:pPr>
            <a:r>
              <a:rPr kumimoji="1" lang="zh-CN" altLang="en-US" sz="2800" b="1" dirty="0">
                <a:solidFill>
                  <a:srgbClr val="FF0066"/>
                </a:solidFill>
                <a:effectLst>
                  <a:outerShdw blurRad="38100" dist="38100" dir="2700000" algn="tl">
                    <a:srgbClr val="C0C0C0"/>
                  </a:outerShdw>
                </a:effectLst>
              </a:rPr>
              <a:t>分析：</a:t>
            </a:r>
            <a:endParaRPr kumimoji="1" lang="zh-CN" altLang="en-US" sz="2800" b="1" dirty="0">
              <a:effectLst>
                <a:outerShdw blurRad="38100" dist="38100" dir="2700000" algn="tl">
                  <a:srgbClr val="C0C0C0"/>
                </a:outerShdw>
              </a:effectLst>
            </a:endParaRPr>
          </a:p>
        </p:txBody>
      </p:sp>
      <p:sp>
        <p:nvSpPr>
          <p:cNvPr id="119818" name="Text Box 10"/>
          <p:cNvSpPr txBox="1">
            <a:spLocks noChangeArrowheads="1"/>
          </p:cNvSpPr>
          <p:nvPr/>
        </p:nvSpPr>
        <p:spPr bwMode="auto">
          <a:xfrm>
            <a:off x="6059488" y="1971676"/>
            <a:ext cx="4572000" cy="830263"/>
          </a:xfrm>
          <a:prstGeom prst="rect">
            <a:avLst/>
          </a:prstGeom>
          <a:noFill/>
          <a:ln w="9525">
            <a:noFill/>
            <a:miter lim="800000"/>
            <a:headEnd/>
            <a:tailEnd/>
          </a:ln>
          <a:effectLst/>
        </p:spPr>
        <p:txBody>
          <a:bodyPr wrap="square">
            <a:spAutoFit/>
          </a:bodyPr>
          <a:lstStyle/>
          <a:p>
            <a:pPr eaLnBrk="1" hangingPunct="1">
              <a:defRPr/>
            </a:pPr>
            <a:r>
              <a:rPr kumimoji="1" lang="zh-CN" altLang="en-US" sz="2400" b="1" dirty="0">
                <a:effectLst>
                  <a:outerShdw blurRad="38100" dist="38100" dir="2700000" algn="tl">
                    <a:srgbClr val="C0C0C0"/>
                  </a:outerShdw>
                </a:effectLst>
              </a:rPr>
              <a:t>圆柱与圆锥轴线正交，相贯线是一条前后对称的空间曲线。</a:t>
            </a:r>
          </a:p>
        </p:txBody>
      </p:sp>
      <p:sp>
        <p:nvSpPr>
          <p:cNvPr id="12" name="矩形 11"/>
          <p:cNvSpPr/>
          <p:nvPr/>
        </p:nvSpPr>
        <p:spPr>
          <a:xfrm>
            <a:off x="6024562" y="3789363"/>
            <a:ext cx="4751957" cy="2678112"/>
          </a:xfrm>
          <a:prstGeom prst="rect">
            <a:avLst/>
          </a:prstGeom>
        </p:spPr>
        <p:txBody>
          <a:bodyPr wrap="square">
            <a:spAutoFit/>
          </a:bodyPr>
          <a:lstStyle/>
          <a:p>
            <a:pPr eaLnBrk="1" hangingPunct="1">
              <a:defRPr/>
            </a:pPr>
            <a:r>
              <a:rPr kumimoji="1" lang="zh-CN" altLang="en-US" sz="2400" b="1" dirty="0">
                <a:effectLst>
                  <a:outerShdw blurRad="38100" dist="38100" dir="2700000" algn="tl">
                    <a:srgbClr val="C0C0C0"/>
                  </a:outerShdw>
                </a:effectLst>
              </a:rPr>
              <a:t>选择辅助平面时，选</a:t>
            </a:r>
            <a:r>
              <a:rPr kumimoji="1" lang="zh-CN" altLang="en-US" sz="2400" b="1" dirty="0">
                <a:solidFill>
                  <a:srgbClr val="FF0066"/>
                </a:solidFill>
                <a:effectLst>
                  <a:outerShdw blurRad="38100" dist="38100" dir="2700000" algn="tl">
                    <a:srgbClr val="C0C0C0"/>
                  </a:outerShdw>
                </a:effectLst>
              </a:rPr>
              <a:t>过锥顶的正平面</a:t>
            </a:r>
            <a:r>
              <a:rPr kumimoji="1" lang="zh-CN" altLang="en-US" sz="2400" b="1" dirty="0">
                <a:effectLst>
                  <a:outerShdw blurRad="38100" dist="38100" dir="2700000" algn="tl">
                    <a:srgbClr val="C0C0C0"/>
                  </a:outerShdw>
                </a:effectLst>
              </a:rPr>
              <a:t>，其与圆柱面的交线为圆柱面、圆锥面的交线均为正面投影的轮廓线。用</a:t>
            </a:r>
            <a:r>
              <a:rPr kumimoji="1" lang="zh-CN" altLang="en-US" sz="2400" b="1" dirty="0">
                <a:solidFill>
                  <a:srgbClr val="FF0066"/>
                </a:solidFill>
                <a:effectLst>
                  <a:outerShdw blurRad="38100" dist="38100" dir="2700000" algn="tl">
                    <a:srgbClr val="C0C0C0"/>
                  </a:outerShdw>
                </a:effectLst>
              </a:rPr>
              <a:t>一系列的水平面</a:t>
            </a:r>
            <a:r>
              <a:rPr kumimoji="1" lang="zh-CN" altLang="en-US" sz="2400" b="1" dirty="0">
                <a:effectLst>
                  <a:outerShdw blurRad="38100" dist="38100" dir="2700000" algn="tl">
                    <a:srgbClr val="C0C0C0"/>
                  </a:outerShdw>
                </a:effectLst>
              </a:rPr>
              <a:t>，其与圆柱面的交线为圆柱面上的素线，与圆锥面的交线为水平圆。其投影均简单易画。</a:t>
            </a:r>
          </a:p>
        </p:txBody>
      </p:sp>
      <p:sp>
        <p:nvSpPr>
          <p:cNvPr id="13" name="矩形 12"/>
          <p:cNvSpPr/>
          <p:nvPr/>
        </p:nvSpPr>
        <p:spPr>
          <a:xfrm>
            <a:off x="6043612" y="2867026"/>
            <a:ext cx="4587875" cy="830263"/>
          </a:xfrm>
          <a:prstGeom prst="rect">
            <a:avLst/>
          </a:prstGeom>
        </p:spPr>
        <p:txBody>
          <a:bodyPr wrap="square">
            <a:spAutoFit/>
          </a:bodyPr>
          <a:lstStyle/>
          <a:p>
            <a:pPr eaLnBrk="1" hangingPunct="1">
              <a:defRPr/>
            </a:pPr>
            <a:r>
              <a:rPr kumimoji="1" lang="zh-CN" altLang="en-US" sz="2400" b="1" dirty="0">
                <a:effectLst>
                  <a:outerShdw blurRad="38100" dist="38100" dir="2700000" algn="tl">
                    <a:srgbClr val="C0C0C0"/>
                  </a:outerShdw>
                </a:effectLst>
              </a:rPr>
              <a:t>圆柱的侧面投影积聚为圆，</a:t>
            </a:r>
            <a:r>
              <a:rPr kumimoji="1" lang="zh-CN" altLang="en-US" sz="2400" b="1" dirty="0">
                <a:solidFill>
                  <a:srgbClr val="FF0066"/>
                </a:solidFill>
                <a:effectLst>
                  <a:outerShdw blurRad="38100" dist="38100" dir="2700000" algn="tl">
                    <a:srgbClr val="C0C0C0"/>
                  </a:outerShdw>
                </a:effectLst>
              </a:rPr>
              <a:t>相贯线的侧面投影</a:t>
            </a:r>
            <a:r>
              <a:rPr kumimoji="1" lang="zh-CN" altLang="en-US" sz="2400" b="1" dirty="0">
                <a:effectLst>
                  <a:outerShdw blurRad="38100" dist="38100" dir="2700000" algn="tl">
                    <a:srgbClr val="C0C0C0"/>
                  </a:outerShdw>
                </a:effectLst>
              </a:rPr>
              <a:t>就在此圆上。</a:t>
            </a:r>
          </a:p>
        </p:txBody>
      </p:sp>
      <p:pic>
        <p:nvPicPr>
          <p:cNvPr id="3" name="图片 2"/>
          <p:cNvPicPr>
            <a:picLocks noChangeAspect="1"/>
          </p:cNvPicPr>
          <p:nvPr/>
        </p:nvPicPr>
        <p:blipFill>
          <a:blip r:embed="rId2"/>
          <a:srcRect/>
          <a:stretch>
            <a:fillRect/>
          </a:stretch>
        </p:blipFill>
        <p:spPr bwMode="auto">
          <a:xfrm>
            <a:off x="1595438" y="1749425"/>
            <a:ext cx="3810000" cy="3562350"/>
          </a:xfrm>
          <a:prstGeom prst="rect">
            <a:avLst/>
          </a:prstGeom>
          <a:noFill/>
          <a:ln w="9525">
            <a:noFill/>
            <a:miter lim="800000"/>
            <a:headEnd/>
            <a:tailEnd/>
          </a:ln>
        </p:spPr>
      </p:pic>
      <p:pic>
        <p:nvPicPr>
          <p:cNvPr id="39950" name="图片 1"/>
          <p:cNvPicPr>
            <a:picLocks noChangeAspect="1"/>
          </p:cNvPicPr>
          <p:nvPr/>
        </p:nvPicPr>
        <p:blipFill>
          <a:blip r:embed="rId3"/>
          <a:srcRect/>
          <a:stretch>
            <a:fillRect/>
          </a:stretch>
        </p:blipFill>
        <p:spPr bwMode="auto">
          <a:xfrm>
            <a:off x="3803650" y="4076701"/>
            <a:ext cx="2317750" cy="2493963"/>
          </a:xfrm>
          <a:prstGeom prst="rect">
            <a:avLst/>
          </a:prstGeom>
          <a:noFill/>
          <a:ln w="9525">
            <a:noFill/>
            <a:miter lim="800000"/>
            <a:headEnd/>
            <a:tailEnd/>
          </a:ln>
        </p:spPr>
      </p:pic>
      <p:sp>
        <p:nvSpPr>
          <p:cNvPr id="17" name="椭圆 16"/>
          <p:cNvSpPr>
            <a:spLocks noChangeArrowheads="1"/>
          </p:cNvSpPr>
          <p:nvPr/>
        </p:nvSpPr>
        <p:spPr bwMode="auto">
          <a:xfrm>
            <a:off x="4276726" y="2422525"/>
            <a:ext cx="676275" cy="679450"/>
          </a:xfrm>
          <a:prstGeom prst="ellipse">
            <a:avLst/>
          </a:prstGeom>
          <a:noFill/>
          <a:ln w="44450">
            <a:solidFill>
              <a:srgbClr val="FF0000"/>
            </a:solidFill>
            <a:miter lim="800000"/>
            <a:headEnd/>
            <a:tailEnd/>
          </a:ln>
        </p:spPr>
        <p:txBody>
          <a:bodyPr anchor="ctr"/>
          <a:lstStyle/>
          <a:p>
            <a:pPr algn="ctr" eaLnBrk="1" hangingPunct="1"/>
            <a:endParaRPr lang="zh-CN" altLang="en-US" sz="3600">
              <a:solidFill>
                <a:schemeClr val="tx2"/>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810"/>
                                        </p:tgtEl>
                                        <p:attrNameLst>
                                          <p:attrName>style.visibility</p:attrName>
                                        </p:attrNameLst>
                                      </p:cBhvr>
                                      <p:to>
                                        <p:strVal val="visible"/>
                                      </p:to>
                                    </p:set>
                                    <p:animEffect transition="in" filter="wipe(left)">
                                      <p:cBhvr>
                                        <p:cTn id="7" dur="500"/>
                                        <p:tgtEl>
                                          <p:spTgt spid="1198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9817"/>
                                        </p:tgtEl>
                                        <p:attrNameLst>
                                          <p:attrName>style.visibility</p:attrName>
                                        </p:attrNameLst>
                                      </p:cBhvr>
                                      <p:to>
                                        <p:strVal val="visible"/>
                                      </p:to>
                                    </p:set>
                                    <p:animEffect transition="in" filter="wipe(left)">
                                      <p:cBhvr>
                                        <p:cTn id="18" dur="500"/>
                                        <p:tgtEl>
                                          <p:spTgt spid="11981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9818"/>
                                        </p:tgtEl>
                                        <p:attrNameLst>
                                          <p:attrName>style.visibility</p:attrName>
                                        </p:attrNameLst>
                                      </p:cBhvr>
                                      <p:to>
                                        <p:strVal val="visible"/>
                                      </p:to>
                                    </p:set>
                                    <p:animEffect transition="in" filter="wipe(left)">
                                      <p:cBhvr>
                                        <p:cTn id="23" dur="500"/>
                                        <p:tgtEl>
                                          <p:spTgt spid="11981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left)">
                                      <p:cBhvr>
                                        <p:cTn id="28" dur="500"/>
                                        <p:tgtEl>
                                          <p:spTgt spid="1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heel(1)">
                                      <p:cBhvr>
                                        <p:cTn id="33" dur="1000"/>
                                        <p:tgtEl>
                                          <p:spTgt spid="1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up)">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p:bldP spid="119817" grpId="0"/>
      <p:bldP spid="119818" grpId="0"/>
      <p:bldP spid="12" grpId="0"/>
      <p:bldP spid="13" grpId="0"/>
      <p:bldP spid="1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0964" name="Rectangle 4"/>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0965" name="Rectangle 5"/>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0966" name="Rectangle 6"/>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0967" name="Rectangle 7"/>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0968" name="Rectangle 8"/>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16" name="Text Box 9"/>
          <p:cNvSpPr txBox="1">
            <a:spLocks noChangeArrowheads="1"/>
          </p:cNvSpPr>
          <p:nvPr/>
        </p:nvSpPr>
        <p:spPr bwMode="auto">
          <a:xfrm>
            <a:off x="6707188" y="1762125"/>
            <a:ext cx="3960812" cy="831850"/>
          </a:xfrm>
          <a:prstGeom prst="rect">
            <a:avLst/>
          </a:prstGeom>
          <a:noFill/>
          <a:ln w="9525">
            <a:noFill/>
            <a:miter lim="800000"/>
            <a:headEnd/>
            <a:tailEnd/>
          </a:ln>
          <a:effectLst/>
        </p:spPr>
        <p:txBody>
          <a:bodyPr>
            <a:spAutoFit/>
          </a:bodyPr>
          <a:lstStyle/>
          <a:p>
            <a:pPr eaLnBrk="1" hangingPunct="1">
              <a:defRPr/>
            </a:pPr>
            <a:r>
              <a:rPr kumimoji="1" lang="en-US" altLang="zh-CN" sz="2400" b="1" dirty="0">
                <a:effectLst>
                  <a:outerShdw blurRad="38100" dist="38100" dir="2700000" algn="tl">
                    <a:srgbClr val="C0C0C0"/>
                  </a:outerShdw>
                </a:effectLst>
              </a:rPr>
              <a:t>1.</a:t>
            </a:r>
            <a:r>
              <a:rPr kumimoji="1" lang="zh-CN" altLang="en-US" sz="2400" b="1" dirty="0"/>
              <a:t>求相贯线上特殊点的投影。</a:t>
            </a:r>
            <a:r>
              <a:rPr kumimoji="1" lang="zh-CN" altLang="en-US" sz="2400" b="1" dirty="0">
                <a:solidFill>
                  <a:srgbClr val="FF0066"/>
                </a:solidFill>
              </a:rPr>
              <a:t>过锥顶作辅助正平面</a:t>
            </a:r>
            <a:r>
              <a:rPr kumimoji="1" lang="en-US" altLang="zh-CN" sz="2400" b="1" i="1" dirty="0">
                <a:solidFill>
                  <a:srgbClr val="FF0066"/>
                </a:solidFill>
              </a:rPr>
              <a:t>Q</a:t>
            </a:r>
            <a:endParaRPr kumimoji="1" lang="zh-CN" altLang="en-US" sz="2400" dirty="0"/>
          </a:p>
        </p:txBody>
      </p:sp>
      <p:pic>
        <p:nvPicPr>
          <p:cNvPr id="40970" name="图片 3"/>
          <p:cNvPicPr>
            <a:picLocks noChangeAspect="1"/>
          </p:cNvPicPr>
          <p:nvPr/>
        </p:nvPicPr>
        <p:blipFill>
          <a:blip r:embed="rId2"/>
          <a:srcRect/>
          <a:stretch>
            <a:fillRect/>
          </a:stretch>
        </p:blipFill>
        <p:spPr bwMode="auto">
          <a:xfrm>
            <a:off x="1731964" y="1412876"/>
            <a:ext cx="3895725" cy="3629025"/>
          </a:xfrm>
          <a:prstGeom prst="rect">
            <a:avLst/>
          </a:prstGeom>
          <a:noFill/>
          <a:ln w="9525">
            <a:noFill/>
            <a:miter lim="800000"/>
            <a:headEnd/>
            <a:tailEnd/>
          </a:ln>
        </p:spPr>
      </p:pic>
      <p:pic>
        <p:nvPicPr>
          <p:cNvPr id="5" name="图片 4"/>
          <p:cNvPicPr>
            <a:picLocks noChangeAspect="1"/>
          </p:cNvPicPr>
          <p:nvPr/>
        </p:nvPicPr>
        <p:blipFill>
          <a:blip r:embed="rId3"/>
          <a:srcRect/>
          <a:stretch>
            <a:fillRect/>
          </a:stretch>
        </p:blipFill>
        <p:spPr bwMode="auto">
          <a:xfrm>
            <a:off x="4791075" y="1303339"/>
            <a:ext cx="476250" cy="314325"/>
          </a:xfrm>
          <a:prstGeom prst="rect">
            <a:avLst/>
          </a:prstGeom>
          <a:noFill/>
          <a:ln w="9525">
            <a:noFill/>
            <a:miter lim="800000"/>
            <a:headEnd/>
            <a:tailEnd/>
          </a:ln>
        </p:spPr>
      </p:pic>
      <p:cxnSp>
        <p:nvCxnSpPr>
          <p:cNvPr id="8" name="直接连接符 7"/>
          <p:cNvCxnSpPr/>
          <p:nvPr/>
        </p:nvCxnSpPr>
        <p:spPr>
          <a:xfrm>
            <a:off x="2454275" y="2817814"/>
            <a:ext cx="0" cy="1366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2835275" y="2133600"/>
            <a:ext cx="0" cy="2014538"/>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 Box 41"/>
          <p:cNvSpPr txBox="1">
            <a:spLocks noChangeArrowheads="1"/>
          </p:cNvSpPr>
          <p:nvPr/>
        </p:nvSpPr>
        <p:spPr bwMode="auto">
          <a:xfrm>
            <a:off x="2297113" y="4022726"/>
            <a:ext cx="214312" cy="246063"/>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25" name="Text Box 41"/>
          <p:cNvSpPr txBox="1">
            <a:spLocks noChangeArrowheads="1"/>
          </p:cNvSpPr>
          <p:nvPr/>
        </p:nvSpPr>
        <p:spPr bwMode="auto">
          <a:xfrm>
            <a:off x="2681288" y="4033838"/>
            <a:ext cx="214312"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cxnSp>
        <p:nvCxnSpPr>
          <p:cNvPr id="10" name="直接连接符 9"/>
          <p:cNvCxnSpPr/>
          <p:nvPr/>
        </p:nvCxnSpPr>
        <p:spPr>
          <a:xfrm>
            <a:off x="2819401" y="2133600"/>
            <a:ext cx="19716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2454275" y="2808288"/>
            <a:ext cx="2336800"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6721475" y="2593976"/>
            <a:ext cx="3803650" cy="461963"/>
          </a:xfrm>
          <a:prstGeom prst="rect">
            <a:avLst/>
          </a:prstGeom>
          <a:noFill/>
        </p:spPr>
        <p:txBody>
          <a:bodyPr>
            <a:spAutoFit/>
          </a:bodyPr>
          <a:lstStyle/>
          <a:p>
            <a:pPr eaLnBrk="1" hangingPunct="1">
              <a:defRPr/>
            </a:pPr>
            <a:r>
              <a:rPr kumimoji="1" lang="zh-CN" altLang="en-US" sz="2400" b="1" dirty="0">
                <a:solidFill>
                  <a:srgbClr val="FF0000"/>
                </a:solidFill>
                <a:latin typeface="+mn-ea"/>
                <a:ea typeface="+mn-ea"/>
              </a:rPr>
              <a:t>过圆柱轴线作辅助水平面</a:t>
            </a:r>
            <a:r>
              <a:rPr kumimoji="1" lang="en-US" altLang="zh-CN" sz="2400" b="1" i="1" dirty="0">
                <a:solidFill>
                  <a:srgbClr val="FF0000"/>
                </a:solidFill>
                <a:latin typeface="+mn-ea"/>
                <a:ea typeface="+mn-ea"/>
              </a:rPr>
              <a:t>P</a:t>
            </a:r>
            <a:endParaRPr lang="zh-CN" altLang="en-US" sz="2400" dirty="0">
              <a:solidFill>
                <a:srgbClr val="FF0000"/>
              </a:solidFill>
              <a:latin typeface="+mn-ea"/>
              <a:ea typeface="+mn-ea"/>
            </a:endParaRPr>
          </a:p>
        </p:txBody>
      </p:sp>
      <p:cxnSp>
        <p:nvCxnSpPr>
          <p:cNvPr id="32" name="直接连接符 31"/>
          <p:cNvCxnSpPr/>
          <p:nvPr/>
        </p:nvCxnSpPr>
        <p:spPr>
          <a:xfrm>
            <a:off x="2809875" y="2481263"/>
            <a:ext cx="2338388" cy="0"/>
          </a:xfrm>
          <a:prstGeom prst="line">
            <a:avLst/>
          </a:prstGeom>
          <a:ln>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568700" y="2457451"/>
            <a:ext cx="0" cy="1692275"/>
          </a:xfrm>
          <a:prstGeom prst="line">
            <a:avLst/>
          </a:prstGeom>
          <a:ln>
            <a:solidFill>
              <a:srgbClr val="FF00FF"/>
            </a:solidFill>
          </a:ln>
        </p:spPr>
        <p:style>
          <a:lnRef idx="1">
            <a:schemeClr val="accent1"/>
          </a:lnRef>
          <a:fillRef idx="0">
            <a:schemeClr val="accent1"/>
          </a:fillRef>
          <a:effectRef idx="0">
            <a:schemeClr val="accent1"/>
          </a:effectRef>
          <a:fontRef idx="minor">
            <a:schemeClr val="tx1"/>
          </a:fontRef>
        </p:style>
      </p:cxnSp>
      <p:sp>
        <p:nvSpPr>
          <p:cNvPr id="34" name="椭圆 33"/>
          <p:cNvSpPr>
            <a:spLocks noChangeArrowheads="1"/>
          </p:cNvSpPr>
          <p:nvPr/>
        </p:nvSpPr>
        <p:spPr bwMode="auto">
          <a:xfrm>
            <a:off x="2641600" y="3690939"/>
            <a:ext cx="927100" cy="923925"/>
          </a:xfrm>
          <a:prstGeom prst="ellipse">
            <a:avLst/>
          </a:prstGeom>
          <a:noFill/>
          <a:ln w="9525">
            <a:solidFill>
              <a:srgbClr val="FF00FF"/>
            </a:solidFill>
            <a:miter lim="800000"/>
            <a:headEnd/>
            <a:tailEnd/>
          </a:ln>
        </p:spPr>
        <p:txBody>
          <a:bodyPr anchor="ctr"/>
          <a:lstStyle/>
          <a:p>
            <a:pPr algn="ctr" eaLnBrk="1" hangingPunct="1"/>
            <a:endParaRPr lang="zh-CN" altLang="en-US" sz="3600">
              <a:solidFill>
                <a:schemeClr val="tx2"/>
              </a:solidFill>
              <a:latin typeface="宋体" pitchFamily="2" charset="-122"/>
            </a:endParaRPr>
          </a:p>
        </p:txBody>
      </p:sp>
      <p:grpSp>
        <p:nvGrpSpPr>
          <p:cNvPr id="2" name="组合 13"/>
          <p:cNvGrpSpPr>
            <a:grpSpLocks/>
          </p:cNvGrpSpPr>
          <p:nvPr/>
        </p:nvGrpSpPr>
        <p:grpSpPr bwMode="auto">
          <a:xfrm>
            <a:off x="4306888" y="2344739"/>
            <a:ext cx="893762" cy="250825"/>
            <a:chOff x="2782404" y="2345375"/>
            <a:chExt cx="894749" cy="250542"/>
          </a:xfrm>
        </p:grpSpPr>
        <p:sp>
          <p:nvSpPr>
            <p:cNvPr id="41024" name="Text Box 41"/>
            <p:cNvSpPr txBox="1">
              <a:spLocks noChangeArrowheads="1"/>
            </p:cNvSpPr>
            <p:nvPr/>
          </p:nvSpPr>
          <p:spPr bwMode="auto">
            <a:xfrm>
              <a:off x="3463423" y="2345375"/>
              <a:ext cx="213730"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41025" name="Text Box 41"/>
            <p:cNvSpPr txBox="1">
              <a:spLocks noChangeArrowheads="1"/>
            </p:cNvSpPr>
            <p:nvPr/>
          </p:nvSpPr>
          <p:spPr bwMode="auto">
            <a:xfrm>
              <a:off x="2782404" y="2349855"/>
              <a:ext cx="213730"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grpSp>
      <p:grpSp>
        <p:nvGrpSpPr>
          <p:cNvPr id="3" name="组合 37"/>
          <p:cNvGrpSpPr>
            <a:grpSpLocks/>
          </p:cNvGrpSpPr>
          <p:nvPr/>
        </p:nvGrpSpPr>
        <p:grpSpPr bwMode="auto">
          <a:xfrm rot="5400000">
            <a:off x="2347913" y="3973513"/>
            <a:ext cx="895350" cy="250825"/>
            <a:chOff x="2782404" y="2345375"/>
            <a:chExt cx="894749" cy="250542"/>
          </a:xfrm>
        </p:grpSpPr>
        <p:sp>
          <p:nvSpPr>
            <p:cNvPr id="41022" name="Text Box 41"/>
            <p:cNvSpPr txBox="1">
              <a:spLocks noChangeArrowheads="1"/>
            </p:cNvSpPr>
            <p:nvPr/>
          </p:nvSpPr>
          <p:spPr bwMode="auto">
            <a:xfrm>
              <a:off x="3463423" y="2345375"/>
              <a:ext cx="213730"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41023" name="Text Box 41"/>
            <p:cNvSpPr txBox="1">
              <a:spLocks noChangeArrowheads="1"/>
            </p:cNvSpPr>
            <p:nvPr/>
          </p:nvSpPr>
          <p:spPr bwMode="auto">
            <a:xfrm>
              <a:off x="2782404" y="2349855"/>
              <a:ext cx="213730"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grpSp>
      <p:cxnSp>
        <p:nvCxnSpPr>
          <p:cNvPr id="19" name="直接连接符 18"/>
          <p:cNvCxnSpPr/>
          <p:nvPr/>
        </p:nvCxnSpPr>
        <p:spPr>
          <a:xfrm flipV="1">
            <a:off x="4456114" y="2468563"/>
            <a:ext cx="681037" cy="4762"/>
          </a:xfrm>
          <a:prstGeom prst="line">
            <a:avLst/>
          </a:prstGeom>
          <a:ln w="349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1978026" y="3813175"/>
            <a:ext cx="11113" cy="673100"/>
          </a:xfrm>
          <a:prstGeom prst="line">
            <a:avLst/>
          </a:prstGeom>
          <a:ln w="349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2447925" y="3810000"/>
            <a:ext cx="490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441575" y="4486275"/>
            <a:ext cx="490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790825" y="2481264"/>
            <a:ext cx="0" cy="2016125"/>
          </a:xfrm>
          <a:prstGeom prst="line">
            <a:avLst/>
          </a:prstGeom>
          <a:ln>
            <a:solidFill>
              <a:srgbClr val="FF00FF"/>
            </a:solidFill>
          </a:ln>
        </p:spPr>
        <p:style>
          <a:lnRef idx="1">
            <a:schemeClr val="accent1"/>
          </a:lnRef>
          <a:fillRef idx="0">
            <a:schemeClr val="accent1"/>
          </a:fillRef>
          <a:effectRef idx="0">
            <a:schemeClr val="accent1"/>
          </a:effectRef>
          <a:fontRef idx="minor">
            <a:schemeClr val="tx1"/>
          </a:fontRef>
        </p:style>
      </p:cxnSp>
      <p:sp>
        <p:nvSpPr>
          <p:cNvPr id="50" name="Text Box 41"/>
          <p:cNvSpPr txBox="1">
            <a:spLocks noChangeArrowheads="1"/>
          </p:cNvSpPr>
          <p:nvPr/>
        </p:nvSpPr>
        <p:spPr bwMode="auto">
          <a:xfrm>
            <a:off x="2633663" y="2357438"/>
            <a:ext cx="214312"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cxnSp>
        <p:nvCxnSpPr>
          <p:cNvPr id="51" name="直接连接符 50"/>
          <p:cNvCxnSpPr/>
          <p:nvPr/>
        </p:nvCxnSpPr>
        <p:spPr>
          <a:xfrm>
            <a:off x="2511425" y="2276475"/>
            <a:ext cx="2863850"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3452813" y="2271714"/>
            <a:ext cx="0" cy="190817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55" name="椭圆 54"/>
          <p:cNvSpPr>
            <a:spLocks noChangeArrowheads="1"/>
          </p:cNvSpPr>
          <p:nvPr/>
        </p:nvSpPr>
        <p:spPr bwMode="auto">
          <a:xfrm>
            <a:off x="2765425" y="3822700"/>
            <a:ext cx="687388" cy="647700"/>
          </a:xfrm>
          <a:prstGeom prst="ellipse">
            <a:avLst/>
          </a:prstGeom>
          <a:noFill/>
          <a:ln w="9525">
            <a:solidFill>
              <a:srgbClr val="00B050"/>
            </a:solidFill>
            <a:miter lim="800000"/>
            <a:headEnd/>
            <a:tailEnd/>
          </a:ln>
        </p:spPr>
        <p:txBody>
          <a:bodyPr anchor="ctr"/>
          <a:lstStyle/>
          <a:p>
            <a:pPr algn="ctr" eaLnBrk="1" hangingPunct="1"/>
            <a:endParaRPr lang="zh-CN" altLang="en-US" sz="3600">
              <a:solidFill>
                <a:schemeClr val="tx2"/>
              </a:solidFill>
              <a:latin typeface="宋体" pitchFamily="2" charset="-122"/>
            </a:endParaRPr>
          </a:p>
        </p:txBody>
      </p:sp>
      <p:cxnSp>
        <p:nvCxnSpPr>
          <p:cNvPr id="56" name="直接连接符 55"/>
          <p:cNvCxnSpPr/>
          <p:nvPr/>
        </p:nvCxnSpPr>
        <p:spPr>
          <a:xfrm flipV="1">
            <a:off x="4524375" y="2278063"/>
            <a:ext cx="539750" cy="0"/>
          </a:xfrm>
          <a:prstGeom prst="line">
            <a:avLst/>
          </a:prstGeom>
          <a:ln w="34925">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990725" y="3881439"/>
            <a:ext cx="0" cy="541337"/>
          </a:xfrm>
          <a:prstGeom prst="line">
            <a:avLst/>
          </a:prstGeom>
          <a:ln w="34925">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927225" y="3881438"/>
            <a:ext cx="1081088"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1901825" y="4422775"/>
            <a:ext cx="1079500"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61" name="Text Box 41"/>
          <p:cNvSpPr txBox="1">
            <a:spLocks noChangeArrowheads="1"/>
          </p:cNvSpPr>
          <p:nvPr/>
        </p:nvSpPr>
        <p:spPr bwMode="auto">
          <a:xfrm>
            <a:off x="2765426" y="3751263"/>
            <a:ext cx="214313"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62" name="Text Box 41"/>
          <p:cNvSpPr txBox="1">
            <a:spLocks noChangeArrowheads="1"/>
          </p:cNvSpPr>
          <p:nvPr/>
        </p:nvSpPr>
        <p:spPr bwMode="auto">
          <a:xfrm>
            <a:off x="2755901" y="4303713"/>
            <a:ext cx="214313"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cxnSp>
        <p:nvCxnSpPr>
          <p:cNvPr id="63" name="直接连接符 62"/>
          <p:cNvCxnSpPr/>
          <p:nvPr/>
        </p:nvCxnSpPr>
        <p:spPr>
          <a:xfrm>
            <a:off x="2908300" y="2238375"/>
            <a:ext cx="0" cy="2268538"/>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64" name="Text Box 41"/>
          <p:cNvSpPr txBox="1">
            <a:spLocks noChangeArrowheads="1"/>
          </p:cNvSpPr>
          <p:nvPr/>
        </p:nvSpPr>
        <p:spPr bwMode="auto">
          <a:xfrm>
            <a:off x="2755901" y="2151063"/>
            <a:ext cx="214313"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cxnSp>
        <p:nvCxnSpPr>
          <p:cNvPr id="65" name="直接连接符 64"/>
          <p:cNvCxnSpPr/>
          <p:nvPr/>
        </p:nvCxnSpPr>
        <p:spPr>
          <a:xfrm>
            <a:off x="2459039" y="2673350"/>
            <a:ext cx="2865437"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3676650" y="2667001"/>
            <a:ext cx="0" cy="1476375"/>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67" name="椭圆 66"/>
          <p:cNvSpPr>
            <a:spLocks noChangeArrowheads="1"/>
          </p:cNvSpPr>
          <p:nvPr/>
        </p:nvSpPr>
        <p:spPr bwMode="auto">
          <a:xfrm>
            <a:off x="2528888" y="3571876"/>
            <a:ext cx="1149350" cy="1147763"/>
          </a:xfrm>
          <a:prstGeom prst="ellipse">
            <a:avLst/>
          </a:prstGeom>
          <a:noFill/>
          <a:ln w="9525">
            <a:solidFill>
              <a:srgbClr val="00B0F0"/>
            </a:solidFill>
            <a:miter lim="800000"/>
            <a:headEnd/>
            <a:tailEnd/>
          </a:ln>
        </p:spPr>
        <p:txBody>
          <a:bodyPr anchor="ctr"/>
          <a:lstStyle/>
          <a:p>
            <a:pPr algn="ctr" eaLnBrk="1" hangingPunct="1"/>
            <a:endParaRPr lang="zh-CN" altLang="en-US" sz="3600">
              <a:solidFill>
                <a:schemeClr val="tx2"/>
              </a:solidFill>
              <a:latin typeface="宋体" pitchFamily="2" charset="-122"/>
            </a:endParaRPr>
          </a:p>
        </p:txBody>
      </p:sp>
      <p:cxnSp>
        <p:nvCxnSpPr>
          <p:cNvPr id="68" name="直接连接符 67"/>
          <p:cNvCxnSpPr/>
          <p:nvPr/>
        </p:nvCxnSpPr>
        <p:spPr>
          <a:xfrm flipV="1">
            <a:off x="4524375" y="2667000"/>
            <a:ext cx="539750" cy="0"/>
          </a:xfrm>
          <a:prstGeom prst="line">
            <a:avLst/>
          </a:prstGeom>
          <a:ln w="3492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1982788" y="3881438"/>
            <a:ext cx="0" cy="539750"/>
          </a:xfrm>
          <a:prstGeom prst="line">
            <a:avLst/>
          </a:prstGeom>
          <a:ln w="3492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2600325" y="2667000"/>
            <a:ext cx="0" cy="180340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72" name="Text Box 41"/>
          <p:cNvSpPr txBox="1">
            <a:spLocks noChangeArrowheads="1"/>
          </p:cNvSpPr>
          <p:nvPr/>
        </p:nvSpPr>
        <p:spPr bwMode="auto">
          <a:xfrm>
            <a:off x="2447926" y="3756026"/>
            <a:ext cx="214313" cy="246063"/>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73" name="Text Box 41"/>
          <p:cNvSpPr txBox="1">
            <a:spLocks noChangeArrowheads="1"/>
          </p:cNvSpPr>
          <p:nvPr/>
        </p:nvSpPr>
        <p:spPr bwMode="auto">
          <a:xfrm>
            <a:off x="2449513" y="4302126"/>
            <a:ext cx="214312" cy="246063"/>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74" name="Text Box 41"/>
          <p:cNvSpPr txBox="1">
            <a:spLocks noChangeArrowheads="1"/>
          </p:cNvSpPr>
          <p:nvPr/>
        </p:nvSpPr>
        <p:spPr bwMode="auto">
          <a:xfrm>
            <a:off x="2454276" y="2552701"/>
            <a:ext cx="214313" cy="246063"/>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sp>
        <p:nvSpPr>
          <p:cNvPr id="75" name="Text Box 8"/>
          <p:cNvSpPr txBox="1">
            <a:spLocks noChangeArrowheads="1"/>
          </p:cNvSpPr>
          <p:nvPr/>
        </p:nvSpPr>
        <p:spPr bwMode="auto">
          <a:xfrm>
            <a:off x="6694488" y="3167063"/>
            <a:ext cx="3973512" cy="830262"/>
          </a:xfrm>
          <a:prstGeom prst="rect">
            <a:avLst/>
          </a:prstGeom>
          <a:noFill/>
          <a:ln w="9525">
            <a:noFill/>
            <a:miter lim="800000"/>
            <a:headEnd/>
            <a:tailEnd/>
          </a:ln>
          <a:effectLst/>
        </p:spPr>
        <p:txBody>
          <a:bodyPr>
            <a:spAutoFit/>
          </a:bodyPr>
          <a:lstStyle/>
          <a:p>
            <a:pPr eaLnBrk="1" hangingPunct="1">
              <a:defRPr/>
            </a:pPr>
            <a:r>
              <a:rPr kumimoji="1" lang="en-US" altLang="zh-CN" sz="2400" b="1" dirty="0">
                <a:effectLst>
                  <a:outerShdw blurRad="38100" dist="38100" dir="2700000" algn="tl">
                    <a:srgbClr val="C0C0C0"/>
                  </a:outerShdw>
                </a:effectLst>
                <a:latin typeface="+mn-ea"/>
                <a:ea typeface="+mn-ea"/>
              </a:rPr>
              <a:t>2.</a:t>
            </a:r>
            <a:r>
              <a:rPr kumimoji="1" lang="zh-CN" altLang="en-US" sz="2400" b="1" dirty="0">
                <a:effectLst>
                  <a:outerShdw blurRad="38100" dist="38100" dir="2700000" algn="tl">
                    <a:srgbClr val="C0C0C0"/>
                  </a:outerShdw>
                </a:effectLst>
                <a:latin typeface="+mn-ea"/>
                <a:ea typeface="+mn-ea"/>
              </a:rPr>
              <a:t>求相贯线上一般位置点的</a:t>
            </a:r>
            <a:endParaRPr kumimoji="1" lang="en-US" altLang="zh-CN" sz="2400" b="1" dirty="0">
              <a:effectLst>
                <a:outerShdw blurRad="38100" dist="38100" dir="2700000" algn="tl">
                  <a:srgbClr val="C0C0C0"/>
                </a:outerShdw>
              </a:effectLst>
              <a:latin typeface="+mn-ea"/>
              <a:ea typeface="+mn-ea"/>
            </a:endParaRPr>
          </a:p>
          <a:p>
            <a:pPr eaLnBrk="1" hangingPunct="1">
              <a:defRPr/>
            </a:pPr>
            <a:r>
              <a:rPr kumimoji="1" lang="en-US" altLang="zh-CN" sz="2400" b="1" dirty="0">
                <a:effectLst>
                  <a:outerShdw blurRad="38100" dist="38100" dir="2700000" algn="tl">
                    <a:srgbClr val="C0C0C0"/>
                  </a:outerShdw>
                </a:effectLst>
                <a:latin typeface="+mn-ea"/>
                <a:ea typeface="+mn-ea"/>
              </a:rPr>
              <a:t>  </a:t>
            </a:r>
            <a:r>
              <a:rPr kumimoji="1" lang="zh-CN" altLang="en-US" sz="2400" b="1" dirty="0">
                <a:effectLst>
                  <a:outerShdw blurRad="38100" dist="38100" dir="2700000" algn="tl">
                    <a:srgbClr val="C0C0C0"/>
                  </a:outerShdw>
                </a:effectLst>
                <a:latin typeface="+mn-ea"/>
                <a:ea typeface="+mn-ea"/>
              </a:rPr>
              <a:t>投影</a:t>
            </a:r>
            <a:r>
              <a:rPr kumimoji="1" lang="zh-CN" altLang="en-US" sz="2400" b="1" dirty="0">
                <a:latin typeface="+mn-ea"/>
                <a:ea typeface="+mn-ea"/>
              </a:rPr>
              <a:t> </a:t>
            </a:r>
          </a:p>
        </p:txBody>
      </p:sp>
      <p:sp>
        <p:nvSpPr>
          <p:cNvPr id="41" name="任意多边形 40"/>
          <p:cNvSpPr/>
          <p:nvPr/>
        </p:nvSpPr>
        <p:spPr bwMode="auto">
          <a:xfrm>
            <a:off x="2457451" y="2152651"/>
            <a:ext cx="461963" cy="671513"/>
          </a:xfrm>
          <a:custGeom>
            <a:avLst/>
            <a:gdLst>
              <a:gd name="connsiteX0" fmla="*/ 376238 w 462041"/>
              <a:gd name="connsiteY0" fmla="*/ 0 h 671513"/>
              <a:gd name="connsiteX1" fmla="*/ 395288 w 462041"/>
              <a:gd name="connsiteY1" fmla="*/ 23813 h 671513"/>
              <a:gd name="connsiteX2" fmla="*/ 423863 w 462041"/>
              <a:gd name="connsiteY2" fmla="*/ 42863 h 671513"/>
              <a:gd name="connsiteX3" fmla="*/ 452438 w 462041"/>
              <a:gd name="connsiteY3" fmla="*/ 66675 h 671513"/>
              <a:gd name="connsiteX4" fmla="*/ 461963 w 462041"/>
              <a:gd name="connsiteY4" fmla="*/ 128588 h 671513"/>
              <a:gd name="connsiteX5" fmla="*/ 457200 w 462041"/>
              <a:gd name="connsiteY5" fmla="*/ 190500 h 671513"/>
              <a:gd name="connsiteX6" fmla="*/ 438150 w 462041"/>
              <a:gd name="connsiteY6" fmla="*/ 209550 h 671513"/>
              <a:gd name="connsiteX7" fmla="*/ 419100 w 462041"/>
              <a:gd name="connsiteY7" fmla="*/ 242888 h 671513"/>
              <a:gd name="connsiteX8" fmla="*/ 404813 w 462041"/>
              <a:gd name="connsiteY8" fmla="*/ 257175 h 671513"/>
              <a:gd name="connsiteX9" fmla="*/ 395288 w 462041"/>
              <a:gd name="connsiteY9" fmla="*/ 271463 h 671513"/>
              <a:gd name="connsiteX10" fmla="*/ 361950 w 462041"/>
              <a:gd name="connsiteY10" fmla="*/ 300038 h 671513"/>
              <a:gd name="connsiteX11" fmla="*/ 347663 w 462041"/>
              <a:gd name="connsiteY11" fmla="*/ 319088 h 671513"/>
              <a:gd name="connsiteX12" fmla="*/ 333375 w 462041"/>
              <a:gd name="connsiteY12" fmla="*/ 333375 h 671513"/>
              <a:gd name="connsiteX13" fmla="*/ 300038 w 462041"/>
              <a:gd name="connsiteY13" fmla="*/ 366713 h 671513"/>
              <a:gd name="connsiteX14" fmla="*/ 290513 w 462041"/>
              <a:gd name="connsiteY14" fmla="*/ 381000 h 671513"/>
              <a:gd name="connsiteX15" fmla="*/ 261938 w 462041"/>
              <a:gd name="connsiteY15" fmla="*/ 400050 h 671513"/>
              <a:gd name="connsiteX16" fmla="*/ 247650 w 462041"/>
              <a:gd name="connsiteY16" fmla="*/ 423863 h 671513"/>
              <a:gd name="connsiteX17" fmla="*/ 209550 w 462041"/>
              <a:gd name="connsiteY17" fmla="*/ 452438 h 671513"/>
              <a:gd name="connsiteX18" fmla="*/ 200025 w 462041"/>
              <a:gd name="connsiteY18" fmla="*/ 466725 h 671513"/>
              <a:gd name="connsiteX19" fmla="*/ 190500 w 462041"/>
              <a:gd name="connsiteY19" fmla="*/ 500063 h 671513"/>
              <a:gd name="connsiteX20" fmla="*/ 157163 w 462041"/>
              <a:gd name="connsiteY20" fmla="*/ 533400 h 671513"/>
              <a:gd name="connsiteX21" fmla="*/ 138113 w 462041"/>
              <a:gd name="connsiteY21" fmla="*/ 552450 h 671513"/>
              <a:gd name="connsiteX22" fmla="*/ 133350 w 462041"/>
              <a:gd name="connsiteY22" fmla="*/ 566738 h 671513"/>
              <a:gd name="connsiteX23" fmla="*/ 104775 w 462041"/>
              <a:gd name="connsiteY23" fmla="*/ 595313 h 671513"/>
              <a:gd name="connsiteX24" fmla="*/ 66675 w 462041"/>
              <a:gd name="connsiteY24" fmla="*/ 619125 h 671513"/>
              <a:gd name="connsiteX25" fmla="*/ 42863 w 462041"/>
              <a:gd name="connsiteY25" fmla="*/ 642938 h 671513"/>
              <a:gd name="connsiteX26" fmla="*/ 33338 w 462041"/>
              <a:gd name="connsiteY26" fmla="*/ 657225 h 671513"/>
              <a:gd name="connsiteX27" fmla="*/ 19050 w 462041"/>
              <a:gd name="connsiteY27" fmla="*/ 661988 h 671513"/>
              <a:gd name="connsiteX28" fmla="*/ 0 w 462041"/>
              <a:gd name="connsiteY28" fmla="*/ 671513 h 671513"/>
              <a:gd name="connsiteX0" fmla="*/ 376238 w 462041"/>
              <a:gd name="connsiteY0" fmla="*/ 0 h 671513"/>
              <a:gd name="connsiteX1" fmla="*/ 395288 w 462041"/>
              <a:gd name="connsiteY1" fmla="*/ 23813 h 671513"/>
              <a:gd name="connsiteX2" fmla="*/ 423863 w 462041"/>
              <a:gd name="connsiteY2" fmla="*/ 42863 h 671513"/>
              <a:gd name="connsiteX3" fmla="*/ 452438 w 462041"/>
              <a:gd name="connsiteY3" fmla="*/ 66675 h 671513"/>
              <a:gd name="connsiteX4" fmla="*/ 461963 w 462041"/>
              <a:gd name="connsiteY4" fmla="*/ 128588 h 671513"/>
              <a:gd name="connsiteX5" fmla="*/ 457200 w 462041"/>
              <a:gd name="connsiteY5" fmla="*/ 190500 h 671513"/>
              <a:gd name="connsiteX6" fmla="*/ 438150 w 462041"/>
              <a:gd name="connsiteY6" fmla="*/ 209550 h 671513"/>
              <a:gd name="connsiteX7" fmla="*/ 419100 w 462041"/>
              <a:gd name="connsiteY7" fmla="*/ 242888 h 671513"/>
              <a:gd name="connsiteX8" fmla="*/ 404813 w 462041"/>
              <a:gd name="connsiteY8" fmla="*/ 257175 h 671513"/>
              <a:gd name="connsiteX9" fmla="*/ 395288 w 462041"/>
              <a:gd name="connsiteY9" fmla="*/ 271463 h 671513"/>
              <a:gd name="connsiteX10" fmla="*/ 361950 w 462041"/>
              <a:gd name="connsiteY10" fmla="*/ 300038 h 671513"/>
              <a:gd name="connsiteX11" fmla="*/ 347663 w 462041"/>
              <a:gd name="connsiteY11" fmla="*/ 319088 h 671513"/>
              <a:gd name="connsiteX12" fmla="*/ 333375 w 462041"/>
              <a:gd name="connsiteY12" fmla="*/ 333375 h 671513"/>
              <a:gd name="connsiteX13" fmla="*/ 300038 w 462041"/>
              <a:gd name="connsiteY13" fmla="*/ 366713 h 671513"/>
              <a:gd name="connsiteX14" fmla="*/ 290513 w 462041"/>
              <a:gd name="connsiteY14" fmla="*/ 381000 h 671513"/>
              <a:gd name="connsiteX15" fmla="*/ 261938 w 462041"/>
              <a:gd name="connsiteY15" fmla="*/ 400050 h 671513"/>
              <a:gd name="connsiteX16" fmla="*/ 247650 w 462041"/>
              <a:gd name="connsiteY16" fmla="*/ 423863 h 671513"/>
              <a:gd name="connsiteX17" fmla="*/ 209550 w 462041"/>
              <a:gd name="connsiteY17" fmla="*/ 452438 h 671513"/>
              <a:gd name="connsiteX18" fmla="*/ 204787 w 462041"/>
              <a:gd name="connsiteY18" fmla="*/ 466725 h 671513"/>
              <a:gd name="connsiteX19" fmla="*/ 190500 w 462041"/>
              <a:gd name="connsiteY19" fmla="*/ 500063 h 671513"/>
              <a:gd name="connsiteX20" fmla="*/ 157163 w 462041"/>
              <a:gd name="connsiteY20" fmla="*/ 533400 h 671513"/>
              <a:gd name="connsiteX21" fmla="*/ 138113 w 462041"/>
              <a:gd name="connsiteY21" fmla="*/ 552450 h 671513"/>
              <a:gd name="connsiteX22" fmla="*/ 133350 w 462041"/>
              <a:gd name="connsiteY22" fmla="*/ 566738 h 671513"/>
              <a:gd name="connsiteX23" fmla="*/ 104775 w 462041"/>
              <a:gd name="connsiteY23" fmla="*/ 595313 h 671513"/>
              <a:gd name="connsiteX24" fmla="*/ 66675 w 462041"/>
              <a:gd name="connsiteY24" fmla="*/ 619125 h 671513"/>
              <a:gd name="connsiteX25" fmla="*/ 42863 w 462041"/>
              <a:gd name="connsiteY25" fmla="*/ 642938 h 671513"/>
              <a:gd name="connsiteX26" fmla="*/ 33338 w 462041"/>
              <a:gd name="connsiteY26" fmla="*/ 657225 h 671513"/>
              <a:gd name="connsiteX27" fmla="*/ 19050 w 462041"/>
              <a:gd name="connsiteY27" fmla="*/ 661988 h 671513"/>
              <a:gd name="connsiteX28" fmla="*/ 0 w 462041"/>
              <a:gd name="connsiteY28" fmla="*/ 671513 h 671513"/>
              <a:gd name="connsiteX0" fmla="*/ 376238 w 462041"/>
              <a:gd name="connsiteY0" fmla="*/ 0 h 671513"/>
              <a:gd name="connsiteX1" fmla="*/ 395288 w 462041"/>
              <a:gd name="connsiteY1" fmla="*/ 23813 h 671513"/>
              <a:gd name="connsiteX2" fmla="*/ 423863 w 462041"/>
              <a:gd name="connsiteY2" fmla="*/ 42863 h 671513"/>
              <a:gd name="connsiteX3" fmla="*/ 452438 w 462041"/>
              <a:gd name="connsiteY3" fmla="*/ 66675 h 671513"/>
              <a:gd name="connsiteX4" fmla="*/ 461963 w 462041"/>
              <a:gd name="connsiteY4" fmla="*/ 128588 h 671513"/>
              <a:gd name="connsiteX5" fmla="*/ 457200 w 462041"/>
              <a:gd name="connsiteY5" fmla="*/ 190500 h 671513"/>
              <a:gd name="connsiteX6" fmla="*/ 438150 w 462041"/>
              <a:gd name="connsiteY6" fmla="*/ 209550 h 671513"/>
              <a:gd name="connsiteX7" fmla="*/ 419100 w 462041"/>
              <a:gd name="connsiteY7" fmla="*/ 242888 h 671513"/>
              <a:gd name="connsiteX8" fmla="*/ 404813 w 462041"/>
              <a:gd name="connsiteY8" fmla="*/ 257175 h 671513"/>
              <a:gd name="connsiteX9" fmla="*/ 395288 w 462041"/>
              <a:gd name="connsiteY9" fmla="*/ 271463 h 671513"/>
              <a:gd name="connsiteX10" fmla="*/ 361950 w 462041"/>
              <a:gd name="connsiteY10" fmla="*/ 300038 h 671513"/>
              <a:gd name="connsiteX11" fmla="*/ 347663 w 462041"/>
              <a:gd name="connsiteY11" fmla="*/ 319088 h 671513"/>
              <a:gd name="connsiteX12" fmla="*/ 333375 w 462041"/>
              <a:gd name="connsiteY12" fmla="*/ 333375 h 671513"/>
              <a:gd name="connsiteX13" fmla="*/ 300038 w 462041"/>
              <a:gd name="connsiteY13" fmla="*/ 366713 h 671513"/>
              <a:gd name="connsiteX14" fmla="*/ 290513 w 462041"/>
              <a:gd name="connsiteY14" fmla="*/ 381000 h 671513"/>
              <a:gd name="connsiteX15" fmla="*/ 261938 w 462041"/>
              <a:gd name="connsiteY15" fmla="*/ 400050 h 671513"/>
              <a:gd name="connsiteX16" fmla="*/ 247650 w 462041"/>
              <a:gd name="connsiteY16" fmla="*/ 423863 h 671513"/>
              <a:gd name="connsiteX17" fmla="*/ 209550 w 462041"/>
              <a:gd name="connsiteY17" fmla="*/ 452438 h 671513"/>
              <a:gd name="connsiteX18" fmla="*/ 209549 w 462041"/>
              <a:gd name="connsiteY18" fmla="*/ 471487 h 671513"/>
              <a:gd name="connsiteX19" fmla="*/ 190500 w 462041"/>
              <a:gd name="connsiteY19" fmla="*/ 500063 h 671513"/>
              <a:gd name="connsiteX20" fmla="*/ 157163 w 462041"/>
              <a:gd name="connsiteY20" fmla="*/ 533400 h 671513"/>
              <a:gd name="connsiteX21" fmla="*/ 138113 w 462041"/>
              <a:gd name="connsiteY21" fmla="*/ 552450 h 671513"/>
              <a:gd name="connsiteX22" fmla="*/ 133350 w 462041"/>
              <a:gd name="connsiteY22" fmla="*/ 566738 h 671513"/>
              <a:gd name="connsiteX23" fmla="*/ 104775 w 462041"/>
              <a:gd name="connsiteY23" fmla="*/ 595313 h 671513"/>
              <a:gd name="connsiteX24" fmla="*/ 66675 w 462041"/>
              <a:gd name="connsiteY24" fmla="*/ 619125 h 671513"/>
              <a:gd name="connsiteX25" fmla="*/ 42863 w 462041"/>
              <a:gd name="connsiteY25" fmla="*/ 642938 h 671513"/>
              <a:gd name="connsiteX26" fmla="*/ 33338 w 462041"/>
              <a:gd name="connsiteY26" fmla="*/ 657225 h 671513"/>
              <a:gd name="connsiteX27" fmla="*/ 19050 w 462041"/>
              <a:gd name="connsiteY27" fmla="*/ 661988 h 671513"/>
              <a:gd name="connsiteX28" fmla="*/ 0 w 462041"/>
              <a:gd name="connsiteY28" fmla="*/ 671513 h 67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62041" h="671513">
                <a:moveTo>
                  <a:pt x="376238" y="0"/>
                </a:moveTo>
                <a:cubicBezTo>
                  <a:pt x="382588" y="7938"/>
                  <a:pt x="387732" y="17013"/>
                  <a:pt x="395288" y="23813"/>
                </a:cubicBezTo>
                <a:cubicBezTo>
                  <a:pt x="403797" y="31471"/>
                  <a:pt x="415768" y="34768"/>
                  <a:pt x="423863" y="42863"/>
                </a:cubicBezTo>
                <a:cubicBezTo>
                  <a:pt x="442197" y="61197"/>
                  <a:pt x="432546" y="53414"/>
                  <a:pt x="452438" y="66675"/>
                </a:cubicBezTo>
                <a:cubicBezTo>
                  <a:pt x="460589" y="91130"/>
                  <a:pt x="461963" y="91758"/>
                  <a:pt x="461963" y="128588"/>
                </a:cubicBezTo>
                <a:cubicBezTo>
                  <a:pt x="461963" y="149286"/>
                  <a:pt x="463041" y="170643"/>
                  <a:pt x="457200" y="190500"/>
                </a:cubicBezTo>
                <a:cubicBezTo>
                  <a:pt x="454666" y="199115"/>
                  <a:pt x="443994" y="202732"/>
                  <a:pt x="438150" y="209550"/>
                </a:cubicBezTo>
                <a:cubicBezTo>
                  <a:pt x="418868" y="232046"/>
                  <a:pt x="438403" y="215864"/>
                  <a:pt x="419100" y="242888"/>
                </a:cubicBezTo>
                <a:cubicBezTo>
                  <a:pt x="415185" y="248368"/>
                  <a:pt x="409125" y="252001"/>
                  <a:pt x="404813" y="257175"/>
                </a:cubicBezTo>
                <a:cubicBezTo>
                  <a:pt x="401149" y="261572"/>
                  <a:pt x="399335" y="267416"/>
                  <a:pt x="395288" y="271463"/>
                </a:cubicBezTo>
                <a:cubicBezTo>
                  <a:pt x="357644" y="309107"/>
                  <a:pt x="393056" y="263747"/>
                  <a:pt x="361950" y="300038"/>
                </a:cubicBezTo>
                <a:cubicBezTo>
                  <a:pt x="356784" y="306065"/>
                  <a:pt x="352829" y="313062"/>
                  <a:pt x="347663" y="319088"/>
                </a:cubicBezTo>
                <a:cubicBezTo>
                  <a:pt x="343280" y="324202"/>
                  <a:pt x="337510" y="328059"/>
                  <a:pt x="333375" y="333375"/>
                </a:cubicBezTo>
                <a:cubicBezTo>
                  <a:pt x="306626" y="367765"/>
                  <a:pt x="327340" y="357611"/>
                  <a:pt x="300038" y="366713"/>
                </a:cubicBezTo>
                <a:cubicBezTo>
                  <a:pt x="296863" y="371475"/>
                  <a:pt x="294982" y="377424"/>
                  <a:pt x="290513" y="381000"/>
                </a:cubicBezTo>
                <a:cubicBezTo>
                  <a:pt x="260055" y="405366"/>
                  <a:pt x="292896" y="358772"/>
                  <a:pt x="261938" y="400050"/>
                </a:cubicBezTo>
                <a:cubicBezTo>
                  <a:pt x="256384" y="407455"/>
                  <a:pt x="253333" y="416556"/>
                  <a:pt x="247650" y="423863"/>
                </a:cubicBezTo>
                <a:cubicBezTo>
                  <a:pt x="232333" y="443557"/>
                  <a:pt x="229713" y="442357"/>
                  <a:pt x="209550" y="452438"/>
                </a:cubicBezTo>
                <a:cubicBezTo>
                  <a:pt x="206375" y="457200"/>
                  <a:pt x="211804" y="466226"/>
                  <a:pt x="209549" y="471487"/>
                </a:cubicBezTo>
                <a:cubicBezTo>
                  <a:pt x="208757" y="473335"/>
                  <a:pt x="199231" y="489744"/>
                  <a:pt x="190500" y="500063"/>
                </a:cubicBezTo>
                <a:cubicBezTo>
                  <a:pt x="181769" y="510382"/>
                  <a:pt x="168275" y="522288"/>
                  <a:pt x="157163" y="533400"/>
                </a:cubicBezTo>
                <a:lnTo>
                  <a:pt x="138113" y="552450"/>
                </a:lnTo>
                <a:cubicBezTo>
                  <a:pt x="136525" y="557213"/>
                  <a:pt x="136432" y="562775"/>
                  <a:pt x="133350" y="566738"/>
                </a:cubicBezTo>
                <a:cubicBezTo>
                  <a:pt x="125080" y="577371"/>
                  <a:pt x="116823" y="589289"/>
                  <a:pt x="104775" y="595313"/>
                </a:cubicBezTo>
                <a:cubicBezTo>
                  <a:pt x="78626" y="608388"/>
                  <a:pt x="91405" y="600578"/>
                  <a:pt x="66675" y="619125"/>
                </a:cubicBezTo>
                <a:cubicBezTo>
                  <a:pt x="41277" y="657223"/>
                  <a:pt x="74610" y="611191"/>
                  <a:pt x="42863" y="642938"/>
                </a:cubicBezTo>
                <a:cubicBezTo>
                  <a:pt x="38816" y="646985"/>
                  <a:pt x="37807" y="653649"/>
                  <a:pt x="33338" y="657225"/>
                </a:cubicBezTo>
                <a:cubicBezTo>
                  <a:pt x="29418" y="660361"/>
                  <a:pt x="23664" y="660010"/>
                  <a:pt x="19050" y="661988"/>
                </a:cubicBezTo>
                <a:cubicBezTo>
                  <a:pt x="12525" y="664785"/>
                  <a:pt x="0" y="671513"/>
                  <a:pt x="0" y="671513"/>
                </a:cubicBezTo>
              </a:path>
            </a:pathLst>
          </a:custGeom>
          <a:ln w="34925">
            <a:solidFill>
              <a:srgbClr val="FF0000"/>
            </a:solidFill>
            <a:headEnd/>
            <a:tailEnd/>
          </a:ln>
        </p:spPr>
        <p:style>
          <a:lnRef idx="1">
            <a:schemeClr val="accent3"/>
          </a:lnRef>
          <a:fillRef idx="0">
            <a:schemeClr val="accent3"/>
          </a:fillRef>
          <a:effectRef idx="0">
            <a:schemeClr val="accent3"/>
          </a:effectRef>
          <a:fontRef idx="minor">
            <a:schemeClr val="tx1"/>
          </a:fontRef>
        </p:style>
        <p:txBody>
          <a:bodyPr anchor="ctr"/>
          <a:lstStyle/>
          <a:p>
            <a:pPr algn="ctr" eaLnBrk="1" hangingPunct="1">
              <a:defRPr/>
            </a:pPr>
            <a:endParaRPr lang="zh-CN" altLang="en-US"/>
          </a:p>
        </p:txBody>
      </p:sp>
      <p:sp>
        <p:nvSpPr>
          <p:cNvPr id="42" name="任意多边形 41"/>
          <p:cNvSpPr/>
          <p:nvPr/>
        </p:nvSpPr>
        <p:spPr bwMode="auto">
          <a:xfrm>
            <a:off x="2781300" y="3810001"/>
            <a:ext cx="147638" cy="690563"/>
          </a:xfrm>
          <a:custGeom>
            <a:avLst/>
            <a:gdLst>
              <a:gd name="connsiteX0" fmla="*/ 0 w 147638"/>
              <a:gd name="connsiteY0" fmla="*/ 0 h 690984"/>
              <a:gd name="connsiteX1" fmla="*/ 47625 w 147638"/>
              <a:gd name="connsiteY1" fmla="*/ 19050 h 690984"/>
              <a:gd name="connsiteX2" fmla="*/ 61913 w 147638"/>
              <a:gd name="connsiteY2" fmla="*/ 23813 h 690984"/>
              <a:gd name="connsiteX3" fmla="*/ 76200 w 147638"/>
              <a:gd name="connsiteY3" fmla="*/ 33338 h 690984"/>
              <a:gd name="connsiteX4" fmla="*/ 95250 w 147638"/>
              <a:gd name="connsiteY4" fmla="*/ 38100 h 690984"/>
              <a:gd name="connsiteX5" fmla="*/ 119063 w 147638"/>
              <a:gd name="connsiteY5" fmla="*/ 47625 h 690984"/>
              <a:gd name="connsiteX6" fmla="*/ 133350 w 147638"/>
              <a:gd name="connsiteY6" fmla="*/ 95250 h 690984"/>
              <a:gd name="connsiteX7" fmla="*/ 123825 w 147638"/>
              <a:gd name="connsiteY7" fmla="*/ 147638 h 690984"/>
              <a:gd name="connsiteX8" fmla="*/ 109538 w 147638"/>
              <a:gd name="connsiteY8" fmla="*/ 157163 h 690984"/>
              <a:gd name="connsiteX9" fmla="*/ 80963 w 147638"/>
              <a:gd name="connsiteY9" fmla="*/ 180975 h 690984"/>
              <a:gd name="connsiteX10" fmla="*/ 66675 w 147638"/>
              <a:gd name="connsiteY10" fmla="*/ 214313 h 690984"/>
              <a:gd name="connsiteX11" fmla="*/ 42863 w 147638"/>
              <a:gd name="connsiteY11" fmla="*/ 261938 h 690984"/>
              <a:gd name="connsiteX12" fmla="*/ 42863 w 147638"/>
              <a:gd name="connsiteY12" fmla="*/ 352425 h 690984"/>
              <a:gd name="connsiteX13" fmla="*/ 52388 w 147638"/>
              <a:gd name="connsiteY13" fmla="*/ 366713 h 690984"/>
              <a:gd name="connsiteX14" fmla="*/ 61913 w 147638"/>
              <a:gd name="connsiteY14" fmla="*/ 404813 h 690984"/>
              <a:gd name="connsiteX15" fmla="*/ 66675 w 147638"/>
              <a:gd name="connsiteY15" fmla="*/ 419100 h 690984"/>
              <a:gd name="connsiteX16" fmla="*/ 76200 w 147638"/>
              <a:gd name="connsiteY16" fmla="*/ 457200 h 690984"/>
              <a:gd name="connsiteX17" fmla="*/ 80963 w 147638"/>
              <a:gd name="connsiteY17" fmla="*/ 476250 h 690984"/>
              <a:gd name="connsiteX18" fmla="*/ 100013 w 147638"/>
              <a:gd name="connsiteY18" fmla="*/ 504825 h 690984"/>
              <a:gd name="connsiteX19" fmla="*/ 123825 w 147638"/>
              <a:gd name="connsiteY19" fmla="*/ 571500 h 690984"/>
              <a:gd name="connsiteX20" fmla="*/ 147638 w 147638"/>
              <a:gd name="connsiteY20" fmla="*/ 628650 h 690984"/>
              <a:gd name="connsiteX21" fmla="*/ 142875 w 147638"/>
              <a:gd name="connsiteY21" fmla="*/ 642938 h 690984"/>
              <a:gd name="connsiteX22" fmla="*/ 109538 w 147638"/>
              <a:gd name="connsiteY22" fmla="*/ 671513 h 690984"/>
              <a:gd name="connsiteX23" fmla="*/ 80963 w 147638"/>
              <a:gd name="connsiteY23" fmla="*/ 676275 h 690984"/>
              <a:gd name="connsiteX24" fmla="*/ 42863 w 147638"/>
              <a:gd name="connsiteY24" fmla="*/ 690563 h 690984"/>
              <a:gd name="connsiteX25" fmla="*/ 14288 w 147638"/>
              <a:gd name="connsiteY25" fmla="*/ 690563 h 69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7638" h="690984">
                <a:moveTo>
                  <a:pt x="0" y="0"/>
                </a:moveTo>
                <a:cubicBezTo>
                  <a:pt x="15875" y="6350"/>
                  <a:pt x="31405" y="13643"/>
                  <a:pt x="47625" y="19050"/>
                </a:cubicBezTo>
                <a:cubicBezTo>
                  <a:pt x="52388" y="20638"/>
                  <a:pt x="57423" y="21568"/>
                  <a:pt x="61913" y="23813"/>
                </a:cubicBezTo>
                <a:cubicBezTo>
                  <a:pt x="67032" y="26373"/>
                  <a:pt x="70939" y="31083"/>
                  <a:pt x="76200" y="33338"/>
                </a:cubicBezTo>
                <a:cubicBezTo>
                  <a:pt x="82216" y="35916"/>
                  <a:pt x="89040" y="36030"/>
                  <a:pt x="95250" y="38100"/>
                </a:cubicBezTo>
                <a:cubicBezTo>
                  <a:pt x="103360" y="40803"/>
                  <a:pt x="111125" y="44450"/>
                  <a:pt x="119063" y="47625"/>
                </a:cubicBezTo>
                <a:cubicBezTo>
                  <a:pt x="130658" y="82410"/>
                  <a:pt x="126153" y="66459"/>
                  <a:pt x="133350" y="95250"/>
                </a:cubicBezTo>
                <a:cubicBezTo>
                  <a:pt x="130175" y="112713"/>
                  <a:pt x="130196" y="131072"/>
                  <a:pt x="123825" y="147638"/>
                </a:cubicBezTo>
                <a:cubicBezTo>
                  <a:pt x="121770" y="152980"/>
                  <a:pt x="113935" y="153499"/>
                  <a:pt x="109538" y="157163"/>
                </a:cubicBezTo>
                <a:cubicBezTo>
                  <a:pt x="72869" y="187720"/>
                  <a:pt x="116435" y="157326"/>
                  <a:pt x="80963" y="180975"/>
                </a:cubicBezTo>
                <a:cubicBezTo>
                  <a:pt x="65628" y="226976"/>
                  <a:pt x="90220" y="155450"/>
                  <a:pt x="66675" y="214313"/>
                </a:cubicBezTo>
                <a:cubicBezTo>
                  <a:pt x="49482" y="257296"/>
                  <a:pt x="67252" y="229419"/>
                  <a:pt x="42863" y="261938"/>
                </a:cubicBezTo>
                <a:cubicBezTo>
                  <a:pt x="37347" y="300545"/>
                  <a:pt x="33846" y="307340"/>
                  <a:pt x="42863" y="352425"/>
                </a:cubicBezTo>
                <a:cubicBezTo>
                  <a:pt x="43986" y="358038"/>
                  <a:pt x="49213" y="361950"/>
                  <a:pt x="52388" y="366713"/>
                </a:cubicBezTo>
                <a:cubicBezTo>
                  <a:pt x="55563" y="379413"/>
                  <a:pt x="57774" y="392394"/>
                  <a:pt x="61913" y="404813"/>
                </a:cubicBezTo>
                <a:cubicBezTo>
                  <a:pt x="63500" y="409575"/>
                  <a:pt x="65354" y="414257"/>
                  <a:pt x="66675" y="419100"/>
                </a:cubicBezTo>
                <a:cubicBezTo>
                  <a:pt x="70119" y="431730"/>
                  <a:pt x="73025" y="444500"/>
                  <a:pt x="76200" y="457200"/>
                </a:cubicBezTo>
                <a:cubicBezTo>
                  <a:pt x="77788" y="463550"/>
                  <a:pt x="77332" y="470804"/>
                  <a:pt x="80963" y="476250"/>
                </a:cubicBezTo>
                <a:lnTo>
                  <a:pt x="100013" y="504825"/>
                </a:lnTo>
                <a:cubicBezTo>
                  <a:pt x="109403" y="579953"/>
                  <a:pt x="94806" y="509317"/>
                  <a:pt x="123825" y="571500"/>
                </a:cubicBezTo>
                <a:cubicBezTo>
                  <a:pt x="161385" y="651984"/>
                  <a:pt x="121602" y="589598"/>
                  <a:pt x="147638" y="628650"/>
                </a:cubicBezTo>
                <a:cubicBezTo>
                  <a:pt x="146050" y="633413"/>
                  <a:pt x="145660" y="638761"/>
                  <a:pt x="142875" y="642938"/>
                </a:cubicBezTo>
                <a:cubicBezTo>
                  <a:pt x="138619" y="649322"/>
                  <a:pt x="115539" y="669113"/>
                  <a:pt x="109538" y="671513"/>
                </a:cubicBezTo>
                <a:cubicBezTo>
                  <a:pt x="100572" y="675099"/>
                  <a:pt x="90488" y="674688"/>
                  <a:pt x="80963" y="676275"/>
                </a:cubicBezTo>
                <a:cubicBezTo>
                  <a:pt x="66610" y="683452"/>
                  <a:pt x="59073" y="688942"/>
                  <a:pt x="42863" y="690563"/>
                </a:cubicBezTo>
                <a:cubicBezTo>
                  <a:pt x="33385" y="691511"/>
                  <a:pt x="23813" y="690563"/>
                  <a:pt x="14288" y="690563"/>
                </a:cubicBezTo>
              </a:path>
            </a:pathLst>
          </a:custGeom>
          <a:ln w="34925">
            <a:solidFill>
              <a:srgbClr val="FF0000"/>
            </a:solidFill>
            <a:headEnd/>
            <a:tailEnd/>
          </a:ln>
        </p:spPr>
        <p:style>
          <a:lnRef idx="1">
            <a:schemeClr val="accent3"/>
          </a:lnRef>
          <a:fillRef idx="0">
            <a:schemeClr val="accent3"/>
          </a:fillRef>
          <a:effectRef idx="0">
            <a:schemeClr val="accent3"/>
          </a:effectRef>
          <a:fontRef idx="minor">
            <a:schemeClr val="tx1"/>
          </a:fontRef>
        </p:style>
        <p:txBody>
          <a:bodyPr anchor="ctr"/>
          <a:lstStyle/>
          <a:p>
            <a:pPr algn="ctr" eaLnBrk="1" hangingPunct="1">
              <a:defRPr/>
            </a:pPr>
            <a:endParaRPr lang="zh-CN" altLang="en-US"/>
          </a:p>
        </p:txBody>
      </p:sp>
      <p:sp>
        <p:nvSpPr>
          <p:cNvPr id="44" name="任意多边形 43"/>
          <p:cNvSpPr/>
          <p:nvPr/>
        </p:nvSpPr>
        <p:spPr bwMode="auto">
          <a:xfrm>
            <a:off x="2438400" y="3819525"/>
            <a:ext cx="357188" cy="700088"/>
          </a:xfrm>
          <a:custGeom>
            <a:avLst/>
            <a:gdLst>
              <a:gd name="connsiteX0" fmla="*/ 357188 w 357188"/>
              <a:gd name="connsiteY0" fmla="*/ 0 h 700089"/>
              <a:gd name="connsiteX1" fmla="*/ 328613 w 357188"/>
              <a:gd name="connsiteY1" fmla="*/ 4763 h 700089"/>
              <a:gd name="connsiteX2" fmla="*/ 290513 w 357188"/>
              <a:gd name="connsiteY2" fmla="*/ 9525 h 700089"/>
              <a:gd name="connsiteX3" fmla="*/ 271463 w 357188"/>
              <a:gd name="connsiteY3" fmla="*/ 14288 h 700089"/>
              <a:gd name="connsiteX4" fmla="*/ 242888 w 357188"/>
              <a:gd name="connsiteY4" fmla="*/ 19050 h 700089"/>
              <a:gd name="connsiteX5" fmla="*/ 176213 w 357188"/>
              <a:gd name="connsiteY5" fmla="*/ 42863 h 700089"/>
              <a:gd name="connsiteX6" fmla="*/ 147638 w 357188"/>
              <a:gd name="connsiteY6" fmla="*/ 61913 h 700089"/>
              <a:gd name="connsiteX7" fmla="*/ 133350 w 357188"/>
              <a:gd name="connsiteY7" fmla="*/ 80963 h 700089"/>
              <a:gd name="connsiteX8" fmla="*/ 104775 w 357188"/>
              <a:gd name="connsiteY8" fmla="*/ 100013 h 700089"/>
              <a:gd name="connsiteX9" fmla="*/ 85725 w 357188"/>
              <a:gd name="connsiteY9" fmla="*/ 119063 h 700089"/>
              <a:gd name="connsiteX10" fmla="*/ 76200 w 357188"/>
              <a:gd name="connsiteY10" fmla="*/ 133350 h 700089"/>
              <a:gd name="connsiteX11" fmla="*/ 61913 w 357188"/>
              <a:gd name="connsiteY11" fmla="*/ 142875 h 700089"/>
              <a:gd name="connsiteX12" fmla="*/ 42863 w 357188"/>
              <a:gd name="connsiteY12" fmla="*/ 176213 h 700089"/>
              <a:gd name="connsiteX13" fmla="*/ 38100 w 357188"/>
              <a:gd name="connsiteY13" fmla="*/ 190500 h 700089"/>
              <a:gd name="connsiteX14" fmla="*/ 19050 w 357188"/>
              <a:gd name="connsiteY14" fmla="*/ 228600 h 700089"/>
              <a:gd name="connsiteX15" fmla="*/ 9525 w 357188"/>
              <a:gd name="connsiteY15" fmla="*/ 276225 h 700089"/>
              <a:gd name="connsiteX16" fmla="*/ 0 w 357188"/>
              <a:gd name="connsiteY16" fmla="*/ 381000 h 700089"/>
              <a:gd name="connsiteX17" fmla="*/ 4763 w 357188"/>
              <a:gd name="connsiteY17" fmla="*/ 428625 h 700089"/>
              <a:gd name="connsiteX18" fmla="*/ 14288 w 357188"/>
              <a:gd name="connsiteY18" fmla="*/ 442913 h 700089"/>
              <a:gd name="connsiteX19" fmla="*/ 28575 w 357188"/>
              <a:gd name="connsiteY19" fmla="*/ 461963 h 700089"/>
              <a:gd name="connsiteX20" fmla="*/ 33338 w 357188"/>
              <a:gd name="connsiteY20" fmla="*/ 481013 h 700089"/>
              <a:gd name="connsiteX21" fmla="*/ 57150 w 357188"/>
              <a:gd name="connsiteY21" fmla="*/ 519113 h 700089"/>
              <a:gd name="connsiteX22" fmla="*/ 80963 w 357188"/>
              <a:gd name="connsiteY22" fmla="*/ 547688 h 700089"/>
              <a:gd name="connsiteX23" fmla="*/ 95250 w 357188"/>
              <a:gd name="connsiteY23" fmla="*/ 571500 h 700089"/>
              <a:gd name="connsiteX24" fmla="*/ 119063 w 357188"/>
              <a:gd name="connsiteY24" fmla="*/ 595313 h 700089"/>
              <a:gd name="connsiteX25" fmla="*/ 147638 w 357188"/>
              <a:gd name="connsiteY25" fmla="*/ 619125 h 700089"/>
              <a:gd name="connsiteX26" fmla="*/ 161925 w 357188"/>
              <a:gd name="connsiteY26" fmla="*/ 633413 h 700089"/>
              <a:gd name="connsiteX27" fmla="*/ 180975 w 357188"/>
              <a:gd name="connsiteY27" fmla="*/ 642938 h 700089"/>
              <a:gd name="connsiteX28" fmla="*/ 204788 w 357188"/>
              <a:gd name="connsiteY28" fmla="*/ 661988 h 700089"/>
              <a:gd name="connsiteX29" fmla="*/ 233363 w 357188"/>
              <a:gd name="connsiteY29" fmla="*/ 681038 h 700089"/>
              <a:gd name="connsiteX30" fmla="*/ 252413 w 357188"/>
              <a:gd name="connsiteY30" fmla="*/ 690563 h 700089"/>
              <a:gd name="connsiteX31" fmla="*/ 300038 w 357188"/>
              <a:gd name="connsiteY31" fmla="*/ 695325 h 700089"/>
              <a:gd name="connsiteX32" fmla="*/ 338138 w 357188"/>
              <a:gd name="connsiteY32" fmla="*/ 700088 h 700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57188" h="700089">
                <a:moveTo>
                  <a:pt x="357188" y="0"/>
                </a:moveTo>
                <a:cubicBezTo>
                  <a:pt x="347663" y="1588"/>
                  <a:pt x="338172" y="3397"/>
                  <a:pt x="328613" y="4763"/>
                </a:cubicBezTo>
                <a:cubicBezTo>
                  <a:pt x="315943" y="6573"/>
                  <a:pt x="303138" y="7421"/>
                  <a:pt x="290513" y="9525"/>
                </a:cubicBezTo>
                <a:cubicBezTo>
                  <a:pt x="284057" y="10601"/>
                  <a:pt x="277881" y="13004"/>
                  <a:pt x="271463" y="14288"/>
                </a:cubicBezTo>
                <a:cubicBezTo>
                  <a:pt x="261994" y="16182"/>
                  <a:pt x="252413" y="17463"/>
                  <a:pt x="242888" y="19050"/>
                </a:cubicBezTo>
                <a:cubicBezTo>
                  <a:pt x="189186" y="40531"/>
                  <a:pt x="211850" y="33953"/>
                  <a:pt x="176213" y="42863"/>
                </a:cubicBezTo>
                <a:cubicBezTo>
                  <a:pt x="166688" y="49213"/>
                  <a:pt x="154507" y="52755"/>
                  <a:pt x="147638" y="61913"/>
                </a:cubicBezTo>
                <a:cubicBezTo>
                  <a:pt x="142875" y="68263"/>
                  <a:pt x="139283" y="75690"/>
                  <a:pt x="133350" y="80963"/>
                </a:cubicBezTo>
                <a:cubicBezTo>
                  <a:pt x="124794" y="88568"/>
                  <a:pt x="112870" y="91918"/>
                  <a:pt x="104775" y="100013"/>
                </a:cubicBezTo>
                <a:cubicBezTo>
                  <a:pt x="98425" y="106363"/>
                  <a:pt x="91569" y="112245"/>
                  <a:pt x="85725" y="119063"/>
                </a:cubicBezTo>
                <a:cubicBezTo>
                  <a:pt x="82000" y="123409"/>
                  <a:pt x="80247" y="129303"/>
                  <a:pt x="76200" y="133350"/>
                </a:cubicBezTo>
                <a:cubicBezTo>
                  <a:pt x="72153" y="137397"/>
                  <a:pt x="66675" y="139700"/>
                  <a:pt x="61913" y="142875"/>
                </a:cubicBezTo>
                <a:cubicBezTo>
                  <a:pt x="50993" y="175633"/>
                  <a:pt x="65928" y="135849"/>
                  <a:pt x="42863" y="176213"/>
                </a:cubicBezTo>
                <a:cubicBezTo>
                  <a:pt x="40372" y="180572"/>
                  <a:pt x="39863" y="185800"/>
                  <a:pt x="38100" y="190500"/>
                </a:cubicBezTo>
                <a:cubicBezTo>
                  <a:pt x="28112" y="217133"/>
                  <a:pt x="32204" y="208870"/>
                  <a:pt x="19050" y="228600"/>
                </a:cubicBezTo>
                <a:cubicBezTo>
                  <a:pt x="11011" y="252720"/>
                  <a:pt x="14389" y="239746"/>
                  <a:pt x="9525" y="276225"/>
                </a:cubicBezTo>
                <a:cubicBezTo>
                  <a:pt x="2580" y="328315"/>
                  <a:pt x="4665" y="315694"/>
                  <a:pt x="0" y="381000"/>
                </a:cubicBezTo>
                <a:cubicBezTo>
                  <a:pt x="1588" y="396875"/>
                  <a:pt x="1175" y="413079"/>
                  <a:pt x="4763" y="428625"/>
                </a:cubicBezTo>
                <a:cubicBezTo>
                  <a:pt x="6050" y="434202"/>
                  <a:pt x="10961" y="438255"/>
                  <a:pt x="14288" y="442913"/>
                </a:cubicBezTo>
                <a:cubicBezTo>
                  <a:pt x="18901" y="449372"/>
                  <a:pt x="23813" y="455613"/>
                  <a:pt x="28575" y="461963"/>
                </a:cubicBezTo>
                <a:cubicBezTo>
                  <a:pt x="30163" y="468313"/>
                  <a:pt x="31040" y="474884"/>
                  <a:pt x="33338" y="481013"/>
                </a:cubicBezTo>
                <a:cubicBezTo>
                  <a:pt x="39876" y="498446"/>
                  <a:pt x="45912" y="504129"/>
                  <a:pt x="57150" y="519113"/>
                </a:cubicBezTo>
                <a:cubicBezTo>
                  <a:pt x="67510" y="550188"/>
                  <a:pt x="53017" y="515749"/>
                  <a:pt x="80963" y="547688"/>
                </a:cubicBezTo>
                <a:cubicBezTo>
                  <a:pt x="87058" y="554654"/>
                  <a:pt x="89468" y="564272"/>
                  <a:pt x="95250" y="571500"/>
                </a:cubicBezTo>
                <a:cubicBezTo>
                  <a:pt x="102263" y="580266"/>
                  <a:pt x="111605" y="586923"/>
                  <a:pt x="119063" y="595313"/>
                </a:cubicBezTo>
                <a:cubicBezTo>
                  <a:pt x="140915" y="619897"/>
                  <a:pt x="122940" y="610894"/>
                  <a:pt x="147638" y="619125"/>
                </a:cubicBezTo>
                <a:cubicBezTo>
                  <a:pt x="152400" y="623888"/>
                  <a:pt x="156444" y="629498"/>
                  <a:pt x="161925" y="633413"/>
                </a:cubicBezTo>
                <a:cubicBezTo>
                  <a:pt x="167702" y="637540"/>
                  <a:pt x="175521" y="638393"/>
                  <a:pt x="180975" y="642938"/>
                </a:cubicBezTo>
                <a:cubicBezTo>
                  <a:pt x="209698" y="666874"/>
                  <a:pt x="170673" y="650616"/>
                  <a:pt x="204788" y="661988"/>
                </a:cubicBezTo>
                <a:cubicBezTo>
                  <a:pt x="227247" y="684447"/>
                  <a:pt x="209240" y="670699"/>
                  <a:pt x="233363" y="681038"/>
                </a:cubicBezTo>
                <a:cubicBezTo>
                  <a:pt x="239888" y="683835"/>
                  <a:pt x="245471" y="689075"/>
                  <a:pt x="252413" y="690563"/>
                </a:cubicBezTo>
                <a:cubicBezTo>
                  <a:pt x="268013" y="693906"/>
                  <a:pt x="284193" y="693461"/>
                  <a:pt x="300038" y="695325"/>
                </a:cubicBezTo>
                <a:cubicBezTo>
                  <a:pt x="342432" y="700313"/>
                  <a:pt x="321091" y="700088"/>
                  <a:pt x="338138" y="700088"/>
                </a:cubicBezTo>
              </a:path>
            </a:pathLst>
          </a:custGeom>
          <a:ln>
            <a:solidFill>
              <a:srgbClr val="FF0000"/>
            </a:solidFill>
            <a:prstDash val="lgDash"/>
            <a:headEnd/>
            <a:tailEnd/>
          </a:ln>
        </p:spPr>
        <p:style>
          <a:lnRef idx="1">
            <a:schemeClr val="accent3"/>
          </a:lnRef>
          <a:fillRef idx="0">
            <a:schemeClr val="accent3"/>
          </a:fillRef>
          <a:effectRef idx="0">
            <a:schemeClr val="accent3"/>
          </a:effectRef>
          <a:fontRef idx="minor">
            <a:schemeClr val="tx1"/>
          </a:fontRef>
        </p:style>
        <p:txBody>
          <a:bodyPr anchor="ctr"/>
          <a:lstStyle/>
          <a:p>
            <a:pPr algn="ctr" eaLnBrk="1" hangingPunct="1">
              <a:defRPr/>
            </a:pPr>
            <a:endParaRPr lang="zh-CN" altLang="en-US"/>
          </a:p>
        </p:txBody>
      </p:sp>
      <p:cxnSp>
        <p:nvCxnSpPr>
          <p:cNvPr id="80" name="直接连接符 79"/>
          <p:cNvCxnSpPr/>
          <p:nvPr/>
        </p:nvCxnSpPr>
        <p:spPr>
          <a:xfrm flipV="1">
            <a:off x="2430464" y="3819525"/>
            <a:ext cx="358775"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V="1">
            <a:off x="2438401" y="4489450"/>
            <a:ext cx="360363"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
        <p:nvSpPr>
          <p:cNvPr id="82" name="任意多边形 81"/>
          <p:cNvSpPr/>
          <p:nvPr/>
        </p:nvSpPr>
        <p:spPr bwMode="auto">
          <a:xfrm>
            <a:off x="2359026" y="3819525"/>
            <a:ext cx="92075" cy="674688"/>
          </a:xfrm>
          <a:custGeom>
            <a:avLst/>
            <a:gdLst>
              <a:gd name="connsiteX0" fmla="*/ 357188 w 357188"/>
              <a:gd name="connsiteY0" fmla="*/ 0 h 700089"/>
              <a:gd name="connsiteX1" fmla="*/ 328613 w 357188"/>
              <a:gd name="connsiteY1" fmla="*/ 4763 h 700089"/>
              <a:gd name="connsiteX2" fmla="*/ 290513 w 357188"/>
              <a:gd name="connsiteY2" fmla="*/ 9525 h 700089"/>
              <a:gd name="connsiteX3" fmla="*/ 271463 w 357188"/>
              <a:gd name="connsiteY3" fmla="*/ 14288 h 700089"/>
              <a:gd name="connsiteX4" fmla="*/ 242888 w 357188"/>
              <a:gd name="connsiteY4" fmla="*/ 19050 h 700089"/>
              <a:gd name="connsiteX5" fmla="*/ 176213 w 357188"/>
              <a:gd name="connsiteY5" fmla="*/ 42863 h 700089"/>
              <a:gd name="connsiteX6" fmla="*/ 147638 w 357188"/>
              <a:gd name="connsiteY6" fmla="*/ 61913 h 700089"/>
              <a:gd name="connsiteX7" fmla="*/ 133350 w 357188"/>
              <a:gd name="connsiteY7" fmla="*/ 80963 h 700089"/>
              <a:gd name="connsiteX8" fmla="*/ 104775 w 357188"/>
              <a:gd name="connsiteY8" fmla="*/ 100013 h 700089"/>
              <a:gd name="connsiteX9" fmla="*/ 85725 w 357188"/>
              <a:gd name="connsiteY9" fmla="*/ 119063 h 700089"/>
              <a:gd name="connsiteX10" fmla="*/ 76200 w 357188"/>
              <a:gd name="connsiteY10" fmla="*/ 133350 h 700089"/>
              <a:gd name="connsiteX11" fmla="*/ 61913 w 357188"/>
              <a:gd name="connsiteY11" fmla="*/ 142875 h 700089"/>
              <a:gd name="connsiteX12" fmla="*/ 42863 w 357188"/>
              <a:gd name="connsiteY12" fmla="*/ 176213 h 700089"/>
              <a:gd name="connsiteX13" fmla="*/ 38100 w 357188"/>
              <a:gd name="connsiteY13" fmla="*/ 190500 h 700089"/>
              <a:gd name="connsiteX14" fmla="*/ 19050 w 357188"/>
              <a:gd name="connsiteY14" fmla="*/ 228600 h 700089"/>
              <a:gd name="connsiteX15" fmla="*/ 9525 w 357188"/>
              <a:gd name="connsiteY15" fmla="*/ 276225 h 700089"/>
              <a:gd name="connsiteX16" fmla="*/ 0 w 357188"/>
              <a:gd name="connsiteY16" fmla="*/ 381000 h 700089"/>
              <a:gd name="connsiteX17" fmla="*/ 4763 w 357188"/>
              <a:gd name="connsiteY17" fmla="*/ 428625 h 700089"/>
              <a:gd name="connsiteX18" fmla="*/ 14288 w 357188"/>
              <a:gd name="connsiteY18" fmla="*/ 442913 h 700089"/>
              <a:gd name="connsiteX19" fmla="*/ 28575 w 357188"/>
              <a:gd name="connsiteY19" fmla="*/ 461963 h 700089"/>
              <a:gd name="connsiteX20" fmla="*/ 33338 w 357188"/>
              <a:gd name="connsiteY20" fmla="*/ 481013 h 700089"/>
              <a:gd name="connsiteX21" fmla="*/ 57150 w 357188"/>
              <a:gd name="connsiteY21" fmla="*/ 519113 h 700089"/>
              <a:gd name="connsiteX22" fmla="*/ 80963 w 357188"/>
              <a:gd name="connsiteY22" fmla="*/ 547688 h 700089"/>
              <a:gd name="connsiteX23" fmla="*/ 95250 w 357188"/>
              <a:gd name="connsiteY23" fmla="*/ 571500 h 700089"/>
              <a:gd name="connsiteX24" fmla="*/ 119063 w 357188"/>
              <a:gd name="connsiteY24" fmla="*/ 595313 h 700089"/>
              <a:gd name="connsiteX25" fmla="*/ 147638 w 357188"/>
              <a:gd name="connsiteY25" fmla="*/ 619125 h 700089"/>
              <a:gd name="connsiteX26" fmla="*/ 161925 w 357188"/>
              <a:gd name="connsiteY26" fmla="*/ 633413 h 700089"/>
              <a:gd name="connsiteX27" fmla="*/ 180975 w 357188"/>
              <a:gd name="connsiteY27" fmla="*/ 642938 h 700089"/>
              <a:gd name="connsiteX28" fmla="*/ 204788 w 357188"/>
              <a:gd name="connsiteY28" fmla="*/ 661988 h 700089"/>
              <a:gd name="connsiteX29" fmla="*/ 233363 w 357188"/>
              <a:gd name="connsiteY29" fmla="*/ 681038 h 700089"/>
              <a:gd name="connsiteX30" fmla="*/ 252413 w 357188"/>
              <a:gd name="connsiteY30" fmla="*/ 690563 h 700089"/>
              <a:gd name="connsiteX31" fmla="*/ 300038 w 357188"/>
              <a:gd name="connsiteY31" fmla="*/ 695325 h 700089"/>
              <a:gd name="connsiteX32" fmla="*/ 338138 w 357188"/>
              <a:gd name="connsiteY32" fmla="*/ 700088 h 700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57188" h="700089">
                <a:moveTo>
                  <a:pt x="357188" y="0"/>
                </a:moveTo>
                <a:cubicBezTo>
                  <a:pt x="347663" y="1588"/>
                  <a:pt x="338172" y="3397"/>
                  <a:pt x="328613" y="4763"/>
                </a:cubicBezTo>
                <a:cubicBezTo>
                  <a:pt x="315943" y="6573"/>
                  <a:pt x="303138" y="7421"/>
                  <a:pt x="290513" y="9525"/>
                </a:cubicBezTo>
                <a:cubicBezTo>
                  <a:pt x="284057" y="10601"/>
                  <a:pt x="277881" y="13004"/>
                  <a:pt x="271463" y="14288"/>
                </a:cubicBezTo>
                <a:cubicBezTo>
                  <a:pt x="261994" y="16182"/>
                  <a:pt x="252413" y="17463"/>
                  <a:pt x="242888" y="19050"/>
                </a:cubicBezTo>
                <a:cubicBezTo>
                  <a:pt x="189186" y="40531"/>
                  <a:pt x="211850" y="33953"/>
                  <a:pt x="176213" y="42863"/>
                </a:cubicBezTo>
                <a:cubicBezTo>
                  <a:pt x="166688" y="49213"/>
                  <a:pt x="154507" y="52755"/>
                  <a:pt x="147638" y="61913"/>
                </a:cubicBezTo>
                <a:cubicBezTo>
                  <a:pt x="142875" y="68263"/>
                  <a:pt x="139283" y="75690"/>
                  <a:pt x="133350" y="80963"/>
                </a:cubicBezTo>
                <a:cubicBezTo>
                  <a:pt x="124794" y="88568"/>
                  <a:pt x="112870" y="91918"/>
                  <a:pt x="104775" y="100013"/>
                </a:cubicBezTo>
                <a:cubicBezTo>
                  <a:pt x="98425" y="106363"/>
                  <a:pt x="91569" y="112245"/>
                  <a:pt x="85725" y="119063"/>
                </a:cubicBezTo>
                <a:cubicBezTo>
                  <a:pt x="82000" y="123409"/>
                  <a:pt x="80247" y="129303"/>
                  <a:pt x="76200" y="133350"/>
                </a:cubicBezTo>
                <a:cubicBezTo>
                  <a:pt x="72153" y="137397"/>
                  <a:pt x="66675" y="139700"/>
                  <a:pt x="61913" y="142875"/>
                </a:cubicBezTo>
                <a:cubicBezTo>
                  <a:pt x="50993" y="175633"/>
                  <a:pt x="65928" y="135849"/>
                  <a:pt x="42863" y="176213"/>
                </a:cubicBezTo>
                <a:cubicBezTo>
                  <a:pt x="40372" y="180572"/>
                  <a:pt x="39863" y="185800"/>
                  <a:pt x="38100" y="190500"/>
                </a:cubicBezTo>
                <a:cubicBezTo>
                  <a:pt x="28112" y="217133"/>
                  <a:pt x="32204" y="208870"/>
                  <a:pt x="19050" y="228600"/>
                </a:cubicBezTo>
                <a:cubicBezTo>
                  <a:pt x="11011" y="252720"/>
                  <a:pt x="14389" y="239746"/>
                  <a:pt x="9525" y="276225"/>
                </a:cubicBezTo>
                <a:cubicBezTo>
                  <a:pt x="2580" y="328315"/>
                  <a:pt x="4665" y="315694"/>
                  <a:pt x="0" y="381000"/>
                </a:cubicBezTo>
                <a:cubicBezTo>
                  <a:pt x="1588" y="396875"/>
                  <a:pt x="1175" y="413079"/>
                  <a:pt x="4763" y="428625"/>
                </a:cubicBezTo>
                <a:cubicBezTo>
                  <a:pt x="6050" y="434202"/>
                  <a:pt x="10961" y="438255"/>
                  <a:pt x="14288" y="442913"/>
                </a:cubicBezTo>
                <a:cubicBezTo>
                  <a:pt x="18901" y="449372"/>
                  <a:pt x="23813" y="455613"/>
                  <a:pt x="28575" y="461963"/>
                </a:cubicBezTo>
                <a:cubicBezTo>
                  <a:pt x="30163" y="468313"/>
                  <a:pt x="31040" y="474884"/>
                  <a:pt x="33338" y="481013"/>
                </a:cubicBezTo>
                <a:cubicBezTo>
                  <a:pt x="39876" y="498446"/>
                  <a:pt x="45912" y="504129"/>
                  <a:pt x="57150" y="519113"/>
                </a:cubicBezTo>
                <a:cubicBezTo>
                  <a:pt x="67510" y="550188"/>
                  <a:pt x="53017" y="515749"/>
                  <a:pt x="80963" y="547688"/>
                </a:cubicBezTo>
                <a:cubicBezTo>
                  <a:pt x="87058" y="554654"/>
                  <a:pt x="89468" y="564272"/>
                  <a:pt x="95250" y="571500"/>
                </a:cubicBezTo>
                <a:cubicBezTo>
                  <a:pt x="102263" y="580266"/>
                  <a:pt x="111605" y="586923"/>
                  <a:pt x="119063" y="595313"/>
                </a:cubicBezTo>
                <a:cubicBezTo>
                  <a:pt x="140915" y="619897"/>
                  <a:pt x="122940" y="610894"/>
                  <a:pt x="147638" y="619125"/>
                </a:cubicBezTo>
                <a:cubicBezTo>
                  <a:pt x="152400" y="623888"/>
                  <a:pt x="156444" y="629498"/>
                  <a:pt x="161925" y="633413"/>
                </a:cubicBezTo>
                <a:cubicBezTo>
                  <a:pt x="167702" y="637540"/>
                  <a:pt x="175521" y="638393"/>
                  <a:pt x="180975" y="642938"/>
                </a:cubicBezTo>
                <a:cubicBezTo>
                  <a:pt x="209698" y="666874"/>
                  <a:pt x="170673" y="650616"/>
                  <a:pt x="204788" y="661988"/>
                </a:cubicBezTo>
                <a:cubicBezTo>
                  <a:pt x="227247" y="684447"/>
                  <a:pt x="209240" y="670699"/>
                  <a:pt x="233363" y="681038"/>
                </a:cubicBezTo>
                <a:cubicBezTo>
                  <a:pt x="239888" y="683835"/>
                  <a:pt x="245471" y="689075"/>
                  <a:pt x="252413" y="690563"/>
                </a:cubicBezTo>
                <a:cubicBezTo>
                  <a:pt x="268013" y="693906"/>
                  <a:pt x="284193" y="693461"/>
                  <a:pt x="300038" y="695325"/>
                </a:cubicBezTo>
                <a:cubicBezTo>
                  <a:pt x="342432" y="700313"/>
                  <a:pt x="321091" y="700088"/>
                  <a:pt x="338138" y="700088"/>
                </a:cubicBezTo>
              </a:path>
            </a:pathLst>
          </a:custGeom>
          <a:ln>
            <a:solidFill>
              <a:srgbClr val="FF0000"/>
            </a:solidFill>
            <a:prstDash val="lgDash"/>
            <a:headEnd/>
            <a:tailEnd/>
          </a:ln>
        </p:spPr>
        <p:style>
          <a:lnRef idx="1">
            <a:schemeClr val="accent3"/>
          </a:lnRef>
          <a:fillRef idx="0">
            <a:schemeClr val="accent3"/>
          </a:fillRef>
          <a:effectRef idx="0">
            <a:schemeClr val="accent3"/>
          </a:effectRef>
          <a:fontRef idx="minor">
            <a:schemeClr val="tx1"/>
          </a:fontRef>
        </p:style>
        <p:txBody>
          <a:bodyPr anchor="ctr"/>
          <a:lstStyle/>
          <a:p>
            <a:pPr algn="ctr" eaLnBrk="1" hangingPunct="1">
              <a:defRPr/>
            </a:pPr>
            <a:endParaRPr lang="zh-CN" altLang="en-US"/>
          </a:p>
        </p:txBody>
      </p:sp>
      <p:pic>
        <p:nvPicPr>
          <p:cNvPr id="45" name="图片 44"/>
          <p:cNvPicPr>
            <a:picLocks noChangeAspect="1"/>
          </p:cNvPicPr>
          <p:nvPr/>
        </p:nvPicPr>
        <p:blipFill>
          <a:blip r:embed="rId4"/>
          <a:srcRect/>
          <a:stretch>
            <a:fillRect/>
          </a:stretch>
        </p:blipFill>
        <p:spPr bwMode="auto">
          <a:xfrm>
            <a:off x="5481639" y="2214563"/>
            <a:ext cx="466725" cy="457200"/>
          </a:xfrm>
          <a:prstGeom prst="rect">
            <a:avLst/>
          </a:prstGeom>
          <a:noFill/>
          <a:ln w="9525">
            <a:noFill/>
            <a:miter lim="800000"/>
            <a:headEnd/>
            <a:tailEnd/>
          </a:ln>
        </p:spPr>
      </p:pic>
      <p:pic>
        <p:nvPicPr>
          <p:cNvPr id="41018" name="图片 1"/>
          <p:cNvPicPr>
            <a:picLocks noChangeAspect="1"/>
          </p:cNvPicPr>
          <p:nvPr/>
        </p:nvPicPr>
        <p:blipFill>
          <a:blip r:embed="rId5"/>
          <a:srcRect/>
          <a:stretch>
            <a:fillRect/>
          </a:stretch>
        </p:blipFill>
        <p:spPr bwMode="auto">
          <a:xfrm>
            <a:off x="4489451" y="4122738"/>
            <a:ext cx="1971675" cy="2120900"/>
          </a:xfrm>
          <a:prstGeom prst="rect">
            <a:avLst/>
          </a:prstGeom>
          <a:noFill/>
          <a:ln w="9525">
            <a:noFill/>
            <a:miter lim="800000"/>
            <a:headEnd/>
            <a:tailEnd/>
          </a:ln>
        </p:spPr>
      </p:pic>
      <p:pic>
        <p:nvPicPr>
          <p:cNvPr id="42048" name="Picture 64"/>
          <p:cNvPicPr>
            <a:picLocks noChangeAspect="1" noChangeArrowheads="1"/>
          </p:cNvPicPr>
          <p:nvPr/>
        </p:nvPicPr>
        <p:blipFill>
          <a:blip r:embed="rId6"/>
          <a:srcRect/>
          <a:stretch>
            <a:fillRect/>
          </a:stretch>
        </p:blipFill>
        <p:spPr bwMode="auto">
          <a:xfrm>
            <a:off x="3941764" y="4195763"/>
            <a:ext cx="3233737" cy="2444750"/>
          </a:xfrm>
          <a:prstGeom prst="rect">
            <a:avLst/>
          </a:prstGeom>
          <a:noFill/>
          <a:ln w="28575" algn="ctr">
            <a:noFill/>
            <a:miter lim="800000"/>
            <a:headEnd/>
            <a:tailEnd/>
          </a:ln>
        </p:spPr>
      </p:pic>
      <p:pic>
        <p:nvPicPr>
          <p:cNvPr id="71" name="图片 70"/>
          <p:cNvPicPr>
            <a:picLocks noChangeAspect="1"/>
          </p:cNvPicPr>
          <p:nvPr/>
        </p:nvPicPr>
        <p:blipFill>
          <a:blip r:embed="rId7"/>
          <a:srcRect/>
          <a:stretch>
            <a:fillRect/>
          </a:stretch>
        </p:blipFill>
        <p:spPr bwMode="auto">
          <a:xfrm>
            <a:off x="3978275" y="4195763"/>
            <a:ext cx="3213100" cy="2470150"/>
          </a:xfrm>
          <a:prstGeom prst="rect">
            <a:avLst/>
          </a:prstGeom>
          <a:noFill/>
          <a:ln w="9525">
            <a:noFill/>
            <a:miter lim="800000"/>
            <a:headEnd/>
            <a:tailEnd/>
          </a:ln>
        </p:spPr>
      </p:pic>
      <p:sp>
        <p:nvSpPr>
          <p:cNvPr id="76" name="Text Box 11"/>
          <p:cNvSpPr txBox="1">
            <a:spLocks noChangeArrowheads="1"/>
          </p:cNvSpPr>
          <p:nvPr/>
        </p:nvSpPr>
        <p:spPr bwMode="auto">
          <a:xfrm>
            <a:off x="6692900" y="4025901"/>
            <a:ext cx="3589338" cy="461963"/>
          </a:xfrm>
          <a:prstGeom prst="rect">
            <a:avLst/>
          </a:prstGeom>
          <a:noFill/>
          <a:ln w="9525">
            <a:noFill/>
            <a:miter lim="800000"/>
            <a:headEnd/>
            <a:tailEnd/>
          </a:ln>
          <a:effectLst/>
        </p:spPr>
        <p:txBody>
          <a:bodyPr>
            <a:spAutoFit/>
          </a:bodyPr>
          <a:lstStyle/>
          <a:p>
            <a:pPr eaLnBrk="1" hangingPunct="1">
              <a:defRPr/>
            </a:pPr>
            <a:r>
              <a:rPr kumimoji="1" lang="en-US" altLang="zh-CN" sz="2400" b="1" dirty="0">
                <a:effectLst>
                  <a:outerShdw blurRad="38100" dist="38100" dir="2700000" algn="tl">
                    <a:srgbClr val="C0C0C0"/>
                  </a:outerShdw>
                </a:effectLst>
                <a:latin typeface="+mn-ea"/>
                <a:ea typeface="+mn-ea"/>
              </a:rPr>
              <a:t>3.</a:t>
            </a:r>
            <a:r>
              <a:rPr kumimoji="1" lang="zh-CN" altLang="en-US" sz="2400" b="1" dirty="0">
                <a:effectLst>
                  <a:outerShdw blurRad="38100" dist="38100" dir="2700000" algn="tl">
                    <a:srgbClr val="C0C0C0"/>
                  </a:outerShdw>
                </a:effectLst>
                <a:latin typeface="+mn-ea"/>
                <a:ea typeface="+mn-ea"/>
              </a:rPr>
              <a:t>判别可见性，光滑连线</a:t>
            </a:r>
            <a:endParaRPr kumimoji="1" lang="zh-CN" altLang="en-US" sz="2400" b="1" dirty="0">
              <a:latin typeface="+mn-ea"/>
              <a:ea typeface="+mn-ea"/>
            </a:endParaRPr>
          </a:p>
        </p:txBody>
      </p:sp>
      <p:sp>
        <p:nvSpPr>
          <p:cNvPr id="77" name="Text Box 2">
            <a:extLst>
              <a:ext uri="{FF2B5EF4-FFF2-40B4-BE49-F238E27FC236}">
                <a16:creationId xmlns:a16="http://schemas.microsoft.com/office/drawing/2014/main" id="{1F55444E-9796-4EE0-B224-AB36C779FC95}"/>
              </a:ext>
            </a:extLst>
          </p:cNvPr>
          <p:cNvSpPr txBox="1">
            <a:spLocks noChangeArrowheads="1"/>
          </p:cNvSpPr>
          <p:nvPr/>
        </p:nvSpPr>
        <p:spPr bwMode="auto">
          <a:xfrm>
            <a:off x="1614488" y="453510"/>
            <a:ext cx="6000750" cy="519112"/>
          </a:xfrm>
          <a:prstGeom prst="rect">
            <a:avLst/>
          </a:prstGeom>
          <a:noFill/>
          <a:ln w="9525">
            <a:noFill/>
            <a:miter lim="800000"/>
            <a:headEnd/>
            <a:tailEnd/>
          </a:ln>
          <a:effectLst/>
        </p:spPr>
        <p:txBody>
          <a:bodyPr>
            <a:spAutoFit/>
          </a:bodyPr>
          <a:lstStyle/>
          <a:p>
            <a:pPr eaLnBrk="1" hangingPunct="1">
              <a:defRPr/>
            </a:pPr>
            <a:r>
              <a:rPr kumimoji="1" lang="zh-CN" altLang="en-US" sz="2800" b="1" dirty="0">
                <a:effectLst>
                  <a:outerShdw blurRad="38100" dist="38100" dir="2700000" algn="tl">
                    <a:srgbClr val="C0C0C0"/>
                  </a:outerShdw>
                </a:effectLst>
                <a:latin typeface="黑体" panose="02010609060101010101" pitchFamily="49" charset="-122"/>
                <a:ea typeface="黑体" panose="02010609060101010101" pitchFamily="49" charset="-122"/>
              </a:rPr>
              <a:t>例：求作圆柱与圆锥相贯线的投影</a:t>
            </a:r>
            <a:r>
              <a:rPr kumimoji="1" lang="zh-CN" altLang="en-US" sz="2800" dirty="0">
                <a:latin typeface="黑体" panose="02010609060101010101" pitchFamily="49" charset="-122"/>
                <a:ea typeface="黑体" panose="02010609060101010101" pitchFamily="49" charset="-122"/>
              </a:rPr>
              <a:t> </a:t>
            </a:r>
            <a:r>
              <a:rPr kumimoji="1" lang="zh-CN" altLang="en-US" sz="2800" b="1" dirty="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left)">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500" fill="hold"/>
                                        <p:tgtEl>
                                          <p:spTgt spid="16"/>
                                        </p:tgtEl>
                                        <p:attrNameLst>
                                          <p:attrName>ppt_x</p:attrName>
                                        </p:attrNameLst>
                                      </p:cBhvr>
                                      <p:tavLst>
                                        <p:tav tm="0">
                                          <p:val>
                                            <p:strVal val="#ppt_x"/>
                                          </p:val>
                                        </p:tav>
                                        <p:tav tm="100000">
                                          <p:val>
                                            <p:strVal val="#ppt_x"/>
                                          </p:val>
                                        </p:tav>
                                      </p:tavLst>
                                    </p:anim>
                                    <p:anim calcmode="lin" valueType="num">
                                      <p:cBhvr additive="base">
                                        <p:cTn id="13"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1"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p:tgtEl>
                                          <p:spTgt spid="5"/>
                                        </p:tgtEl>
                                        <p:attrNameLst>
                                          <p:attrName>ppt_y</p:attrName>
                                        </p:attrNameLst>
                                      </p:cBhvr>
                                      <p:tavLst>
                                        <p:tav tm="0">
                                          <p:val>
                                            <p:strVal val="#ppt_y-#ppt_h*1.125000"/>
                                          </p:val>
                                        </p:tav>
                                        <p:tav tm="100000">
                                          <p:val>
                                            <p:strVal val="#ppt_y"/>
                                          </p:val>
                                        </p:tav>
                                      </p:tavLst>
                                    </p:anim>
                                    <p:animEffect transition="in" filter="wipe(down)">
                                      <p:cBhvr>
                                        <p:cTn id="19" dur="500"/>
                                        <p:tgtEl>
                                          <p:spTgt spid="5"/>
                                        </p:tgtEl>
                                      </p:cBhvr>
                                    </p:animEffec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4204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up)">
                                      <p:cBhvr>
                                        <p:cTn id="32" dur="500"/>
                                        <p:tgtEl>
                                          <p:spTgt spid="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animEffect transition="in" filter="fade">
                                      <p:cBhvr>
                                        <p:cTn id="39" dur="500"/>
                                        <p:tgtEl>
                                          <p:spTgt spid="2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 calcmode="lin" valueType="num">
                                      <p:cBhvr>
                                        <p:cTn id="44" dur="500" fill="hold"/>
                                        <p:tgtEl>
                                          <p:spTgt spid="25"/>
                                        </p:tgtEl>
                                        <p:attrNameLst>
                                          <p:attrName>ppt_w</p:attrName>
                                        </p:attrNameLst>
                                      </p:cBhvr>
                                      <p:tavLst>
                                        <p:tav tm="0">
                                          <p:val>
                                            <p:fltVal val="0"/>
                                          </p:val>
                                        </p:tav>
                                        <p:tav tm="100000">
                                          <p:val>
                                            <p:strVal val="#ppt_w"/>
                                          </p:val>
                                        </p:tav>
                                      </p:tavLst>
                                    </p:anim>
                                    <p:anim calcmode="lin" valueType="num">
                                      <p:cBhvr>
                                        <p:cTn id="45" dur="500" fill="hold"/>
                                        <p:tgtEl>
                                          <p:spTgt spid="25"/>
                                        </p:tgtEl>
                                        <p:attrNameLst>
                                          <p:attrName>ppt_h</p:attrName>
                                        </p:attrNameLst>
                                      </p:cBhvr>
                                      <p:tavLst>
                                        <p:tav tm="0">
                                          <p:val>
                                            <p:fltVal val="0"/>
                                          </p:val>
                                        </p:tav>
                                        <p:tav tm="100000">
                                          <p:val>
                                            <p:strVal val="#ppt_h"/>
                                          </p:val>
                                        </p:tav>
                                      </p:tavLst>
                                    </p:anim>
                                    <p:animEffect transition="in" filter="fade">
                                      <p:cBhvr>
                                        <p:cTn id="46" dur="500"/>
                                        <p:tgtEl>
                                          <p:spTgt spid="2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left)">
                                      <p:cBhvr>
                                        <p:cTn id="51" dur="500"/>
                                        <p:tgtEl>
                                          <p:spTgt spid="1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wipe(left)">
                                      <p:cBhvr>
                                        <p:cTn id="56" dur="500"/>
                                        <p:tgtEl>
                                          <p:spTgt spid="2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 calcmode="lin" valueType="num">
                                      <p:cBhvr additive="base">
                                        <p:cTn id="61" dur="500"/>
                                        <p:tgtEl>
                                          <p:spTgt spid="31"/>
                                        </p:tgtEl>
                                        <p:attrNameLst>
                                          <p:attrName>ppt_y</p:attrName>
                                        </p:attrNameLst>
                                      </p:cBhvr>
                                      <p:tavLst>
                                        <p:tav tm="0">
                                          <p:val>
                                            <p:strVal val="#ppt_y+#ppt_h*1.125000"/>
                                          </p:val>
                                        </p:tav>
                                        <p:tav tm="100000">
                                          <p:val>
                                            <p:strVal val="#ppt_y"/>
                                          </p:val>
                                        </p:tav>
                                      </p:tavLst>
                                    </p:anim>
                                    <p:animEffect transition="in" filter="wipe(up)">
                                      <p:cBhvr>
                                        <p:cTn id="62" dur="500"/>
                                        <p:tgtEl>
                                          <p:spTgt spid="31"/>
                                        </p:tgtEl>
                                      </p:cBhvr>
                                    </p:animEffect>
                                  </p:childTnLst>
                                </p:cTn>
                              </p:par>
                              <p:par>
                                <p:cTn id="63" presetID="1" presetClass="exit" presetSubtype="0" fill="hold" nodeType="withEffect">
                                  <p:stCondLst>
                                    <p:cond delay="0"/>
                                  </p:stCondLst>
                                  <p:childTnLst>
                                    <p:set>
                                      <p:cBhvr>
                                        <p:cTn id="64" dur="1" fill="hold">
                                          <p:stCondLst>
                                            <p:cond delay="0"/>
                                          </p:stCondLst>
                                        </p:cTn>
                                        <p:tgtEl>
                                          <p:spTgt spid="42048"/>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nodeType="clickEffect">
                                  <p:stCondLst>
                                    <p:cond delay="0"/>
                                  </p:stCondLst>
                                  <p:childTnLst>
                                    <p:set>
                                      <p:cBhvr>
                                        <p:cTn id="68" dur="1" fill="hold">
                                          <p:stCondLst>
                                            <p:cond delay="0"/>
                                          </p:stCondLst>
                                        </p:cTn>
                                        <p:tgtEl>
                                          <p:spTgt spid="45"/>
                                        </p:tgtEl>
                                        <p:attrNameLst>
                                          <p:attrName>style.visibility</p:attrName>
                                        </p:attrNameLst>
                                      </p:cBhvr>
                                      <p:to>
                                        <p:strVal val="visible"/>
                                      </p:to>
                                    </p:set>
                                    <p:anim calcmode="lin" valueType="num">
                                      <p:cBhvr additive="base">
                                        <p:cTn id="69" dur="500" fill="hold"/>
                                        <p:tgtEl>
                                          <p:spTgt spid="45"/>
                                        </p:tgtEl>
                                        <p:attrNameLst>
                                          <p:attrName>ppt_x</p:attrName>
                                        </p:attrNameLst>
                                      </p:cBhvr>
                                      <p:tavLst>
                                        <p:tav tm="0">
                                          <p:val>
                                            <p:strVal val="0-#ppt_w/2"/>
                                          </p:val>
                                        </p:tav>
                                        <p:tav tm="100000">
                                          <p:val>
                                            <p:strVal val="#ppt_x"/>
                                          </p:val>
                                        </p:tav>
                                      </p:tavLst>
                                    </p:anim>
                                    <p:anim calcmode="lin" valueType="num">
                                      <p:cBhvr additive="base">
                                        <p:cTn id="70"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wipe(left)">
                                      <p:cBhvr>
                                        <p:cTn id="75" dur="500"/>
                                        <p:tgtEl>
                                          <p:spTgt spid="32"/>
                                        </p:tgtEl>
                                      </p:cBhvr>
                                    </p:animEffect>
                                  </p:childTnLst>
                                </p:cTn>
                              </p:par>
                            </p:childTnLst>
                          </p:cTn>
                        </p:par>
                        <p:par>
                          <p:cTn id="76" fill="hold" nodeType="withGroup">
                            <p:stCondLst>
                              <p:cond delay="500"/>
                            </p:stCondLst>
                            <p:childTnLst>
                              <p:par>
                                <p:cTn id="77" presetID="1" presetClass="entr" presetSubtype="0" fill="hold" nodeType="afterEffect">
                                  <p:stCondLst>
                                    <p:cond delay="0"/>
                                  </p:stCondLst>
                                  <p:childTnLst>
                                    <p:set>
                                      <p:cBhvr>
                                        <p:cTn id="78" dur="1" fill="hold">
                                          <p:stCondLst>
                                            <p:cond delay="0"/>
                                          </p:stCondLst>
                                        </p:cTn>
                                        <p:tgtEl>
                                          <p:spTgt spid="7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wipe(up)">
                                      <p:cBhvr>
                                        <p:cTn id="83" dur="500"/>
                                        <p:tgtEl>
                                          <p:spTgt spid="33"/>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1" presetClass="entr" presetSubtype="1" fill="hold" grpId="0" nodeType="click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wheel(1)">
                                      <p:cBhvr>
                                        <p:cTn id="88" dur="1000"/>
                                        <p:tgtEl>
                                          <p:spTgt spid="3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1" fill="hold" nodeType="clickEffect">
                                  <p:stCondLst>
                                    <p:cond delay="0"/>
                                  </p:stCondLst>
                                  <p:childTnLst>
                                    <p:set>
                                      <p:cBhvr>
                                        <p:cTn id="92" dur="1" fill="hold">
                                          <p:stCondLst>
                                            <p:cond delay="0"/>
                                          </p:stCondLst>
                                        </p:cTn>
                                        <p:tgtEl>
                                          <p:spTgt spid="2"/>
                                        </p:tgtEl>
                                        <p:attrNameLst>
                                          <p:attrName>style.visibility</p:attrName>
                                        </p:attrNameLst>
                                      </p:cBhvr>
                                      <p:to>
                                        <p:strVal val="visible"/>
                                      </p:to>
                                    </p:set>
                                    <p:anim calcmode="lin" valueType="num">
                                      <p:cBhvr additive="base">
                                        <p:cTn id="93" dur="500" fill="hold"/>
                                        <p:tgtEl>
                                          <p:spTgt spid="2"/>
                                        </p:tgtEl>
                                        <p:attrNameLst>
                                          <p:attrName>ppt_x</p:attrName>
                                        </p:attrNameLst>
                                      </p:cBhvr>
                                      <p:tavLst>
                                        <p:tav tm="0">
                                          <p:val>
                                            <p:strVal val="#ppt_x"/>
                                          </p:val>
                                        </p:tav>
                                        <p:tav tm="100000">
                                          <p:val>
                                            <p:strVal val="#ppt_x"/>
                                          </p:val>
                                        </p:tav>
                                      </p:tavLst>
                                    </p:anim>
                                    <p:anim calcmode="lin" valueType="num">
                                      <p:cBhvr additive="base">
                                        <p:cTn id="9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16" presetClass="entr" presetSubtype="37" fill="hold" nodeType="clickEffect">
                                  <p:stCondLst>
                                    <p:cond delay="0"/>
                                  </p:stCondLst>
                                  <p:childTnLst>
                                    <p:set>
                                      <p:cBhvr>
                                        <p:cTn id="98" dur="1" fill="hold">
                                          <p:stCondLst>
                                            <p:cond delay="0"/>
                                          </p:stCondLst>
                                        </p:cTn>
                                        <p:tgtEl>
                                          <p:spTgt spid="19"/>
                                        </p:tgtEl>
                                        <p:attrNameLst>
                                          <p:attrName>style.visibility</p:attrName>
                                        </p:attrNameLst>
                                      </p:cBhvr>
                                      <p:to>
                                        <p:strVal val="visible"/>
                                      </p:to>
                                    </p:set>
                                    <p:animEffect transition="in" filter="barn(outVertical)">
                                      <p:cBhvr>
                                        <p:cTn id="99" dur="500"/>
                                        <p:tgtEl>
                                          <p:spTgt spid="19"/>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6" presetClass="entr" presetSubtype="37" fill="hold" nodeType="clickEffect">
                                  <p:stCondLst>
                                    <p:cond delay="0"/>
                                  </p:stCondLst>
                                  <p:childTnLst>
                                    <p:set>
                                      <p:cBhvr>
                                        <p:cTn id="103" dur="1" fill="hold">
                                          <p:stCondLst>
                                            <p:cond delay="0"/>
                                          </p:stCondLst>
                                        </p:cTn>
                                        <p:tgtEl>
                                          <p:spTgt spid="43"/>
                                        </p:tgtEl>
                                        <p:attrNameLst>
                                          <p:attrName>style.visibility</p:attrName>
                                        </p:attrNameLst>
                                      </p:cBhvr>
                                      <p:to>
                                        <p:strVal val="visible"/>
                                      </p:to>
                                    </p:set>
                                    <p:animEffect transition="in" filter="barn(outVertical)">
                                      <p:cBhvr>
                                        <p:cTn id="104" dur="500"/>
                                        <p:tgtEl>
                                          <p:spTgt spid="43"/>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26"/>
                                        </p:tgtEl>
                                        <p:attrNameLst>
                                          <p:attrName>style.visibility</p:attrName>
                                        </p:attrNameLst>
                                      </p:cBhvr>
                                      <p:to>
                                        <p:strVal val="visible"/>
                                      </p:to>
                                    </p:set>
                                    <p:animEffect transition="in" filter="wipe(left)">
                                      <p:cBhvr>
                                        <p:cTn id="109" dur="500"/>
                                        <p:tgtEl>
                                          <p:spTgt spid="26"/>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wipe(left)">
                                      <p:cBhvr>
                                        <p:cTn id="114" dur="500"/>
                                        <p:tgtEl>
                                          <p:spTgt spid="48"/>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 presetClass="entr" presetSubtype="1" fill="hold" nodeType="clickEffect">
                                  <p:stCondLst>
                                    <p:cond delay="0"/>
                                  </p:stCondLst>
                                  <p:childTnLst>
                                    <p:set>
                                      <p:cBhvr>
                                        <p:cTn id="118" dur="1" fill="hold">
                                          <p:stCondLst>
                                            <p:cond delay="0"/>
                                          </p:stCondLst>
                                        </p:cTn>
                                        <p:tgtEl>
                                          <p:spTgt spid="3"/>
                                        </p:tgtEl>
                                        <p:attrNameLst>
                                          <p:attrName>style.visibility</p:attrName>
                                        </p:attrNameLst>
                                      </p:cBhvr>
                                      <p:to>
                                        <p:strVal val="visible"/>
                                      </p:to>
                                    </p:set>
                                    <p:anim calcmode="lin" valueType="num">
                                      <p:cBhvr additive="base">
                                        <p:cTn id="119" dur="500" fill="hold"/>
                                        <p:tgtEl>
                                          <p:spTgt spid="3"/>
                                        </p:tgtEl>
                                        <p:attrNameLst>
                                          <p:attrName>ppt_x</p:attrName>
                                        </p:attrNameLst>
                                      </p:cBhvr>
                                      <p:tavLst>
                                        <p:tav tm="0">
                                          <p:val>
                                            <p:strVal val="#ppt_x"/>
                                          </p:val>
                                        </p:tav>
                                        <p:tav tm="100000">
                                          <p:val>
                                            <p:strVal val="#ppt_x"/>
                                          </p:val>
                                        </p:tav>
                                      </p:tavLst>
                                    </p:anim>
                                    <p:anim calcmode="lin" valueType="num">
                                      <p:cBhvr additive="base">
                                        <p:cTn id="120"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4" fill="hold" nodeType="clickEffect">
                                  <p:stCondLst>
                                    <p:cond delay="0"/>
                                  </p:stCondLst>
                                  <p:childTnLst>
                                    <p:set>
                                      <p:cBhvr>
                                        <p:cTn id="124" dur="1" fill="hold">
                                          <p:stCondLst>
                                            <p:cond delay="0"/>
                                          </p:stCondLst>
                                        </p:cTn>
                                        <p:tgtEl>
                                          <p:spTgt spid="49"/>
                                        </p:tgtEl>
                                        <p:attrNameLst>
                                          <p:attrName>style.visibility</p:attrName>
                                        </p:attrNameLst>
                                      </p:cBhvr>
                                      <p:to>
                                        <p:strVal val="visible"/>
                                      </p:to>
                                    </p:set>
                                    <p:animEffect transition="in" filter="wipe(down)">
                                      <p:cBhvr>
                                        <p:cTn id="125" dur="500"/>
                                        <p:tgtEl>
                                          <p:spTgt spid="49"/>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53" presetClass="entr" presetSubtype="16" fill="hold" grpId="0" nodeType="clickEffect">
                                  <p:stCondLst>
                                    <p:cond delay="0"/>
                                  </p:stCondLst>
                                  <p:childTnLst>
                                    <p:set>
                                      <p:cBhvr>
                                        <p:cTn id="129" dur="1" fill="hold">
                                          <p:stCondLst>
                                            <p:cond delay="0"/>
                                          </p:stCondLst>
                                        </p:cTn>
                                        <p:tgtEl>
                                          <p:spTgt spid="50"/>
                                        </p:tgtEl>
                                        <p:attrNameLst>
                                          <p:attrName>style.visibility</p:attrName>
                                        </p:attrNameLst>
                                      </p:cBhvr>
                                      <p:to>
                                        <p:strVal val="visible"/>
                                      </p:to>
                                    </p:set>
                                    <p:anim calcmode="lin" valueType="num">
                                      <p:cBhvr>
                                        <p:cTn id="130" dur="500" fill="hold"/>
                                        <p:tgtEl>
                                          <p:spTgt spid="50"/>
                                        </p:tgtEl>
                                        <p:attrNameLst>
                                          <p:attrName>ppt_w</p:attrName>
                                        </p:attrNameLst>
                                      </p:cBhvr>
                                      <p:tavLst>
                                        <p:tav tm="0">
                                          <p:val>
                                            <p:fltVal val="0"/>
                                          </p:val>
                                        </p:tav>
                                        <p:tav tm="100000">
                                          <p:val>
                                            <p:strVal val="#ppt_w"/>
                                          </p:val>
                                        </p:tav>
                                      </p:tavLst>
                                    </p:anim>
                                    <p:anim calcmode="lin" valueType="num">
                                      <p:cBhvr>
                                        <p:cTn id="131" dur="500" fill="hold"/>
                                        <p:tgtEl>
                                          <p:spTgt spid="50"/>
                                        </p:tgtEl>
                                        <p:attrNameLst>
                                          <p:attrName>ppt_h</p:attrName>
                                        </p:attrNameLst>
                                      </p:cBhvr>
                                      <p:tavLst>
                                        <p:tav tm="0">
                                          <p:val>
                                            <p:fltVal val="0"/>
                                          </p:val>
                                        </p:tav>
                                        <p:tav tm="100000">
                                          <p:val>
                                            <p:strVal val="#ppt_h"/>
                                          </p:val>
                                        </p:tav>
                                      </p:tavLst>
                                    </p:anim>
                                    <p:animEffect transition="in" filter="fade">
                                      <p:cBhvr>
                                        <p:cTn id="132" dur="500"/>
                                        <p:tgtEl>
                                          <p:spTgt spid="50"/>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75"/>
                                        </p:tgtEl>
                                        <p:attrNameLst>
                                          <p:attrName>style.visibility</p:attrName>
                                        </p:attrNameLst>
                                      </p:cBhvr>
                                      <p:to>
                                        <p:strVal val="visible"/>
                                      </p:to>
                                    </p:set>
                                    <p:animEffect transition="in" filter="wipe(left)">
                                      <p:cBhvr>
                                        <p:cTn id="137" dur="500"/>
                                        <p:tgtEl>
                                          <p:spTgt spid="75"/>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wipe(left)">
                                      <p:cBhvr>
                                        <p:cTn id="142" dur="500"/>
                                        <p:tgtEl>
                                          <p:spTgt spid="51"/>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1" fill="hold" nodeType="clickEffect">
                                  <p:stCondLst>
                                    <p:cond delay="0"/>
                                  </p:stCondLst>
                                  <p:childTnLst>
                                    <p:set>
                                      <p:cBhvr>
                                        <p:cTn id="146" dur="1" fill="hold">
                                          <p:stCondLst>
                                            <p:cond delay="0"/>
                                          </p:stCondLst>
                                        </p:cTn>
                                        <p:tgtEl>
                                          <p:spTgt spid="54"/>
                                        </p:tgtEl>
                                        <p:attrNameLst>
                                          <p:attrName>style.visibility</p:attrName>
                                        </p:attrNameLst>
                                      </p:cBhvr>
                                      <p:to>
                                        <p:strVal val="visible"/>
                                      </p:to>
                                    </p:set>
                                    <p:animEffect transition="in" filter="wipe(up)">
                                      <p:cBhvr>
                                        <p:cTn id="147" dur="500"/>
                                        <p:tgtEl>
                                          <p:spTgt spid="54"/>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1" presetClass="entr" presetSubtype="1" fill="hold" grpId="0" nodeType="click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wheel(1)">
                                      <p:cBhvr>
                                        <p:cTn id="152" dur="1000"/>
                                        <p:tgtEl>
                                          <p:spTgt spid="55"/>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6" presetClass="entr" presetSubtype="37" fill="hold" nodeType="click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barn(outVertical)">
                                      <p:cBhvr>
                                        <p:cTn id="157" dur="500"/>
                                        <p:tgtEl>
                                          <p:spTgt spid="56"/>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6" presetClass="entr" presetSubtype="37" fill="hold" nodeType="click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barn(outVertical)">
                                      <p:cBhvr>
                                        <p:cTn id="162" dur="500"/>
                                        <p:tgtEl>
                                          <p:spTgt spid="57"/>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nodeType="clickEffect">
                                  <p:stCondLst>
                                    <p:cond delay="0"/>
                                  </p:stCondLst>
                                  <p:childTnLst>
                                    <p:set>
                                      <p:cBhvr>
                                        <p:cTn id="166" dur="1" fill="hold">
                                          <p:stCondLst>
                                            <p:cond delay="0"/>
                                          </p:stCondLst>
                                        </p:cTn>
                                        <p:tgtEl>
                                          <p:spTgt spid="59"/>
                                        </p:tgtEl>
                                        <p:attrNameLst>
                                          <p:attrName>style.visibility</p:attrName>
                                        </p:attrNameLst>
                                      </p:cBhvr>
                                      <p:to>
                                        <p:strVal val="visible"/>
                                      </p:to>
                                    </p:set>
                                    <p:animEffect transition="in" filter="wipe(left)">
                                      <p:cBhvr>
                                        <p:cTn id="167" dur="500"/>
                                        <p:tgtEl>
                                          <p:spTgt spid="59"/>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8" fill="hold" nodeType="clickEffect">
                                  <p:stCondLst>
                                    <p:cond delay="0"/>
                                  </p:stCondLst>
                                  <p:childTnLst>
                                    <p:set>
                                      <p:cBhvr>
                                        <p:cTn id="171" dur="1" fill="hold">
                                          <p:stCondLst>
                                            <p:cond delay="0"/>
                                          </p:stCondLst>
                                        </p:cTn>
                                        <p:tgtEl>
                                          <p:spTgt spid="60"/>
                                        </p:tgtEl>
                                        <p:attrNameLst>
                                          <p:attrName>style.visibility</p:attrName>
                                        </p:attrNameLst>
                                      </p:cBhvr>
                                      <p:to>
                                        <p:strVal val="visible"/>
                                      </p:to>
                                    </p:set>
                                    <p:animEffect transition="in" filter="wipe(left)">
                                      <p:cBhvr>
                                        <p:cTn id="172" dur="500"/>
                                        <p:tgtEl>
                                          <p:spTgt spid="60"/>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53" presetClass="entr" presetSubtype="16" fill="hold" grpId="0" nodeType="clickEffect">
                                  <p:stCondLst>
                                    <p:cond delay="0"/>
                                  </p:stCondLst>
                                  <p:childTnLst>
                                    <p:set>
                                      <p:cBhvr>
                                        <p:cTn id="176" dur="1" fill="hold">
                                          <p:stCondLst>
                                            <p:cond delay="0"/>
                                          </p:stCondLst>
                                        </p:cTn>
                                        <p:tgtEl>
                                          <p:spTgt spid="61"/>
                                        </p:tgtEl>
                                        <p:attrNameLst>
                                          <p:attrName>style.visibility</p:attrName>
                                        </p:attrNameLst>
                                      </p:cBhvr>
                                      <p:to>
                                        <p:strVal val="visible"/>
                                      </p:to>
                                    </p:set>
                                    <p:anim calcmode="lin" valueType="num">
                                      <p:cBhvr>
                                        <p:cTn id="177" dur="500" fill="hold"/>
                                        <p:tgtEl>
                                          <p:spTgt spid="61"/>
                                        </p:tgtEl>
                                        <p:attrNameLst>
                                          <p:attrName>ppt_w</p:attrName>
                                        </p:attrNameLst>
                                      </p:cBhvr>
                                      <p:tavLst>
                                        <p:tav tm="0">
                                          <p:val>
                                            <p:fltVal val="0"/>
                                          </p:val>
                                        </p:tav>
                                        <p:tav tm="100000">
                                          <p:val>
                                            <p:strVal val="#ppt_w"/>
                                          </p:val>
                                        </p:tav>
                                      </p:tavLst>
                                    </p:anim>
                                    <p:anim calcmode="lin" valueType="num">
                                      <p:cBhvr>
                                        <p:cTn id="178" dur="500" fill="hold"/>
                                        <p:tgtEl>
                                          <p:spTgt spid="61"/>
                                        </p:tgtEl>
                                        <p:attrNameLst>
                                          <p:attrName>ppt_h</p:attrName>
                                        </p:attrNameLst>
                                      </p:cBhvr>
                                      <p:tavLst>
                                        <p:tav tm="0">
                                          <p:val>
                                            <p:fltVal val="0"/>
                                          </p:val>
                                        </p:tav>
                                        <p:tav tm="100000">
                                          <p:val>
                                            <p:strVal val="#ppt_h"/>
                                          </p:val>
                                        </p:tav>
                                      </p:tavLst>
                                    </p:anim>
                                    <p:animEffect transition="in" filter="fade">
                                      <p:cBhvr>
                                        <p:cTn id="179" dur="500"/>
                                        <p:tgtEl>
                                          <p:spTgt spid="61"/>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53" presetClass="entr" presetSubtype="16" fill="hold" grpId="0" nodeType="clickEffect">
                                  <p:stCondLst>
                                    <p:cond delay="0"/>
                                  </p:stCondLst>
                                  <p:childTnLst>
                                    <p:set>
                                      <p:cBhvr>
                                        <p:cTn id="183" dur="1" fill="hold">
                                          <p:stCondLst>
                                            <p:cond delay="0"/>
                                          </p:stCondLst>
                                        </p:cTn>
                                        <p:tgtEl>
                                          <p:spTgt spid="62"/>
                                        </p:tgtEl>
                                        <p:attrNameLst>
                                          <p:attrName>style.visibility</p:attrName>
                                        </p:attrNameLst>
                                      </p:cBhvr>
                                      <p:to>
                                        <p:strVal val="visible"/>
                                      </p:to>
                                    </p:set>
                                    <p:anim calcmode="lin" valueType="num">
                                      <p:cBhvr>
                                        <p:cTn id="184" dur="500" fill="hold"/>
                                        <p:tgtEl>
                                          <p:spTgt spid="62"/>
                                        </p:tgtEl>
                                        <p:attrNameLst>
                                          <p:attrName>ppt_w</p:attrName>
                                        </p:attrNameLst>
                                      </p:cBhvr>
                                      <p:tavLst>
                                        <p:tav tm="0">
                                          <p:val>
                                            <p:fltVal val="0"/>
                                          </p:val>
                                        </p:tav>
                                        <p:tav tm="100000">
                                          <p:val>
                                            <p:strVal val="#ppt_w"/>
                                          </p:val>
                                        </p:tav>
                                      </p:tavLst>
                                    </p:anim>
                                    <p:anim calcmode="lin" valueType="num">
                                      <p:cBhvr>
                                        <p:cTn id="185" dur="500" fill="hold"/>
                                        <p:tgtEl>
                                          <p:spTgt spid="62"/>
                                        </p:tgtEl>
                                        <p:attrNameLst>
                                          <p:attrName>ppt_h</p:attrName>
                                        </p:attrNameLst>
                                      </p:cBhvr>
                                      <p:tavLst>
                                        <p:tav tm="0">
                                          <p:val>
                                            <p:fltVal val="0"/>
                                          </p:val>
                                        </p:tav>
                                        <p:tav tm="100000">
                                          <p:val>
                                            <p:strVal val="#ppt_h"/>
                                          </p:val>
                                        </p:tav>
                                      </p:tavLst>
                                    </p:anim>
                                    <p:animEffect transition="in" filter="fade">
                                      <p:cBhvr>
                                        <p:cTn id="186" dur="500"/>
                                        <p:tgtEl>
                                          <p:spTgt spid="62"/>
                                        </p:tgtEl>
                                      </p:cBhvr>
                                    </p:animEffect>
                                  </p:childTnLst>
                                </p:cTn>
                              </p:par>
                            </p:childTnLst>
                          </p:cTn>
                        </p:par>
                      </p:childTnLst>
                    </p:cTn>
                  </p:par>
                  <p:par>
                    <p:cTn id="187" fill="hold" nodeType="clickPar">
                      <p:stCondLst>
                        <p:cond delay="indefinite"/>
                      </p:stCondLst>
                      <p:childTnLst>
                        <p:par>
                          <p:cTn id="188" fill="hold" nodeType="withGroup">
                            <p:stCondLst>
                              <p:cond delay="0"/>
                            </p:stCondLst>
                            <p:childTnLst>
                              <p:par>
                                <p:cTn id="189" presetID="22" presetClass="entr" presetSubtype="4" fill="hold" nodeType="clickEffect">
                                  <p:stCondLst>
                                    <p:cond delay="0"/>
                                  </p:stCondLst>
                                  <p:childTnLst>
                                    <p:set>
                                      <p:cBhvr>
                                        <p:cTn id="190" dur="1" fill="hold">
                                          <p:stCondLst>
                                            <p:cond delay="0"/>
                                          </p:stCondLst>
                                        </p:cTn>
                                        <p:tgtEl>
                                          <p:spTgt spid="63"/>
                                        </p:tgtEl>
                                        <p:attrNameLst>
                                          <p:attrName>style.visibility</p:attrName>
                                        </p:attrNameLst>
                                      </p:cBhvr>
                                      <p:to>
                                        <p:strVal val="visible"/>
                                      </p:to>
                                    </p:set>
                                    <p:animEffect transition="in" filter="wipe(down)">
                                      <p:cBhvr>
                                        <p:cTn id="191" dur="500"/>
                                        <p:tgtEl>
                                          <p:spTgt spid="63"/>
                                        </p:tgtEl>
                                      </p:cBhvr>
                                    </p:animEffect>
                                  </p:childTnLst>
                                </p:cTn>
                              </p:par>
                            </p:childTnLst>
                          </p:cTn>
                        </p:par>
                      </p:childTnLst>
                    </p:cTn>
                  </p:par>
                  <p:par>
                    <p:cTn id="192" fill="hold" nodeType="clickPar">
                      <p:stCondLst>
                        <p:cond delay="indefinite"/>
                      </p:stCondLst>
                      <p:childTnLst>
                        <p:par>
                          <p:cTn id="193" fill="hold" nodeType="withGroup">
                            <p:stCondLst>
                              <p:cond delay="0"/>
                            </p:stCondLst>
                            <p:childTnLst>
                              <p:par>
                                <p:cTn id="194" presetID="53" presetClass="entr" presetSubtype="16" fill="hold" grpId="0" nodeType="clickEffect">
                                  <p:stCondLst>
                                    <p:cond delay="0"/>
                                  </p:stCondLst>
                                  <p:childTnLst>
                                    <p:set>
                                      <p:cBhvr>
                                        <p:cTn id="195" dur="1" fill="hold">
                                          <p:stCondLst>
                                            <p:cond delay="0"/>
                                          </p:stCondLst>
                                        </p:cTn>
                                        <p:tgtEl>
                                          <p:spTgt spid="64"/>
                                        </p:tgtEl>
                                        <p:attrNameLst>
                                          <p:attrName>style.visibility</p:attrName>
                                        </p:attrNameLst>
                                      </p:cBhvr>
                                      <p:to>
                                        <p:strVal val="visible"/>
                                      </p:to>
                                    </p:set>
                                    <p:anim calcmode="lin" valueType="num">
                                      <p:cBhvr>
                                        <p:cTn id="196" dur="500" fill="hold"/>
                                        <p:tgtEl>
                                          <p:spTgt spid="64"/>
                                        </p:tgtEl>
                                        <p:attrNameLst>
                                          <p:attrName>ppt_w</p:attrName>
                                        </p:attrNameLst>
                                      </p:cBhvr>
                                      <p:tavLst>
                                        <p:tav tm="0">
                                          <p:val>
                                            <p:fltVal val="0"/>
                                          </p:val>
                                        </p:tav>
                                        <p:tav tm="100000">
                                          <p:val>
                                            <p:strVal val="#ppt_w"/>
                                          </p:val>
                                        </p:tav>
                                      </p:tavLst>
                                    </p:anim>
                                    <p:anim calcmode="lin" valueType="num">
                                      <p:cBhvr>
                                        <p:cTn id="197" dur="500" fill="hold"/>
                                        <p:tgtEl>
                                          <p:spTgt spid="64"/>
                                        </p:tgtEl>
                                        <p:attrNameLst>
                                          <p:attrName>ppt_h</p:attrName>
                                        </p:attrNameLst>
                                      </p:cBhvr>
                                      <p:tavLst>
                                        <p:tav tm="0">
                                          <p:val>
                                            <p:fltVal val="0"/>
                                          </p:val>
                                        </p:tav>
                                        <p:tav tm="100000">
                                          <p:val>
                                            <p:strVal val="#ppt_h"/>
                                          </p:val>
                                        </p:tav>
                                      </p:tavLst>
                                    </p:anim>
                                    <p:animEffect transition="in" filter="fade">
                                      <p:cBhvr>
                                        <p:cTn id="198" dur="500"/>
                                        <p:tgtEl>
                                          <p:spTgt spid="64"/>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22" presetClass="entr" presetSubtype="8" fill="hold" nodeType="clickEffect">
                                  <p:stCondLst>
                                    <p:cond delay="0"/>
                                  </p:stCondLst>
                                  <p:childTnLst>
                                    <p:set>
                                      <p:cBhvr>
                                        <p:cTn id="202" dur="1" fill="hold">
                                          <p:stCondLst>
                                            <p:cond delay="0"/>
                                          </p:stCondLst>
                                        </p:cTn>
                                        <p:tgtEl>
                                          <p:spTgt spid="65"/>
                                        </p:tgtEl>
                                        <p:attrNameLst>
                                          <p:attrName>style.visibility</p:attrName>
                                        </p:attrNameLst>
                                      </p:cBhvr>
                                      <p:to>
                                        <p:strVal val="visible"/>
                                      </p:to>
                                    </p:set>
                                    <p:animEffect transition="in" filter="wipe(left)">
                                      <p:cBhvr>
                                        <p:cTn id="203" dur="500"/>
                                        <p:tgtEl>
                                          <p:spTgt spid="65"/>
                                        </p:tgtEl>
                                      </p:cBhvr>
                                    </p:animEffect>
                                  </p:childTnLst>
                                </p:cTn>
                              </p:par>
                            </p:childTnLst>
                          </p:cTn>
                        </p:par>
                      </p:childTnLst>
                    </p:cTn>
                  </p:par>
                  <p:par>
                    <p:cTn id="204" fill="hold" nodeType="clickPar">
                      <p:stCondLst>
                        <p:cond delay="indefinite"/>
                      </p:stCondLst>
                      <p:childTnLst>
                        <p:par>
                          <p:cTn id="205" fill="hold" nodeType="withGroup">
                            <p:stCondLst>
                              <p:cond delay="0"/>
                            </p:stCondLst>
                            <p:childTnLst>
                              <p:par>
                                <p:cTn id="206" presetID="22" presetClass="entr" presetSubtype="1" fill="hold" nodeType="clickEffect">
                                  <p:stCondLst>
                                    <p:cond delay="0"/>
                                  </p:stCondLst>
                                  <p:childTnLst>
                                    <p:set>
                                      <p:cBhvr>
                                        <p:cTn id="207" dur="1" fill="hold">
                                          <p:stCondLst>
                                            <p:cond delay="0"/>
                                          </p:stCondLst>
                                        </p:cTn>
                                        <p:tgtEl>
                                          <p:spTgt spid="66"/>
                                        </p:tgtEl>
                                        <p:attrNameLst>
                                          <p:attrName>style.visibility</p:attrName>
                                        </p:attrNameLst>
                                      </p:cBhvr>
                                      <p:to>
                                        <p:strVal val="visible"/>
                                      </p:to>
                                    </p:set>
                                    <p:animEffect transition="in" filter="wipe(up)">
                                      <p:cBhvr>
                                        <p:cTn id="208" dur="500"/>
                                        <p:tgtEl>
                                          <p:spTgt spid="66"/>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21" presetClass="entr" presetSubtype="1" fill="hold" grpId="0" nodeType="clickEffect">
                                  <p:stCondLst>
                                    <p:cond delay="0"/>
                                  </p:stCondLst>
                                  <p:childTnLst>
                                    <p:set>
                                      <p:cBhvr>
                                        <p:cTn id="212" dur="1" fill="hold">
                                          <p:stCondLst>
                                            <p:cond delay="0"/>
                                          </p:stCondLst>
                                        </p:cTn>
                                        <p:tgtEl>
                                          <p:spTgt spid="67"/>
                                        </p:tgtEl>
                                        <p:attrNameLst>
                                          <p:attrName>style.visibility</p:attrName>
                                        </p:attrNameLst>
                                      </p:cBhvr>
                                      <p:to>
                                        <p:strVal val="visible"/>
                                      </p:to>
                                    </p:set>
                                    <p:animEffect transition="in" filter="wheel(1)">
                                      <p:cBhvr>
                                        <p:cTn id="213" dur="1000"/>
                                        <p:tgtEl>
                                          <p:spTgt spid="67"/>
                                        </p:tgtEl>
                                      </p:cBhvr>
                                    </p:animEffec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6" presetClass="entr" presetSubtype="37" fill="hold" nodeType="clickEffect">
                                  <p:stCondLst>
                                    <p:cond delay="0"/>
                                  </p:stCondLst>
                                  <p:childTnLst>
                                    <p:set>
                                      <p:cBhvr>
                                        <p:cTn id="217" dur="1" fill="hold">
                                          <p:stCondLst>
                                            <p:cond delay="0"/>
                                          </p:stCondLst>
                                        </p:cTn>
                                        <p:tgtEl>
                                          <p:spTgt spid="68"/>
                                        </p:tgtEl>
                                        <p:attrNameLst>
                                          <p:attrName>style.visibility</p:attrName>
                                        </p:attrNameLst>
                                      </p:cBhvr>
                                      <p:to>
                                        <p:strVal val="visible"/>
                                      </p:to>
                                    </p:set>
                                    <p:animEffect transition="in" filter="barn(outVertical)">
                                      <p:cBhvr>
                                        <p:cTn id="218" dur="500"/>
                                        <p:tgtEl>
                                          <p:spTgt spid="68"/>
                                        </p:tgtEl>
                                      </p:cBhvr>
                                    </p:animEffect>
                                  </p:childTnLst>
                                </p:cTn>
                              </p:par>
                            </p:childTnLst>
                          </p:cTn>
                        </p:par>
                      </p:childTnLst>
                    </p:cTn>
                  </p:par>
                  <p:par>
                    <p:cTn id="219" fill="hold" nodeType="clickPar">
                      <p:stCondLst>
                        <p:cond delay="indefinite"/>
                      </p:stCondLst>
                      <p:childTnLst>
                        <p:par>
                          <p:cTn id="220" fill="hold" nodeType="withGroup">
                            <p:stCondLst>
                              <p:cond delay="0"/>
                            </p:stCondLst>
                            <p:childTnLst>
                              <p:par>
                                <p:cTn id="221" presetID="16" presetClass="entr" presetSubtype="37" fill="hold" nodeType="clickEffect">
                                  <p:stCondLst>
                                    <p:cond delay="0"/>
                                  </p:stCondLst>
                                  <p:childTnLst>
                                    <p:set>
                                      <p:cBhvr>
                                        <p:cTn id="222" dur="1" fill="hold">
                                          <p:stCondLst>
                                            <p:cond delay="0"/>
                                          </p:stCondLst>
                                        </p:cTn>
                                        <p:tgtEl>
                                          <p:spTgt spid="69"/>
                                        </p:tgtEl>
                                        <p:attrNameLst>
                                          <p:attrName>style.visibility</p:attrName>
                                        </p:attrNameLst>
                                      </p:cBhvr>
                                      <p:to>
                                        <p:strVal val="visible"/>
                                      </p:to>
                                    </p:set>
                                    <p:animEffect transition="in" filter="barn(outVertical)">
                                      <p:cBhvr>
                                        <p:cTn id="223" dur="500"/>
                                        <p:tgtEl>
                                          <p:spTgt spid="69"/>
                                        </p:tgtEl>
                                      </p:cBhvr>
                                    </p:animEffec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24" presetClass="emph" presetSubtype="0" fill="hold" nodeType="clickEffect">
                                  <p:stCondLst>
                                    <p:cond delay="0"/>
                                  </p:stCondLst>
                                  <p:childTnLst>
                                    <p:animClr clrSpc="hsl" dir="cw">
                                      <p:cBhvr override="childStyle">
                                        <p:cTn id="227" dur="500" fill="hold"/>
                                        <p:tgtEl>
                                          <p:spTgt spid="59"/>
                                        </p:tgtEl>
                                        <p:attrNameLst>
                                          <p:attrName>style.color</p:attrName>
                                        </p:attrNameLst>
                                      </p:cBhvr>
                                      <p:by>
                                        <p:hsl h="0" s="-12549" l="-25098"/>
                                      </p:by>
                                    </p:animClr>
                                    <p:animClr clrSpc="hsl" dir="cw">
                                      <p:cBhvr>
                                        <p:cTn id="228" dur="500" fill="hold"/>
                                        <p:tgtEl>
                                          <p:spTgt spid="59"/>
                                        </p:tgtEl>
                                        <p:attrNameLst>
                                          <p:attrName>fillcolor</p:attrName>
                                        </p:attrNameLst>
                                      </p:cBhvr>
                                      <p:by>
                                        <p:hsl h="0" s="-12549" l="-25098"/>
                                      </p:by>
                                    </p:animClr>
                                    <p:animClr clrSpc="hsl" dir="cw">
                                      <p:cBhvr>
                                        <p:cTn id="229" dur="500" fill="hold"/>
                                        <p:tgtEl>
                                          <p:spTgt spid="59"/>
                                        </p:tgtEl>
                                        <p:attrNameLst>
                                          <p:attrName>stroke.color</p:attrName>
                                        </p:attrNameLst>
                                      </p:cBhvr>
                                      <p:by>
                                        <p:hsl h="0" s="-12549" l="-25098"/>
                                      </p:by>
                                    </p:animClr>
                                    <p:set>
                                      <p:cBhvr>
                                        <p:cTn id="230" dur="500" fill="hold"/>
                                        <p:tgtEl>
                                          <p:spTgt spid="59"/>
                                        </p:tgtEl>
                                        <p:attrNameLst>
                                          <p:attrName>fill.type</p:attrName>
                                        </p:attrNameLst>
                                      </p:cBhvr>
                                      <p:to>
                                        <p:strVal val="solid"/>
                                      </p:to>
                                    </p:set>
                                  </p:childTnLst>
                                </p:cTn>
                              </p:par>
                              <p:par>
                                <p:cTn id="231" presetID="24" presetClass="emph" presetSubtype="0" fill="hold" nodeType="withEffect">
                                  <p:stCondLst>
                                    <p:cond delay="0"/>
                                  </p:stCondLst>
                                  <p:childTnLst>
                                    <p:animClr clrSpc="hsl" dir="cw">
                                      <p:cBhvr override="childStyle">
                                        <p:cTn id="232" dur="500" fill="hold"/>
                                        <p:tgtEl>
                                          <p:spTgt spid="60"/>
                                        </p:tgtEl>
                                        <p:attrNameLst>
                                          <p:attrName>style.color</p:attrName>
                                        </p:attrNameLst>
                                      </p:cBhvr>
                                      <p:by>
                                        <p:hsl h="0" s="-12549" l="-25098"/>
                                      </p:by>
                                    </p:animClr>
                                    <p:animClr clrSpc="hsl" dir="cw">
                                      <p:cBhvr>
                                        <p:cTn id="233" dur="500" fill="hold"/>
                                        <p:tgtEl>
                                          <p:spTgt spid="60"/>
                                        </p:tgtEl>
                                        <p:attrNameLst>
                                          <p:attrName>fillcolor</p:attrName>
                                        </p:attrNameLst>
                                      </p:cBhvr>
                                      <p:by>
                                        <p:hsl h="0" s="-12549" l="-25098"/>
                                      </p:by>
                                    </p:animClr>
                                    <p:animClr clrSpc="hsl" dir="cw">
                                      <p:cBhvr>
                                        <p:cTn id="234" dur="500" fill="hold"/>
                                        <p:tgtEl>
                                          <p:spTgt spid="60"/>
                                        </p:tgtEl>
                                        <p:attrNameLst>
                                          <p:attrName>stroke.color</p:attrName>
                                        </p:attrNameLst>
                                      </p:cBhvr>
                                      <p:by>
                                        <p:hsl h="0" s="-12549" l="-25098"/>
                                      </p:by>
                                    </p:animClr>
                                    <p:set>
                                      <p:cBhvr>
                                        <p:cTn id="235" dur="500" fill="hold"/>
                                        <p:tgtEl>
                                          <p:spTgt spid="60"/>
                                        </p:tgtEl>
                                        <p:attrNameLst>
                                          <p:attrName>fill.type</p:attrName>
                                        </p:attrNameLst>
                                      </p:cBhvr>
                                      <p:to>
                                        <p:strVal val="solid"/>
                                      </p:to>
                                    </p:set>
                                  </p:childTnLst>
                                </p:cTn>
                              </p:par>
                            </p:childTnLst>
                          </p:cTn>
                        </p:par>
                      </p:childTnLst>
                    </p:cTn>
                  </p:par>
                  <p:par>
                    <p:cTn id="236" fill="hold" nodeType="clickPar">
                      <p:stCondLst>
                        <p:cond delay="indefinite"/>
                      </p:stCondLst>
                      <p:childTnLst>
                        <p:par>
                          <p:cTn id="237" fill="hold" nodeType="withGroup">
                            <p:stCondLst>
                              <p:cond delay="0"/>
                            </p:stCondLst>
                            <p:childTnLst>
                              <p:par>
                                <p:cTn id="238" presetID="22" presetClass="entr" presetSubtype="4" fill="hold" nodeType="clickEffect">
                                  <p:stCondLst>
                                    <p:cond delay="0"/>
                                  </p:stCondLst>
                                  <p:childTnLst>
                                    <p:set>
                                      <p:cBhvr>
                                        <p:cTn id="239" dur="1" fill="hold">
                                          <p:stCondLst>
                                            <p:cond delay="0"/>
                                          </p:stCondLst>
                                        </p:cTn>
                                        <p:tgtEl>
                                          <p:spTgt spid="70"/>
                                        </p:tgtEl>
                                        <p:attrNameLst>
                                          <p:attrName>style.visibility</p:attrName>
                                        </p:attrNameLst>
                                      </p:cBhvr>
                                      <p:to>
                                        <p:strVal val="visible"/>
                                      </p:to>
                                    </p:set>
                                    <p:animEffect transition="in" filter="wipe(down)">
                                      <p:cBhvr>
                                        <p:cTn id="240" dur="500"/>
                                        <p:tgtEl>
                                          <p:spTgt spid="70"/>
                                        </p:tgtEl>
                                      </p:cBhvr>
                                    </p:animEffect>
                                  </p:childTnLst>
                                </p:cTn>
                              </p:par>
                            </p:childTnLst>
                          </p:cTn>
                        </p:par>
                      </p:childTnLst>
                    </p:cTn>
                  </p:par>
                  <p:par>
                    <p:cTn id="241" fill="hold" nodeType="clickPar">
                      <p:stCondLst>
                        <p:cond delay="indefinite"/>
                      </p:stCondLst>
                      <p:childTnLst>
                        <p:par>
                          <p:cTn id="242" fill="hold" nodeType="withGroup">
                            <p:stCondLst>
                              <p:cond delay="0"/>
                            </p:stCondLst>
                            <p:childTnLst>
                              <p:par>
                                <p:cTn id="243" presetID="53" presetClass="entr" presetSubtype="16" fill="hold" grpId="0" nodeType="clickEffect">
                                  <p:stCondLst>
                                    <p:cond delay="0"/>
                                  </p:stCondLst>
                                  <p:childTnLst>
                                    <p:set>
                                      <p:cBhvr>
                                        <p:cTn id="244" dur="1" fill="hold">
                                          <p:stCondLst>
                                            <p:cond delay="0"/>
                                          </p:stCondLst>
                                        </p:cTn>
                                        <p:tgtEl>
                                          <p:spTgt spid="72"/>
                                        </p:tgtEl>
                                        <p:attrNameLst>
                                          <p:attrName>style.visibility</p:attrName>
                                        </p:attrNameLst>
                                      </p:cBhvr>
                                      <p:to>
                                        <p:strVal val="visible"/>
                                      </p:to>
                                    </p:set>
                                    <p:anim calcmode="lin" valueType="num">
                                      <p:cBhvr>
                                        <p:cTn id="245" dur="500" fill="hold"/>
                                        <p:tgtEl>
                                          <p:spTgt spid="72"/>
                                        </p:tgtEl>
                                        <p:attrNameLst>
                                          <p:attrName>ppt_w</p:attrName>
                                        </p:attrNameLst>
                                      </p:cBhvr>
                                      <p:tavLst>
                                        <p:tav tm="0">
                                          <p:val>
                                            <p:fltVal val="0"/>
                                          </p:val>
                                        </p:tav>
                                        <p:tav tm="100000">
                                          <p:val>
                                            <p:strVal val="#ppt_w"/>
                                          </p:val>
                                        </p:tav>
                                      </p:tavLst>
                                    </p:anim>
                                    <p:anim calcmode="lin" valueType="num">
                                      <p:cBhvr>
                                        <p:cTn id="246" dur="500" fill="hold"/>
                                        <p:tgtEl>
                                          <p:spTgt spid="72"/>
                                        </p:tgtEl>
                                        <p:attrNameLst>
                                          <p:attrName>ppt_h</p:attrName>
                                        </p:attrNameLst>
                                      </p:cBhvr>
                                      <p:tavLst>
                                        <p:tav tm="0">
                                          <p:val>
                                            <p:fltVal val="0"/>
                                          </p:val>
                                        </p:tav>
                                        <p:tav tm="100000">
                                          <p:val>
                                            <p:strVal val="#ppt_h"/>
                                          </p:val>
                                        </p:tav>
                                      </p:tavLst>
                                    </p:anim>
                                    <p:animEffect transition="in" filter="fade">
                                      <p:cBhvr>
                                        <p:cTn id="247" dur="500"/>
                                        <p:tgtEl>
                                          <p:spTgt spid="72"/>
                                        </p:tgtEl>
                                      </p:cBhvr>
                                    </p:animEffect>
                                  </p:childTnLst>
                                </p:cTn>
                              </p:par>
                            </p:childTnLst>
                          </p:cTn>
                        </p:par>
                      </p:childTnLst>
                    </p:cTn>
                  </p:par>
                  <p:par>
                    <p:cTn id="248" fill="hold" nodeType="clickPar">
                      <p:stCondLst>
                        <p:cond delay="indefinite"/>
                      </p:stCondLst>
                      <p:childTnLst>
                        <p:par>
                          <p:cTn id="249" fill="hold" nodeType="withGroup">
                            <p:stCondLst>
                              <p:cond delay="0"/>
                            </p:stCondLst>
                            <p:childTnLst>
                              <p:par>
                                <p:cTn id="250" presetID="53" presetClass="entr" presetSubtype="16" fill="hold" grpId="0" nodeType="clickEffect">
                                  <p:stCondLst>
                                    <p:cond delay="0"/>
                                  </p:stCondLst>
                                  <p:childTnLst>
                                    <p:set>
                                      <p:cBhvr>
                                        <p:cTn id="251" dur="1" fill="hold">
                                          <p:stCondLst>
                                            <p:cond delay="0"/>
                                          </p:stCondLst>
                                        </p:cTn>
                                        <p:tgtEl>
                                          <p:spTgt spid="73"/>
                                        </p:tgtEl>
                                        <p:attrNameLst>
                                          <p:attrName>style.visibility</p:attrName>
                                        </p:attrNameLst>
                                      </p:cBhvr>
                                      <p:to>
                                        <p:strVal val="visible"/>
                                      </p:to>
                                    </p:set>
                                    <p:anim calcmode="lin" valueType="num">
                                      <p:cBhvr>
                                        <p:cTn id="252" dur="500" fill="hold"/>
                                        <p:tgtEl>
                                          <p:spTgt spid="73"/>
                                        </p:tgtEl>
                                        <p:attrNameLst>
                                          <p:attrName>ppt_w</p:attrName>
                                        </p:attrNameLst>
                                      </p:cBhvr>
                                      <p:tavLst>
                                        <p:tav tm="0">
                                          <p:val>
                                            <p:fltVal val="0"/>
                                          </p:val>
                                        </p:tav>
                                        <p:tav tm="100000">
                                          <p:val>
                                            <p:strVal val="#ppt_w"/>
                                          </p:val>
                                        </p:tav>
                                      </p:tavLst>
                                    </p:anim>
                                    <p:anim calcmode="lin" valueType="num">
                                      <p:cBhvr>
                                        <p:cTn id="253" dur="500" fill="hold"/>
                                        <p:tgtEl>
                                          <p:spTgt spid="73"/>
                                        </p:tgtEl>
                                        <p:attrNameLst>
                                          <p:attrName>ppt_h</p:attrName>
                                        </p:attrNameLst>
                                      </p:cBhvr>
                                      <p:tavLst>
                                        <p:tav tm="0">
                                          <p:val>
                                            <p:fltVal val="0"/>
                                          </p:val>
                                        </p:tav>
                                        <p:tav tm="100000">
                                          <p:val>
                                            <p:strVal val="#ppt_h"/>
                                          </p:val>
                                        </p:tav>
                                      </p:tavLst>
                                    </p:anim>
                                    <p:animEffect transition="in" filter="fade">
                                      <p:cBhvr>
                                        <p:cTn id="254" dur="500"/>
                                        <p:tgtEl>
                                          <p:spTgt spid="73"/>
                                        </p:tgtEl>
                                      </p:cBhvr>
                                    </p:animEffec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53" presetClass="entr" presetSubtype="16" fill="hold" grpId="0" nodeType="clickEffect">
                                  <p:stCondLst>
                                    <p:cond delay="0"/>
                                  </p:stCondLst>
                                  <p:childTnLst>
                                    <p:set>
                                      <p:cBhvr>
                                        <p:cTn id="258" dur="1" fill="hold">
                                          <p:stCondLst>
                                            <p:cond delay="0"/>
                                          </p:stCondLst>
                                        </p:cTn>
                                        <p:tgtEl>
                                          <p:spTgt spid="74"/>
                                        </p:tgtEl>
                                        <p:attrNameLst>
                                          <p:attrName>style.visibility</p:attrName>
                                        </p:attrNameLst>
                                      </p:cBhvr>
                                      <p:to>
                                        <p:strVal val="visible"/>
                                      </p:to>
                                    </p:set>
                                    <p:anim calcmode="lin" valueType="num">
                                      <p:cBhvr>
                                        <p:cTn id="259" dur="500" fill="hold"/>
                                        <p:tgtEl>
                                          <p:spTgt spid="74"/>
                                        </p:tgtEl>
                                        <p:attrNameLst>
                                          <p:attrName>ppt_w</p:attrName>
                                        </p:attrNameLst>
                                      </p:cBhvr>
                                      <p:tavLst>
                                        <p:tav tm="0">
                                          <p:val>
                                            <p:fltVal val="0"/>
                                          </p:val>
                                        </p:tav>
                                        <p:tav tm="100000">
                                          <p:val>
                                            <p:strVal val="#ppt_w"/>
                                          </p:val>
                                        </p:tav>
                                      </p:tavLst>
                                    </p:anim>
                                    <p:anim calcmode="lin" valueType="num">
                                      <p:cBhvr>
                                        <p:cTn id="260" dur="500" fill="hold"/>
                                        <p:tgtEl>
                                          <p:spTgt spid="74"/>
                                        </p:tgtEl>
                                        <p:attrNameLst>
                                          <p:attrName>ppt_h</p:attrName>
                                        </p:attrNameLst>
                                      </p:cBhvr>
                                      <p:tavLst>
                                        <p:tav tm="0">
                                          <p:val>
                                            <p:fltVal val="0"/>
                                          </p:val>
                                        </p:tav>
                                        <p:tav tm="100000">
                                          <p:val>
                                            <p:strVal val="#ppt_h"/>
                                          </p:val>
                                        </p:tav>
                                      </p:tavLst>
                                    </p:anim>
                                    <p:animEffect transition="in" filter="fade">
                                      <p:cBhvr>
                                        <p:cTn id="261" dur="500"/>
                                        <p:tgtEl>
                                          <p:spTgt spid="74"/>
                                        </p:tgtEl>
                                      </p:cBhvr>
                                    </p:animEffect>
                                  </p:childTnLst>
                                </p:cTn>
                              </p:par>
                            </p:childTnLst>
                          </p:cTn>
                        </p:par>
                      </p:childTnLst>
                    </p:cTn>
                  </p:par>
                  <p:par>
                    <p:cTn id="262" fill="hold" nodeType="clickPar">
                      <p:stCondLst>
                        <p:cond delay="indefinite"/>
                      </p:stCondLst>
                      <p:childTnLst>
                        <p:par>
                          <p:cTn id="263" fill="hold" nodeType="withGroup">
                            <p:stCondLst>
                              <p:cond delay="0"/>
                            </p:stCondLst>
                            <p:childTnLst>
                              <p:par>
                                <p:cTn id="264" presetID="22" presetClass="entr" presetSubtype="8" fill="hold" grpId="0" nodeType="clickEffect">
                                  <p:stCondLst>
                                    <p:cond delay="0"/>
                                  </p:stCondLst>
                                  <p:childTnLst>
                                    <p:set>
                                      <p:cBhvr>
                                        <p:cTn id="265" dur="1" fill="hold">
                                          <p:stCondLst>
                                            <p:cond delay="0"/>
                                          </p:stCondLst>
                                        </p:cTn>
                                        <p:tgtEl>
                                          <p:spTgt spid="76"/>
                                        </p:tgtEl>
                                        <p:attrNameLst>
                                          <p:attrName>style.visibility</p:attrName>
                                        </p:attrNameLst>
                                      </p:cBhvr>
                                      <p:to>
                                        <p:strVal val="visible"/>
                                      </p:to>
                                    </p:set>
                                    <p:animEffect transition="in" filter="wipe(left)">
                                      <p:cBhvr>
                                        <p:cTn id="266" dur="500"/>
                                        <p:tgtEl>
                                          <p:spTgt spid="76"/>
                                        </p:tgtEl>
                                      </p:cBhvr>
                                    </p:animEffect>
                                  </p:childTnLst>
                                </p:cTn>
                              </p:par>
                            </p:childTnLst>
                          </p:cTn>
                        </p:par>
                      </p:childTnLst>
                    </p:cTn>
                  </p:par>
                  <p:par>
                    <p:cTn id="267" fill="hold" nodeType="clickPar">
                      <p:stCondLst>
                        <p:cond delay="indefinite"/>
                      </p:stCondLst>
                      <p:childTnLst>
                        <p:par>
                          <p:cTn id="268" fill="hold" nodeType="withGroup">
                            <p:stCondLst>
                              <p:cond delay="0"/>
                            </p:stCondLst>
                            <p:childTnLst>
                              <p:par>
                                <p:cTn id="269" presetID="22" presetClass="entr" presetSubtype="1" fill="hold" nodeType="clickEffect">
                                  <p:stCondLst>
                                    <p:cond delay="0"/>
                                  </p:stCondLst>
                                  <p:childTnLst>
                                    <p:set>
                                      <p:cBhvr>
                                        <p:cTn id="270" dur="1" fill="hold">
                                          <p:stCondLst>
                                            <p:cond delay="0"/>
                                          </p:stCondLst>
                                        </p:cTn>
                                        <p:tgtEl>
                                          <p:spTgt spid="41"/>
                                        </p:tgtEl>
                                        <p:attrNameLst>
                                          <p:attrName>style.visibility</p:attrName>
                                        </p:attrNameLst>
                                      </p:cBhvr>
                                      <p:to>
                                        <p:strVal val="visible"/>
                                      </p:to>
                                    </p:set>
                                    <p:animEffect transition="in" filter="wipe(up)">
                                      <p:cBhvr>
                                        <p:cTn id="271" dur="500"/>
                                        <p:tgtEl>
                                          <p:spTgt spid="41"/>
                                        </p:tgtEl>
                                      </p:cBhvr>
                                    </p:animEffect>
                                  </p:childTnLst>
                                </p:cTn>
                              </p:par>
                            </p:childTnLst>
                          </p:cTn>
                        </p:par>
                      </p:childTnLst>
                    </p:cTn>
                  </p:par>
                  <p:par>
                    <p:cTn id="272" fill="hold" nodeType="clickPar">
                      <p:stCondLst>
                        <p:cond delay="indefinite"/>
                      </p:stCondLst>
                      <p:childTnLst>
                        <p:par>
                          <p:cTn id="273" fill="hold" nodeType="withGroup">
                            <p:stCondLst>
                              <p:cond delay="0"/>
                            </p:stCondLst>
                            <p:childTnLst>
                              <p:par>
                                <p:cTn id="274" presetID="16" presetClass="entr" presetSubtype="37" fill="hold" nodeType="clickEffect">
                                  <p:stCondLst>
                                    <p:cond delay="0"/>
                                  </p:stCondLst>
                                  <p:childTnLst>
                                    <p:set>
                                      <p:cBhvr>
                                        <p:cTn id="275" dur="1" fill="hold">
                                          <p:stCondLst>
                                            <p:cond delay="0"/>
                                          </p:stCondLst>
                                        </p:cTn>
                                        <p:tgtEl>
                                          <p:spTgt spid="80"/>
                                        </p:tgtEl>
                                        <p:attrNameLst>
                                          <p:attrName>style.visibility</p:attrName>
                                        </p:attrNameLst>
                                      </p:cBhvr>
                                      <p:to>
                                        <p:strVal val="visible"/>
                                      </p:to>
                                    </p:set>
                                    <p:animEffect transition="in" filter="barn(outVertical)">
                                      <p:cBhvr>
                                        <p:cTn id="276" dur="500"/>
                                        <p:tgtEl>
                                          <p:spTgt spid="80"/>
                                        </p:tgtEl>
                                      </p:cBhvr>
                                    </p:animEffect>
                                  </p:childTnLst>
                                </p:cTn>
                              </p:par>
                            </p:childTnLst>
                          </p:cTn>
                        </p:par>
                      </p:childTnLst>
                    </p:cTn>
                  </p:par>
                  <p:par>
                    <p:cTn id="277" fill="hold" nodeType="clickPar">
                      <p:stCondLst>
                        <p:cond delay="indefinite"/>
                      </p:stCondLst>
                      <p:childTnLst>
                        <p:par>
                          <p:cTn id="278" fill="hold" nodeType="withGroup">
                            <p:stCondLst>
                              <p:cond delay="0"/>
                            </p:stCondLst>
                            <p:childTnLst>
                              <p:par>
                                <p:cTn id="279" presetID="16" presetClass="entr" presetSubtype="37" fill="hold" nodeType="clickEffect">
                                  <p:stCondLst>
                                    <p:cond delay="0"/>
                                  </p:stCondLst>
                                  <p:childTnLst>
                                    <p:set>
                                      <p:cBhvr>
                                        <p:cTn id="280" dur="1" fill="hold">
                                          <p:stCondLst>
                                            <p:cond delay="0"/>
                                          </p:stCondLst>
                                        </p:cTn>
                                        <p:tgtEl>
                                          <p:spTgt spid="81"/>
                                        </p:tgtEl>
                                        <p:attrNameLst>
                                          <p:attrName>style.visibility</p:attrName>
                                        </p:attrNameLst>
                                      </p:cBhvr>
                                      <p:to>
                                        <p:strVal val="visible"/>
                                      </p:to>
                                    </p:set>
                                    <p:animEffect transition="in" filter="barn(outVertical)">
                                      <p:cBhvr>
                                        <p:cTn id="281" dur="500"/>
                                        <p:tgtEl>
                                          <p:spTgt spid="81"/>
                                        </p:tgtEl>
                                      </p:cBhvr>
                                    </p:animEffect>
                                  </p:childTnLst>
                                </p:cTn>
                              </p:par>
                            </p:childTnLst>
                          </p:cTn>
                        </p:par>
                      </p:childTnLst>
                    </p:cTn>
                  </p:par>
                  <p:par>
                    <p:cTn id="282" fill="hold" nodeType="clickPar">
                      <p:stCondLst>
                        <p:cond delay="indefinite"/>
                      </p:stCondLst>
                      <p:childTnLst>
                        <p:par>
                          <p:cTn id="283" fill="hold" nodeType="withGroup">
                            <p:stCondLst>
                              <p:cond delay="0"/>
                            </p:stCondLst>
                            <p:childTnLst>
                              <p:par>
                                <p:cTn id="284" presetID="22" presetClass="entr" presetSubtype="1" fill="hold" nodeType="clickEffect">
                                  <p:stCondLst>
                                    <p:cond delay="0"/>
                                  </p:stCondLst>
                                  <p:childTnLst>
                                    <p:set>
                                      <p:cBhvr>
                                        <p:cTn id="285" dur="1" fill="hold">
                                          <p:stCondLst>
                                            <p:cond delay="0"/>
                                          </p:stCondLst>
                                        </p:cTn>
                                        <p:tgtEl>
                                          <p:spTgt spid="42"/>
                                        </p:tgtEl>
                                        <p:attrNameLst>
                                          <p:attrName>style.visibility</p:attrName>
                                        </p:attrNameLst>
                                      </p:cBhvr>
                                      <p:to>
                                        <p:strVal val="visible"/>
                                      </p:to>
                                    </p:set>
                                    <p:animEffect transition="in" filter="wipe(up)">
                                      <p:cBhvr>
                                        <p:cTn id="286" dur="500"/>
                                        <p:tgtEl>
                                          <p:spTgt spid="42"/>
                                        </p:tgtEl>
                                      </p:cBhvr>
                                    </p:animEffect>
                                  </p:childTnLst>
                                </p:cTn>
                              </p:par>
                            </p:childTnLst>
                          </p:cTn>
                        </p:par>
                      </p:childTnLst>
                    </p:cTn>
                  </p:par>
                  <p:par>
                    <p:cTn id="287" fill="hold" nodeType="clickPar">
                      <p:stCondLst>
                        <p:cond delay="indefinite"/>
                      </p:stCondLst>
                      <p:childTnLst>
                        <p:par>
                          <p:cTn id="288" fill="hold" nodeType="withGroup">
                            <p:stCondLst>
                              <p:cond delay="0"/>
                            </p:stCondLst>
                            <p:childTnLst>
                              <p:par>
                                <p:cTn id="289" presetID="22" presetClass="entr" presetSubtype="4" fill="hold" nodeType="clickEffect">
                                  <p:stCondLst>
                                    <p:cond delay="0"/>
                                  </p:stCondLst>
                                  <p:childTnLst>
                                    <p:set>
                                      <p:cBhvr>
                                        <p:cTn id="290" dur="1" fill="hold">
                                          <p:stCondLst>
                                            <p:cond delay="0"/>
                                          </p:stCondLst>
                                        </p:cTn>
                                        <p:tgtEl>
                                          <p:spTgt spid="44"/>
                                        </p:tgtEl>
                                        <p:attrNameLst>
                                          <p:attrName>style.visibility</p:attrName>
                                        </p:attrNameLst>
                                      </p:cBhvr>
                                      <p:to>
                                        <p:strVal val="visible"/>
                                      </p:to>
                                    </p:set>
                                    <p:animEffect transition="in" filter="wipe(down)">
                                      <p:cBhvr>
                                        <p:cTn id="291" dur="500"/>
                                        <p:tgtEl>
                                          <p:spTgt spid="44"/>
                                        </p:tgtEl>
                                      </p:cBhvr>
                                    </p:animEffect>
                                  </p:childTnLst>
                                </p:cTn>
                              </p:par>
                            </p:childTnLst>
                          </p:cTn>
                        </p:par>
                      </p:childTnLst>
                    </p:cTn>
                  </p:par>
                  <p:par>
                    <p:cTn id="292" fill="hold" nodeType="clickPar">
                      <p:stCondLst>
                        <p:cond delay="indefinite"/>
                      </p:stCondLst>
                      <p:childTnLst>
                        <p:par>
                          <p:cTn id="293" fill="hold" nodeType="withGroup">
                            <p:stCondLst>
                              <p:cond delay="0"/>
                            </p:stCondLst>
                            <p:childTnLst>
                              <p:par>
                                <p:cTn id="294" presetID="22" presetClass="entr" presetSubtype="4" fill="hold" nodeType="clickEffect">
                                  <p:stCondLst>
                                    <p:cond delay="0"/>
                                  </p:stCondLst>
                                  <p:childTnLst>
                                    <p:set>
                                      <p:cBhvr>
                                        <p:cTn id="295" dur="1" fill="hold">
                                          <p:stCondLst>
                                            <p:cond delay="0"/>
                                          </p:stCondLst>
                                        </p:cTn>
                                        <p:tgtEl>
                                          <p:spTgt spid="82"/>
                                        </p:tgtEl>
                                        <p:attrNameLst>
                                          <p:attrName>style.visibility</p:attrName>
                                        </p:attrNameLst>
                                      </p:cBhvr>
                                      <p:to>
                                        <p:strVal val="visible"/>
                                      </p:to>
                                    </p:set>
                                    <p:animEffect transition="in" filter="wipe(down)">
                                      <p:cBhvr>
                                        <p:cTn id="296"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4" grpId="0"/>
      <p:bldP spid="25" grpId="0"/>
      <p:bldP spid="31" grpId="0"/>
      <p:bldP spid="34" grpId="0" animBg="1"/>
      <p:bldP spid="50" grpId="0"/>
      <p:bldP spid="55" grpId="0" animBg="1"/>
      <p:bldP spid="61" grpId="0"/>
      <p:bldP spid="62" grpId="0"/>
      <p:bldP spid="64" grpId="0"/>
      <p:bldP spid="67" grpId="0" animBg="1"/>
      <p:bldP spid="72" grpId="0"/>
      <p:bldP spid="73" grpId="0"/>
      <p:bldP spid="74" grpId="0"/>
      <p:bldP spid="75" grpId="0"/>
      <p:bldP spid="76" grpId="0"/>
      <p:bldP spid="7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1987" name="Rectangle 3"/>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1988" name="Rectangle 4"/>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1989" name="Rectangle 5"/>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1990" name="Rectangle 6"/>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1991" name="Rectangle 7"/>
          <p:cNvSpPr>
            <a:spLocks noChangeArrowheads="1"/>
          </p:cNvSpPr>
          <p:nvPr/>
        </p:nvSpPr>
        <p:spPr bwMode="auto">
          <a:xfrm>
            <a:off x="3067050" y="137584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pic>
        <p:nvPicPr>
          <p:cNvPr id="43017" name="图片 1"/>
          <p:cNvPicPr>
            <a:picLocks noChangeAspect="1"/>
          </p:cNvPicPr>
          <p:nvPr/>
        </p:nvPicPr>
        <p:blipFill>
          <a:blip r:embed="rId2"/>
          <a:srcRect/>
          <a:stretch>
            <a:fillRect/>
          </a:stretch>
        </p:blipFill>
        <p:spPr bwMode="auto">
          <a:xfrm>
            <a:off x="7466013" y="2241550"/>
            <a:ext cx="3141662" cy="3708400"/>
          </a:xfrm>
          <a:prstGeom prst="rect">
            <a:avLst/>
          </a:prstGeom>
          <a:noFill/>
          <a:ln w="9525">
            <a:noFill/>
            <a:miter lim="800000"/>
            <a:headEnd/>
            <a:tailEnd/>
          </a:ln>
        </p:spPr>
      </p:pic>
      <p:pic>
        <p:nvPicPr>
          <p:cNvPr id="41994" name="图片 2"/>
          <p:cNvPicPr>
            <a:picLocks noChangeAspect="1"/>
          </p:cNvPicPr>
          <p:nvPr/>
        </p:nvPicPr>
        <p:blipFill>
          <a:blip r:embed="rId3"/>
          <a:srcRect/>
          <a:stretch>
            <a:fillRect/>
          </a:stretch>
        </p:blipFill>
        <p:spPr bwMode="auto">
          <a:xfrm>
            <a:off x="1631950" y="1560514"/>
            <a:ext cx="5913438" cy="5191125"/>
          </a:xfrm>
          <a:prstGeom prst="rect">
            <a:avLst/>
          </a:prstGeom>
          <a:noFill/>
          <a:ln w="9525">
            <a:noFill/>
            <a:miter lim="800000"/>
            <a:headEnd/>
            <a:tailEnd/>
          </a:ln>
        </p:spPr>
      </p:pic>
      <p:sp>
        <p:nvSpPr>
          <p:cNvPr id="12" name="Text Box 2">
            <a:extLst>
              <a:ext uri="{FF2B5EF4-FFF2-40B4-BE49-F238E27FC236}">
                <a16:creationId xmlns:a16="http://schemas.microsoft.com/office/drawing/2014/main" id="{631CD72D-CF04-4385-8C0A-A0D00EABAE3B}"/>
              </a:ext>
            </a:extLst>
          </p:cNvPr>
          <p:cNvSpPr txBox="1">
            <a:spLocks noChangeArrowheads="1"/>
          </p:cNvSpPr>
          <p:nvPr/>
        </p:nvSpPr>
        <p:spPr bwMode="auto">
          <a:xfrm>
            <a:off x="1614488" y="453510"/>
            <a:ext cx="6000750" cy="519112"/>
          </a:xfrm>
          <a:prstGeom prst="rect">
            <a:avLst/>
          </a:prstGeom>
          <a:noFill/>
          <a:ln w="9525">
            <a:noFill/>
            <a:miter lim="800000"/>
            <a:headEnd/>
            <a:tailEnd/>
          </a:ln>
          <a:effectLst/>
        </p:spPr>
        <p:txBody>
          <a:bodyPr>
            <a:spAutoFit/>
          </a:bodyPr>
          <a:lstStyle/>
          <a:p>
            <a:pPr eaLnBrk="1" hangingPunct="1">
              <a:defRPr/>
            </a:pPr>
            <a:r>
              <a:rPr kumimoji="1" lang="zh-CN" altLang="en-US" sz="2800" b="1" dirty="0">
                <a:effectLst>
                  <a:outerShdw blurRad="38100" dist="38100" dir="2700000" algn="tl">
                    <a:srgbClr val="C0C0C0"/>
                  </a:outerShdw>
                </a:effectLst>
                <a:latin typeface="黑体" panose="02010609060101010101" pitchFamily="49" charset="-122"/>
                <a:ea typeface="黑体" panose="02010609060101010101" pitchFamily="49" charset="-122"/>
              </a:rPr>
              <a:t>例：求作圆柱与圆锥相贯线的投影</a:t>
            </a:r>
            <a:r>
              <a:rPr kumimoji="1" lang="zh-CN" altLang="en-US" sz="2800" dirty="0">
                <a:latin typeface="黑体" panose="02010609060101010101" pitchFamily="49" charset="-122"/>
                <a:ea typeface="黑体" panose="02010609060101010101" pitchFamily="49" charset="-122"/>
              </a:rPr>
              <a:t> </a:t>
            </a:r>
            <a:r>
              <a:rPr kumimoji="1" lang="zh-CN" altLang="en-US" sz="2800" b="1" dirty="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43017"/>
                                        </p:tgtEl>
                                        <p:attrNameLst>
                                          <p:attrName>style.visibility</p:attrName>
                                        </p:attrNameLst>
                                      </p:cBhvr>
                                      <p:to>
                                        <p:strVal val="visible"/>
                                      </p:to>
                                    </p:set>
                                    <p:animEffect transition="in" filter="slide(fromRight)">
                                      <p:cBhvr>
                                        <p:cTn id="7" dur="500"/>
                                        <p:tgtEl>
                                          <p:spTgt spid="430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5051425" y="266413"/>
            <a:ext cx="2441694" cy="584775"/>
          </a:xfrm>
          <a:prstGeom prst="rect">
            <a:avLst/>
          </a:prstGeom>
          <a:noFill/>
          <a:ln w="9525">
            <a:noFill/>
            <a:miter lim="800000"/>
            <a:headEnd/>
            <a:tailEnd/>
          </a:ln>
        </p:spPr>
        <p:txBody>
          <a:bodyPr wrap="none" anchor="ctr">
            <a:spAutoFit/>
          </a:bodyPr>
          <a:lstStyle/>
          <a:p>
            <a:pPr eaLnBrk="1" hangingPunct="1"/>
            <a:r>
              <a:rPr lang="zh-CN" altLang="en-US" sz="3200" b="1" dirty="0">
                <a:latin typeface="黑体" panose="02010609060101010101" pitchFamily="49" charset="-122"/>
                <a:ea typeface="黑体" panose="02010609060101010101" pitchFamily="49" charset="-122"/>
              </a:rPr>
              <a:t>本 讲 小 结</a:t>
            </a:r>
          </a:p>
        </p:txBody>
      </p:sp>
      <p:sp>
        <p:nvSpPr>
          <p:cNvPr id="159747" name="Text Box 3"/>
          <p:cNvSpPr txBox="1">
            <a:spLocks noChangeArrowheads="1"/>
          </p:cNvSpPr>
          <p:nvPr/>
        </p:nvSpPr>
        <p:spPr bwMode="auto">
          <a:xfrm>
            <a:off x="2286000" y="1698626"/>
            <a:ext cx="8382000" cy="830263"/>
          </a:xfrm>
          <a:prstGeom prst="rect">
            <a:avLst/>
          </a:prstGeom>
          <a:noFill/>
          <a:ln w="9525">
            <a:noFill/>
            <a:miter lim="800000"/>
            <a:headEnd/>
            <a:tailEnd/>
          </a:ln>
        </p:spPr>
        <p:txBody>
          <a:bodyPr anchor="ctr">
            <a:spAutoFit/>
          </a:bodyPr>
          <a:lstStyle/>
          <a:p>
            <a:pPr eaLnBrk="1" hangingPunct="1"/>
            <a:r>
              <a:rPr lang="en-US" altLang="zh-CN" sz="2400"/>
              <a:t>    </a:t>
            </a:r>
            <a:r>
              <a:rPr lang="zh-CN" altLang="en-US" sz="2400"/>
              <a:t>根据</a:t>
            </a:r>
            <a:r>
              <a:rPr lang="zh-CN" altLang="en-US" sz="2400">
                <a:solidFill>
                  <a:srgbClr val="FF0000"/>
                </a:solidFill>
              </a:rPr>
              <a:t>三面共点</a:t>
            </a:r>
            <a:r>
              <a:rPr lang="zh-CN" altLang="en-US" sz="2400"/>
              <a:t>的原理，利用辅助平面求出两回转体表面上的若干共有点，从而画出相贯线的投影。</a:t>
            </a:r>
          </a:p>
        </p:txBody>
      </p:sp>
      <p:sp>
        <p:nvSpPr>
          <p:cNvPr id="159748" name="Text Box 4"/>
          <p:cNvSpPr txBox="1">
            <a:spLocks noChangeArrowheads="1"/>
          </p:cNvSpPr>
          <p:nvPr/>
        </p:nvSpPr>
        <p:spPr bwMode="auto">
          <a:xfrm>
            <a:off x="1753604" y="2626774"/>
            <a:ext cx="2428875" cy="523875"/>
          </a:xfrm>
          <a:prstGeom prst="rect">
            <a:avLst/>
          </a:prstGeom>
          <a:noFill/>
          <a:ln w="9525">
            <a:noFill/>
            <a:miter lim="800000"/>
            <a:headEnd/>
            <a:tailEnd/>
          </a:ln>
        </p:spPr>
        <p:txBody>
          <a:bodyPr wrap="none" anchor="ctr">
            <a:spAutoFit/>
          </a:bodyPr>
          <a:lstStyle/>
          <a:p>
            <a:pPr eaLnBrk="1" hangingPunct="1"/>
            <a:r>
              <a:rPr lang="en-US" altLang="zh-CN" sz="2800" dirty="0">
                <a:solidFill>
                  <a:srgbClr val="FF0000"/>
                </a:solidFill>
                <a:latin typeface="Times New Roman" pitchFamily="18" charset="0"/>
                <a:ea typeface="黑体" pitchFamily="49" charset="-122"/>
              </a:rPr>
              <a:t>☆ </a:t>
            </a:r>
            <a:r>
              <a:rPr lang="zh-CN" altLang="en-US" sz="2800" dirty="0">
                <a:solidFill>
                  <a:srgbClr val="FF0000"/>
                </a:solidFill>
                <a:latin typeface="Times New Roman" pitchFamily="18" charset="0"/>
                <a:ea typeface="黑体" pitchFamily="49" charset="-122"/>
              </a:rPr>
              <a:t>作图步骤：</a:t>
            </a:r>
          </a:p>
        </p:txBody>
      </p:sp>
      <p:sp>
        <p:nvSpPr>
          <p:cNvPr id="159749" name="Text Box 5"/>
          <p:cNvSpPr txBox="1">
            <a:spLocks noChangeArrowheads="1"/>
          </p:cNvSpPr>
          <p:nvPr/>
        </p:nvSpPr>
        <p:spPr bwMode="auto">
          <a:xfrm>
            <a:off x="1756649" y="4710848"/>
            <a:ext cx="4801314" cy="584775"/>
          </a:xfrm>
          <a:prstGeom prst="rect">
            <a:avLst/>
          </a:prstGeom>
          <a:noFill/>
          <a:ln w="9525">
            <a:noFill/>
            <a:miter lim="800000"/>
            <a:headEnd/>
            <a:tailEnd/>
          </a:ln>
        </p:spPr>
        <p:txBody>
          <a:bodyPr wrap="none" anchor="ctr">
            <a:spAutoFit/>
          </a:bodyPr>
          <a:lstStyle/>
          <a:p>
            <a:pPr eaLnBrk="1" hangingPunct="1"/>
            <a:r>
              <a:rPr lang="en-US" altLang="zh-CN" sz="3200" dirty="0">
                <a:solidFill>
                  <a:srgbClr val="FF0000"/>
                </a:solidFill>
                <a:latin typeface="Times New Roman" pitchFamily="18" charset="0"/>
                <a:ea typeface="黑体" pitchFamily="49" charset="-122"/>
              </a:rPr>
              <a:t>☆ </a:t>
            </a:r>
            <a:r>
              <a:rPr lang="zh-CN" altLang="en-US" sz="3200" dirty="0">
                <a:solidFill>
                  <a:srgbClr val="FF0000"/>
                </a:solidFill>
                <a:latin typeface="Times New Roman" pitchFamily="18" charset="0"/>
                <a:ea typeface="黑体" pitchFamily="49" charset="-122"/>
              </a:rPr>
              <a:t>辅助平面的选择原则：</a:t>
            </a:r>
          </a:p>
        </p:txBody>
      </p:sp>
      <p:sp>
        <p:nvSpPr>
          <p:cNvPr id="159750" name="Text Box 6"/>
          <p:cNvSpPr txBox="1">
            <a:spLocks noChangeArrowheads="1"/>
          </p:cNvSpPr>
          <p:nvPr/>
        </p:nvSpPr>
        <p:spPr bwMode="auto">
          <a:xfrm>
            <a:off x="2121753" y="5348288"/>
            <a:ext cx="8301038" cy="946150"/>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2800" dirty="0"/>
              <a:t>    </a:t>
            </a:r>
            <a:r>
              <a:rPr lang="zh-CN" altLang="en-US" sz="2800" dirty="0"/>
              <a:t>使辅助平面与两回转体</a:t>
            </a:r>
            <a:r>
              <a:rPr lang="zh-CN" altLang="en-US" sz="2800" dirty="0">
                <a:solidFill>
                  <a:schemeClr val="tx2"/>
                </a:solidFill>
              </a:rPr>
              <a:t>表面的</a:t>
            </a:r>
            <a:r>
              <a:rPr lang="zh-CN" altLang="en-US" sz="2800" dirty="0"/>
              <a:t>交线的投影简单易画，例如直线或圆。</a:t>
            </a:r>
          </a:p>
        </p:txBody>
      </p:sp>
      <p:sp>
        <p:nvSpPr>
          <p:cNvPr id="159751" name="Text Box 7"/>
          <p:cNvSpPr txBox="1">
            <a:spLocks noChangeArrowheads="1"/>
          </p:cNvSpPr>
          <p:nvPr/>
        </p:nvSpPr>
        <p:spPr bwMode="auto">
          <a:xfrm>
            <a:off x="3603625" y="6294438"/>
            <a:ext cx="4471988" cy="519112"/>
          </a:xfrm>
          <a:prstGeom prst="rect">
            <a:avLst/>
          </a:prstGeom>
          <a:solidFill>
            <a:srgbClr val="FFFF00"/>
          </a:solidFill>
          <a:ln w="9525">
            <a:noFill/>
            <a:miter lim="800000"/>
            <a:headEnd/>
            <a:tailEnd/>
          </a:ln>
        </p:spPr>
        <p:txBody>
          <a:bodyPr anchor="ctr">
            <a:spAutoFit/>
          </a:bodyPr>
          <a:lstStyle/>
          <a:p>
            <a:pPr eaLnBrk="1" hangingPunct="1"/>
            <a:r>
              <a:rPr lang="zh-CN" altLang="en-US" sz="2800"/>
              <a:t>一般选择</a:t>
            </a:r>
            <a:r>
              <a:rPr lang="zh-CN" altLang="en-US" sz="2800">
                <a:solidFill>
                  <a:srgbClr val="FF0000"/>
                </a:solidFill>
              </a:rPr>
              <a:t>投影面平行面</a:t>
            </a:r>
            <a:r>
              <a:rPr lang="zh-CN" altLang="en-US" sz="2800"/>
              <a:t>。</a:t>
            </a:r>
          </a:p>
        </p:txBody>
      </p:sp>
      <p:sp>
        <p:nvSpPr>
          <p:cNvPr id="159752" name="Text Box 8"/>
          <p:cNvSpPr txBox="1">
            <a:spLocks noChangeArrowheads="1"/>
          </p:cNvSpPr>
          <p:nvPr/>
        </p:nvSpPr>
        <p:spPr bwMode="auto">
          <a:xfrm>
            <a:off x="2573339" y="3198813"/>
            <a:ext cx="4886325" cy="461962"/>
          </a:xfrm>
          <a:prstGeom prst="rect">
            <a:avLst/>
          </a:prstGeom>
          <a:noFill/>
          <a:ln w="19050">
            <a:noFill/>
            <a:miter lim="800000"/>
            <a:headEnd/>
            <a:tailEnd/>
          </a:ln>
        </p:spPr>
        <p:txBody>
          <a:bodyPr wrap="none" anchor="ctr">
            <a:spAutoFit/>
          </a:bodyPr>
          <a:lstStyle/>
          <a:p>
            <a:pPr eaLnBrk="1" hangingPunct="1"/>
            <a:r>
              <a:rPr lang="en-US" altLang="zh-CN" sz="2400"/>
              <a:t>◆ </a:t>
            </a:r>
            <a:r>
              <a:rPr lang="zh-CN" altLang="en-US" sz="2400"/>
              <a:t>作辅助平面与相贯的两立体相交</a:t>
            </a:r>
          </a:p>
        </p:txBody>
      </p:sp>
      <p:sp>
        <p:nvSpPr>
          <p:cNvPr id="159753" name="Text Box 9"/>
          <p:cNvSpPr txBox="1">
            <a:spLocks noChangeArrowheads="1"/>
          </p:cNvSpPr>
          <p:nvPr/>
        </p:nvSpPr>
        <p:spPr bwMode="auto">
          <a:xfrm>
            <a:off x="2573338" y="3698876"/>
            <a:ext cx="7969250" cy="461963"/>
          </a:xfrm>
          <a:prstGeom prst="rect">
            <a:avLst/>
          </a:prstGeom>
          <a:noFill/>
          <a:ln w="19050">
            <a:noFill/>
            <a:miter lim="800000"/>
            <a:headEnd/>
            <a:tailEnd/>
          </a:ln>
        </p:spPr>
        <p:txBody>
          <a:bodyPr anchor="ctr">
            <a:spAutoFit/>
          </a:bodyPr>
          <a:lstStyle/>
          <a:p>
            <a:pPr eaLnBrk="1" hangingPunct="1"/>
            <a:r>
              <a:rPr lang="en-US" altLang="zh-CN" sz="2400"/>
              <a:t>◆ </a:t>
            </a:r>
            <a:r>
              <a:rPr lang="zh-CN" altLang="en-US" sz="2400"/>
              <a:t>分别求出辅助平面与相贯的两立体表面的交线</a:t>
            </a:r>
          </a:p>
        </p:txBody>
      </p:sp>
      <p:sp>
        <p:nvSpPr>
          <p:cNvPr id="159754" name="Text Box 10"/>
          <p:cNvSpPr txBox="1">
            <a:spLocks noChangeArrowheads="1"/>
          </p:cNvSpPr>
          <p:nvPr/>
        </p:nvSpPr>
        <p:spPr bwMode="auto">
          <a:xfrm>
            <a:off x="2573339" y="4238626"/>
            <a:ext cx="5502275" cy="461963"/>
          </a:xfrm>
          <a:prstGeom prst="rect">
            <a:avLst/>
          </a:prstGeom>
          <a:noFill/>
          <a:ln w="19050">
            <a:noFill/>
            <a:miter lim="800000"/>
            <a:headEnd/>
            <a:tailEnd/>
          </a:ln>
        </p:spPr>
        <p:txBody>
          <a:bodyPr wrap="none" anchor="ctr">
            <a:spAutoFit/>
          </a:bodyPr>
          <a:lstStyle/>
          <a:p>
            <a:pPr eaLnBrk="1" hangingPunct="1"/>
            <a:r>
              <a:rPr lang="en-US" altLang="zh-CN" sz="2400"/>
              <a:t>◆ </a:t>
            </a:r>
            <a:r>
              <a:rPr lang="zh-CN" altLang="en-US" sz="2400"/>
              <a:t>求出交线的交点（即相贯线上的点）</a:t>
            </a:r>
          </a:p>
        </p:txBody>
      </p:sp>
      <p:sp>
        <p:nvSpPr>
          <p:cNvPr id="43019" name="Text Box 2"/>
          <p:cNvSpPr txBox="1">
            <a:spLocks noChangeArrowheads="1"/>
          </p:cNvSpPr>
          <p:nvPr/>
        </p:nvSpPr>
        <p:spPr bwMode="auto">
          <a:xfrm>
            <a:off x="1748466" y="1209816"/>
            <a:ext cx="2787650" cy="523875"/>
          </a:xfrm>
          <a:prstGeom prst="rect">
            <a:avLst/>
          </a:prstGeom>
          <a:noFill/>
          <a:ln w="9525">
            <a:noFill/>
            <a:miter lim="800000"/>
            <a:headEnd/>
            <a:tailEnd/>
          </a:ln>
        </p:spPr>
        <p:txBody>
          <a:bodyPr wrap="none" anchor="ctr">
            <a:spAutoFit/>
          </a:bodyPr>
          <a:lstStyle/>
          <a:p>
            <a:pPr eaLnBrk="1" hangingPunct="1"/>
            <a:r>
              <a:rPr lang="en-US" altLang="zh-CN" sz="2800" dirty="0">
                <a:solidFill>
                  <a:srgbClr val="FF0000"/>
                </a:solidFill>
                <a:latin typeface="Times New Roman" pitchFamily="18" charset="0"/>
                <a:ea typeface="黑体" pitchFamily="49" charset="-122"/>
              </a:rPr>
              <a:t>☆ </a:t>
            </a:r>
            <a:r>
              <a:rPr lang="zh-CN" altLang="en-US" sz="2800" dirty="0">
                <a:solidFill>
                  <a:srgbClr val="FF0000"/>
                </a:solidFill>
                <a:latin typeface="Times New Roman" pitchFamily="18" charset="0"/>
                <a:ea typeface="黑体" pitchFamily="49" charset="-122"/>
              </a:rPr>
              <a:t>辅助平面法：</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59747"/>
                                        </p:tgtEl>
                                        <p:attrNameLst>
                                          <p:attrName>style.visibility</p:attrName>
                                        </p:attrNameLst>
                                      </p:cBhvr>
                                      <p:to>
                                        <p:strVal val="visible"/>
                                      </p:to>
                                    </p:set>
                                    <p:anim calcmode="lin" valueType="num">
                                      <p:cBhvr additive="base">
                                        <p:cTn id="7" dur="500" fill="hold"/>
                                        <p:tgtEl>
                                          <p:spTgt spid="159747"/>
                                        </p:tgtEl>
                                        <p:attrNameLst>
                                          <p:attrName>ppt_x</p:attrName>
                                        </p:attrNameLst>
                                      </p:cBhvr>
                                      <p:tavLst>
                                        <p:tav tm="0">
                                          <p:val>
                                            <p:strVal val="#ppt_x"/>
                                          </p:val>
                                        </p:tav>
                                        <p:tav tm="100000">
                                          <p:val>
                                            <p:strVal val="#ppt_x"/>
                                          </p:val>
                                        </p:tav>
                                      </p:tavLst>
                                    </p:anim>
                                    <p:anim calcmode="lin" valueType="num">
                                      <p:cBhvr additive="base">
                                        <p:cTn id="8" dur="500" fill="hold"/>
                                        <p:tgtEl>
                                          <p:spTgt spid="159747"/>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9748"/>
                                        </p:tgtEl>
                                        <p:attrNameLst>
                                          <p:attrName>style.visibility</p:attrName>
                                        </p:attrNameLst>
                                      </p:cBhvr>
                                      <p:to>
                                        <p:strVal val="visible"/>
                                      </p:to>
                                    </p:set>
                                    <p:anim calcmode="lin" valueType="num">
                                      <p:cBhvr additive="base">
                                        <p:cTn id="13" dur="500" fill="hold"/>
                                        <p:tgtEl>
                                          <p:spTgt spid="159748"/>
                                        </p:tgtEl>
                                        <p:attrNameLst>
                                          <p:attrName>ppt_x</p:attrName>
                                        </p:attrNameLst>
                                      </p:cBhvr>
                                      <p:tavLst>
                                        <p:tav tm="0">
                                          <p:val>
                                            <p:strVal val="0-#ppt_w/2"/>
                                          </p:val>
                                        </p:tav>
                                        <p:tav tm="100000">
                                          <p:val>
                                            <p:strVal val="#ppt_x"/>
                                          </p:val>
                                        </p:tav>
                                      </p:tavLst>
                                    </p:anim>
                                    <p:anim calcmode="lin" valueType="num">
                                      <p:cBhvr additive="base">
                                        <p:cTn id="14" dur="500" fill="hold"/>
                                        <p:tgtEl>
                                          <p:spTgt spid="15974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59752"/>
                                        </p:tgtEl>
                                        <p:attrNameLst>
                                          <p:attrName>style.visibility</p:attrName>
                                        </p:attrNameLst>
                                      </p:cBhvr>
                                      <p:to>
                                        <p:strVal val="visible"/>
                                      </p:to>
                                    </p:set>
                                    <p:animEffect transition="in" filter="blinds(horizontal)">
                                      <p:cBhvr>
                                        <p:cTn id="19" dur="500"/>
                                        <p:tgtEl>
                                          <p:spTgt spid="15975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59753"/>
                                        </p:tgtEl>
                                        <p:attrNameLst>
                                          <p:attrName>style.visibility</p:attrName>
                                        </p:attrNameLst>
                                      </p:cBhvr>
                                      <p:to>
                                        <p:strVal val="visible"/>
                                      </p:to>
                                    </p:set>
                                    <p:animEffect transition="in" filter="blinds(horizontal)">
                                      <p:cBhvr>
                                        <p:cTn id="24" dur="500"/>
                                        <p:tgtEl>
                                          <p:spTgt spid="15975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59754"/>
                                        </p:tgtEl>
                                        <p:attrNameLst>
                                          <p:attrName>style.visibility</p:attrName>
                                        </p:attrNameLst>
                                      </p:cBhvr>
                                      <p:to>
                                        <p:strVal val="visible"/>
                                      </p:to>
                                    </p:set>
                                    <p:animEffect transition="in" filter="blinds(horizontal)">
                                      <p:cBhvr>
                                        <p:cTn id="29" dur="500"/>
                                        <p:tgtEl>
                                          <p:spTgt spid="15975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8" fill="hold" grpId="0" nodeType="clickEffect">
                                  <p:stCondLst>
                                    <p:cond delay="0"/>
                                  </p:stCondLst>
                                  <p:childTnLst>
                                    <p:set>
                                      <p:cBhvr>
                                        <p:cTn id="33" dur="1" fill="hold">
                                          <p:stCondLst>
                                            <p:cond delay="0"/>
                                          </p:stCondLst>
                                        </p:cTn>
                                        <p:tgtEl>
                                          <p:spTgt spid="159749"/>
                                        </p:tgtEl>
                                        <p:attrNameLst>
                                          <p:attrName>style.visibility</p:attrName>
                                        </p:attrNameLst>
                                      </p:cBhvr>
                                      <p:to>
                                        <p:strVal val="visible"/>
                                      </p:to>
                                    </p:set>
                                    <p:anim calcmode="lin" valueType="num">
                                      <p:cBhvr>
                                        <p:cTn id="34" dur="500" fill="hold"/>
                                        <p:tgtEl>
                                          <p:spTgt spid="159749"/>
                                        </p:tgtEl>
                                        <p:attrNameLst>
                                          <p:attrName>ppt_x</p:attrName>
                                        </p:attrNameLst>
                                      </p:cBhvr>
                                      <p:tavLst>
                                        <p:tav tm="0">
                                          <p:val>
                                            <p:strVal val="#ppt_x-#ppt_w/2"/>
                                          </p:val>
                                        </p:tav>
                                        <p:tav tm="100000">
                                          <p:val>
                                            <p:strVal val="#ppt_x"/>
                                          </p:val>
                                        </p:tav>
                                      </p:tavLst>
                                    </p:anim>
                                    <p:anim calcmode="lin" valueType="num">
                                      <p:cBhvr>
                                        <p:cTn id="35" dur="500" fill="hold"/>
                                        <p:tgtEl>
                                          <p:spTgt spid="159749"/>
                                        </p:tgtEl>
                                        <p:attrNameLst>
                                          <p:attrName>ppt_y</p:attrName>
                                        </p:attrNameLst>
                                      </p:cBhvr>
                                      <p:tavLst>
                                        <p:tav tm="0">
                                          <p:val>
                                            <p:strVal val="#ppt_y"/>
                                          </p:val>
                                        </p:tav>
                                        <p:tav tm="100000">
                                          <p:val>
                                            <p:strVal val="#ppt_y"/>
                                          </p:val>
                                        </p:tav>
                                      </p:tavLst>
                                    </p:anim>
                                    <p:anim calcmode="lin" valueType="num">
                                      <p:cBhvr>
                                        <p:cTn id="36" dur="500" fill="hold"/>
                                        <p:tgtEl>
                                          <p:spTgt spid="159749"/>
                                        </p:tgtEl>
                                        <p:attrNameLst>
                                          <p:attrName>ppt_w</p:attrName>
                                        </p:attrNameLst>
                                      </p:cBhvr>
                                      <p:tavLst>
                                        <p:tav tm="0">
                                          <p:val>
                                            <p:fltVal val="0"/>
                                          </p:val>
                                        </p:tav>
                                        <p:tav tm="100000">
                                          <p:val>
                                            <p:strVal val="#ppt_w"/>
                                          </p:val>
                                        </p:tav>
                                      </p:tavLst>
                                    </p:anim>
                                    <p:anim calcmode="lin" valueType="num">
                                      <p:cBhvr>
                                        <p:cTn id="37" dur="500" fill="hold"/>
                                        <p:tgtEl>
                                          <p:spTgt spid="159749"/>
                                        </p:tgtEl>
                                        <p:attrNameLst>
                                          <p:attrName>ppt_h</p:attrName>
                                        </p:attrNameLst>
                                      </p:cBhvr>
                                      <p:tavLst>
                                        <p:tav tm="0">
                                          <p:val>
                                            <p:strVal val="#ppt_h"/>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10" fill="hold" grpId="0" nodeType="clickEffect">
                                  <p:stCondLst>
                                    <p:cond delay="0"/>
                                  </p:stCondLst>
                                  <p:childTnLst>
                                    <p:set>
                                      <p:cBhvr>
                                        <p:cTn id="41" dur="1" fill="hold">
                                          <p:stCondLst>
                                            <p:cond delay="0"/>
                                          </p:stCondLst>
                                        </p:cTn>
                                        <p:tgtEl>
                                          <p:spTgt spid="159750"/>
                                        </p:tgtEl>
                                        <p:attrNameLst>
                                          <p:attrName>style.visibility</p:attrName>
                                        </p:attrNameLst>
                                      </p:cBhvr>
                                      <p:to>
                                        <p:strVal val="visible"/>
                                      </p:to>
                                    </p:set>
                                    <p:anim calcmode="lin" valueType="num">
                                      <p:cBhvr>
                                        <p:cTn id="42" dur="500" fill="hold"/>
                                        <p:tgtEl>
                                          <p:spTgt spid="159750"/>
                                        </p:tgtEl>
                                        <p:attrNameLst>
                                          <p:attrName>ppt_w</p:attrName>
                                        </p:attrNameLst>
                                      </p:cBhvr>
                                      <p:tavLst>
                                        <p:tav tm="0">
                                          <p:val>
                                            <p:fltVal val="0"/>
                                          </p:val>
                                        </p:tav>
                                        <p:tav tm="100000">
                                          <p:val>
                                            <p:strVal val="#ppt_w"/>
                                          </p:val>
                                        </p:tav>
                                      </p:tavLst>
                                    </p:anim>
                                    <p:anim calcmode="lin" valueType="num">
                                      <p:cBhvr>
                                        <p:cTn id="43" dur="500" fill="hold"/>
                                        <p:tgtEl>
                                          <p:spTgt spid="159750"/>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59751"/>
                                        </p:tgtEl>
                                        <p:attrNameLst>
                                          <p:attrName>style.visibility</p:attrName>
                                        </p:attrNameLst>
                                      </p:cBhvr>
                                      <p:to>
                                        <p:strVal val="visible"/>
                                      </p:to>
                                    </p:set>
                                    <p:anim calcmode="lin" valueType="num">
                                      <p:cBhvr additive="base">
                                        <p:cTn id="48" dur="500" fill="hold"/>
                                        <p:tgtEl>
                                          <p:spTgt spid="159751"/>
                                        </p:tgtEl>
                                        <p:attrNameLst>
                                          <p:attrName>ppt_x</p:attrName>
                                        </p:attrNameLst>
                                      </p:cBhvr>
                                      <p:tavLst>
                                        <p:tav tm="0">
                                          <p:val>
                                            <p:strVal val="#ppt_x"/>
                                          </p:val>
                                        </p:tav>
                                        <p:tav tm="100000">
                                          <p:val>
                                            <p:strVal val="#ppt_x"/>
                                          </p:val>
                                        </p:tav>
                                      </p:tavLst>
                                    </p:anim>
                                    <p:anim calcmode="lin" valueType="num">
                                      <p:cBhvr additive="base">
                                        <p:cTn id="49" dur="500" fill="hold"/>
                                        <p:tgtEl>
                                          <p:spTgt spid="1597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autoUpdateAnimBg="0"/>
      <p:bldP spid="159748" grpId="0" autoUpdateAnimBg="0"/>
      <p:bldP spid="159749" grpId="0" autoUpdateAnimBg="0"/>
      <p:bldP spid="159750" grpId="0" animBg="1" autoUpdateAnimBg="0"/>
      <p:bldP spid="159751" grpId="0" animBg="1" autoUpdateAnimBg="0"/>
      <p:bldP spid="159752" grpId="0" autoUpdateAnimBg="0"/>
      <p:bldP spid="159753" grpId="0" autoUpdateAnimBg="0"/>
      <p:bldP spid="159754"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3067050" y="172509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4035" name="Rectangle 3"/>
          <p:cNvSpPr>
            <a:spLocks noChangeArrowheads="1"/>
          </p:cNvSpPr>
          <p:nvPr/>
        </p:nvSpPr>
        <p:spPr bwMode="auto">
          <a:xfrm>
            <a:off x="3067050" y="172509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4036" name="Rectangle 4"/>
          <p:cNvSpPr>
            <a:spLocks noChangeArrowheads="1"/>
          </p:cNvSpPr>
          <p:nvPr/>
        </p:nvSpPr>
        <p:spPr bwMode="auto">
          <a:xfrm>
            <a:off x="3067050" y="172509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4037" name="Rectangle 5"/>
          <p:cNvSpPr>
            <a:spLocks noChangeArrowheads="1"/>
          </p:cNvSpPr>
          <p:nvPr/>
        </p:nvSpPr>
        <p:spPr bwMode="auto">
          <a:xfrm>
            <a:off x="3067050" y="172509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4038" name="Rectangle 6"/>
          <p:cNvSpPr>
            <a:spLocks noChangeArrowheads="1"/>
          </p:cNvSpPr>
          <p:nvPr/>
        </p:nvSpPr>
        <p:spPr bwMode="auto">
          <a:xfrm>
            <a:off x="3067050" y="172509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4039" name="Rectangle 7"/>
          <p:cNvSpPr>
            <a:spLocks noChangeArrowheads="1"/>
          </p:cNvSpPr>
          <p:nvPr/>
        </p:nvSpPr>
        <p:spPr bwMode="auto">
          <a:xfrm>
            <a:off x="3067050" y="1725097"/>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132104" name="Text Box 8"/>
          <p:cNvSpPr txBox="1">
            <a:spLocks noChangeArrowheads="1"/>
          </p:cNvSpPr>
          <p:nvPr/>
        </p:nvSpPr>
        <p:spPr bwMode="auto">
          <a:xfrm>
            <a:off x="1919288" y="1330325"/>
            <a:ext cx="8280400" cy="1373188"/>
          </a:xfrm>
          <a:prstGeom prst="rect">
            <a:avLst/>
          </a:prstGeom>
          <a:noFill/>
          <a:ln w="9525">
            <a:noFill/>
            <a:miter lim="800000"/>
            <a:headEnd/>
            <a:tailEnd/>
          </a:ln>
        </p:spPr>
        <p:txBody>
          <a:bodyPr>
            <a:spAutoFit/>
          </a:bodyPr>
          <a:lstStyle/>
          <a:p>
            <a:pPr eaLnBrk="1" hangingPunct="1"/>
            <a:r>
              <a:rPr kumimoji="1" lang="en-US" altLang="zh-CN" sz="2800" b="1"/>
              <a:t>       </a:t>
            </a:r>
            <a:r>
              <a:rPr kumimoji="1" lang="zh-CN" altLang="en-US" sz="2800" b="1"/>
              <a:t>两曲面几何体相交时，其相贯线一般情况下是空间封闭曲线。</a:t>
            </a:r>
            <a:r>
              <a:rPr kumimoji="1" lang="zh-CN" altLang="en-US" sz="2800" b="1">
                <a:solidFill>
                  <a:srgbClr val="FF0066"/>
                </a:solidFill>
              </a:rPr>
              <a:t>特殊情况下，相贯线是封闭的平面曲线或直线。</a:t>
            </a:r>
            <a:r>
              <a:rPr kumimoji="1" lang="zh-CN" altLang="en-US">
                <a:solidFill>
                  <a:srgbClr val="FF0066"/>
                </a:solidFill>
              </a:rPr>
              <a:t> </a:t>
            </a:r>
          </a:p>
        </p:txBody>
      </p:sp>
      <p:sp>
        <p:nvSpPr>
          <p:cNvPr id="132105" name="Rectangle 9"/>
          <p:cNvSpPr>
            <a:spLocks noGrp="1" noChangeArrowheads="1"/>
          </p:cNvSpPr>
          <p:nvPr>
            <p:ph idx="1"/>
          </p:nvPr>
        </p:nvSpPr>
        <p:spPr>
          <a:xfrm>
            <a:off x="3935760" y="270668"/>
            <a:ext cx="3784600" cy="604838"/>
          </a:xfrm>
        </p:spPr>
        <p:txBody>
          <a:bodyPr/>
          <a:lstStyle/>
          <a:p>
            <a:pPr eaLnBrk="1" hangingPunct="1">
              <a:buFontTx/>
              <a:buNone/>
            </a:pPr>
            <a:r>
              <a:rPr lang="zh-CN" altLang="en-US" b="1" dirty="0">
                <a:latin typeface="黑体" panose="02010609060101010101" pitchFamily="49" charset="-122"/>
                <a:ea typeface="黑体" panose="02010609060101010101" pitchFamily="49" charset="-122"/>
              </a:rPr>
              <a:t>相贯线的特殊情况</a:t>
            </a:r>
            <a:r>
              <a:rPr lang="zh-CN" altLang="en-US" dirty="0">
                <a:latin typeface="黑体" panose="02010609060101010101" pitchFamily="49" charset="-122"/>
                <a:ea typeface="黑体" panose="02010609060101010101" pitchFamily="49" charset="-122"/>
              </a:rPr>
              <a:t> </a:t>
            </a:r>
          </a:p>
        </p:txBody>
      </p:sp>
      <p:sp>
        <p:nvSpPr>
          <p:cNvPr id="132107" name="Text Box 11"/>
          <p:cNvSpPr txBox="1">
            <a:spLocks noChangeArrowheads="1"/>
          </p:cNvSpPr>
          <p:nvPr/>
        </p:nvSpPr>
        <p:spPr bwMode="auto">
          <a:xfrm>
            <a:off x="1992313" y="2613026"/>
            <a:ext cx="8280400" cy="519113"/>
          </a:xfrm>
          <a:prstGeom prst="rect">
            <a:avLst/>
          </a:prstGeom>
          <a:noFill/>
          <a:ln w="9525">
            <a:noFill/>
            <a:miter lim="800000"/>
            <a:headEnd/>
            <a:tailEnd/>
          </a:ln>
        </p:spPr>
        <p:txBody>
          <a:bodyPr>
            <a:spAutoFit/>
          </a:bodyPr>
          <a:lstStyle/>
          <a:p>
            <a:pPr eaLnBrk="1" hangingPunct="1"/>
            <a:r>
              <a:rPr kumimoji="1" lang="en-US" altLang="zh-CN" sz="2800" b="1"/>
              <a:t>1.</a:t>
            </a:r>
            <a:r>
              <a:rPr kumimoji="1" lang="zh-CN" altLang="en-US" sz="2800" b="1"/>
              <a:t>同轴回转体的相贯线</a:t>
            </a:r>
            <a:r>
              <a:rPr kumimoji="1" lang="zh-CN" altLang="en-US" sz="2800"/>
              <a:t> </a:t>
            </a:r>
          </a:p>
        </p:txBody>
      </p:sp>
      <p:sp>
        <p:nvSpPr>
          <p:cNvPr id="132111" name="Text Box 15"/>
          <p:cNvSpPr txBox="1">
            <a:spLocks noChangeArrowheads="1"/>
          </p:cNvSpPr>
          <p:nvPr/>
        </p:nvSpPr>
        <p:spPr bwMode="auto">
          <a:xfrm>
            <a:off x="1919288" y="5938838"/>
            <a:ext cx="8280400" cy="946150"/>
          </a:xfrm>
          <a:prstGeom prst="rect">
            <a:avLst/>
          </a:prstGeom>
          <a:noFill/>
          <a:ln w="9525">
            <a:noFill/>
            <a:miter lim="800000"/>
            <a:headEnd/>
            <a:tailEnd/>
          </a:ln>
        </p:spPr>
        <p:txBody>
          <a:bodyPr>
            <a:spAutoFit/>
          </a:bodyPr>
          <a:lstStyle/>
          <a:p>
            <a:pPr eaLnBrk="1" hangingPunct="1"/>
            <a:r>
              <a:rPr kumimoji="1" lang="en-US" altLang="zh-CN" sz="2800" b="1"/>
              <a:t>       </a:t>
            </a:r>
            <a:r>
              <a:rPr kumimoji="1" lang="zh-CN" altLang="en-US" sz="2800" b="1"/>
              <a:t>共有轴线平行于某一投影面，交线圆在该投影面上的投影是两回转体轮廓线交点间的直线段。 </a:t>
            </a:r>
          </a:p>
        </p:txBody>
      </p:sp>
      <p:pic>
        <p:nvPicPr>
          <p:cNvPr id="44044" name="图片 1"/>
          <p:cNvPicPr>
            <a:picLocks noChangeAspect="1"/>
          </p:cNvPicPr>
          <p:nvPr/>
        </p:nvPicPr>
        <p:blipFill>
          <a:blip r:embed="rId2"/>
          <a:srcRect/>
          <a:stretch>
            <a:fillRect/>
          </a:stretch>
        </p:blipFill>
        <p:spPr bwMode="auto">
          <a:xfrm>
            <a:off x="2495550" y="3492500"/>
            <a:ext cx="7272338" cy="2141538"/>
          </a:xfrm>
          <a:prstGeom prst="rect">
            <a:avLst/>
          </a:prstGeom>
          <a:noFill/>
          <a:ln w="9525">
            <a:noFill/>
            <a:miter lim="800000"/>
            <a:headEnd/>
            <a:tailEnd/>
          </a:ln>
        </p:spPr>
      </p:pic>
      <p:pic>
        <p:nvPicPr>
          <p:cNvPr id="3" name="图片 2"/>
          <p:cNvPicPr>
            <a:picLocks noChangeAspect="1"/>
          </p:cNvPicPr>
          <p:nvPr/>
        </p:nvPicPr>
        <p:blipFill>
          <a:blip r:embed="rId3"/>
          <a:srcRect/>
          <a:stretch>
            <a:fillRect/>
          </a:stretch>
        </p:blipFill>
        <p:spPr bwMode="auto">
          <a:xfrm>
            <a:off x="1804988" y="4519614"/>
            <a:ext cx="2944812" cy="1343025"/>
          </a:xfrm>
          <a:prstGeom prst="rect">
            <a:avLst/>
          </a:prstGeom>
          <a:noFill/>
          <a:ln w="9525">
            <a:noFill/>
            <a:miter lim="800000"/>
            <a:headEnd/>
            <a:tailEnd/>
          </a:ln>
        </p:spPr>
      </p:pic>
      <p:pic>
        <p:nvPicPr>
          <p:cNvPr id="4" name="图片 3"/>
          <p:cNvPicPr>
            <a:picLocks noChangeAspect="1"/>
          </p:cNvPicPr>
          <p:nvPr/>
        </p:nvPicPr>
        <p:blipFill>
          <a:blip r:embed="rId4"/>
          <a:srcRect/>
          <a:stretch>
            <a:fillRect/>
          </a:stretch>
        </p:blipFill>
        <p:spPr bwMode="auto">
          <a:xfrm>
            <a:off x="4967288" y="4792664"/>
            <a:ext cx="1397000" cy="1139825"/>
          </a:xfrm>
          <a:prstGeom prst="rect">
            <a:avLst/>
          </a:prstGeom>
          <a:noFill/>
          <a:ln w="9525">
            <a:noFill/>
            <a:miter lim="800000"/>
            <a:headEnd/>
            <a:tailEnd/>
          </a:ln>
        </p:spPr>
      </p:pic>
      <p:pic>
        <p:nvPicPr>
          <p:cNvPr id="5" name="图片 4"/>
          <p:cNvPicPr>
            <a:picLocks noChangeAspect="1"/>
          </p:cNvPicPr>
          <p:nvPr/>
        </p:nvPicPr>
        <p:blipFill>
          <a:blip r:embed="rId5"/>
          <a:srcRect/>
          <a:stretch>
            <a:fillRect/>
          </a:stretch>
        </p:blipFill>
        <p:spPr bwMode="auto">
          <a:xfrm>
            <a:off x="6699251" y="4762501"/>
            <a:ext cx="684213" cy="1090613"/>
          </a:xfrm>
          <a:prstGeom prst="rect">
            <a:avLst/>
          </a:prstGeom>
          <a:noFill/>
          <a:ln w="9525">
            <a:noFill/>
            <a:miter lim="800000"/>
            <a:headEnd/>
            <a:tailEnd/>
          </a:ln>
        </p:spPr>
      </p:pic>
      <p:pic>
        <p:nvPicPr>
          <p:cNvPr id="6" name="图片 5"/>
          <p:cNvPicPr>
            <a:picLocks noChangeAspect="1"/>
          </p:cNvPicPr>
          <p:nvPr/>
        </p:nvPicPr>
        <p:blipFill>
          <a:blip r:embed="rId6"/>
          <a:srcRect/>
          <a:stretch>
            <a:fillRect/>
          </a:stretch>
        </p:blipFill>
        <p:spPr bwMode="auto">
          <a:xfrm>
            <a:off x="8978901" y="3905251"/>
            <a:ext cx="1217613" cy="1941513"/>
          </a:xfrm>
          <a:prstGeom prst="rect">
            <a:avLst/>
          </a:prstGeom>
          <a:noFill/>
          <a:ln w="9525">
            <a:noFill/>
            <a:miter lim="800000"/>
            <a:headEnd/>
            <a:tailEnd/>
          </a:ln>
        </p:spPr>
      </p:pic>
      <p:pic>
        <p:nvPicPr>
          <p:cNvPr id="8" name="图片 7"/>
          <p:cNvPicPr>
            <a:picLocks noChangeAspect="1"/>
          </p:cNvPicPr>
          <p:nvPr/>
        </p:nvPicPr>
        <p:blipFill>
          <a:blip r:embed="rId7"/>
          <a:srcRect/>
          <a:stretch>
            <a:fillRect/>
          </a:stretch>
        </p:blipFill>
        <p:spPr bwMode="auto">
          <a:xfrm>
            <a:off x="3527425" y="3082925"/>
            <a:ext cx="1289050" cy="1454150"/>
          </a:xfrm>
          <a:prstGeom prst="rect">
            <a:avLst/>
          </a:prstGeom>
          <a:noFill/>
          <a:ln w="9525">
            <a:noFill/>
            <a:miter lim="800000"/>
            <a:headEnd/>
            <a:tailEnd/>
          </a:ln>
        </p:spPr>
      </p:pic>
      <p:pic>
        <p:nvPicPr>
          <p:cNvPr id="9" name="图片 8"/>
          <p:cNvPicPr>
            <a:picLocks noChangeAspect="1"/>
          </p:cNvPicPr>
          <p:nvPr/>
        </p:nvPicPr>
        <p:blipFill>
          <a:blip r:embed="rId8"/>
          <a:srcRect/>
          <a:stretch>
            <a:fillRect/>
          </a:stretch>
        </p:blipFill>
        <p:spPr bwMode="auto">
          <a:xfrm>
            <a:off x="5911850" y="3073400"/>
            <a:ext cx="2808288" cy="17399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2105">
                                            <p:txEl>
                                              <p:pRg st="0" end="0"/>
                                            </p:txEl>
                                          </p:spTgt>
                                        </p:tgtEl>
                                        <p:attrNameLst>
                                          <p:attrName>style.visibility</p:attrName>
                                        </p:attrNameLst>
                                      </p:cBhvr>
                                      <p:to>
                                        <p:strVal val="visible"/>
                                      </p:to>
                                    </p:set>
                                    <p:animEffect transition="in" filter="wipe(left)">
                                      <p:cBhvr>
                                        <p:cTn id="7" dur="500"/>
                                        <p:tgtEl>
                                          <p:spTgt spid="1321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104"/>
                                        </p:tgtEl>
                                        <p:attrNameLst>
                                          <p:attrName>style.visibility</p:attrName>
                                        </p:attrNameLst>
                                      </p:cBhvr>
                                      <p:to>
                                        <p:strVal val="visible"/>
                                      </p:to>
                                    </p:set>
                                    <p:animEffect transition="in" filter="wipe(left)">
                                      <p:cBhvr>
                                        <p:cTn id="12" dur="500"/>
                                        <p:tgtEl>
                                          <p:spTgt spid="1321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2107"/>
                                        </p:tgtEl>
                                        <p:attrNameLst>
                                          <p:attrName>style.visibility</p:attrName>
                                        </p:attrNameLst>
                                      </p:cBhvr>
                                      <p:to>
                                        <p:strVal val="visible"/>
                                      </p:to>
                                    </p:set>
                                    <p:animEffect transition="in" filter="wipe(left)">
                                      <p:cBhvr>
                                        <p:cTn id="17" dur="500"/>
                                        <p:tgtEl>
                                          <p:spTgt spid="1321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4044"/>
                                        </p:tgtEl>
                                        <p:attrNameLst>
                                          <p:attrName>style.visibility</p:attrName>
                                        </p:attrNameLst>
                                      </p:cBhvr>
                                      <p:to>
                                        <p:strVal val="visible"/>
                                      </p:to>
                                    </p:set>
                                    <p:animEffect transition="in" filter="blinds(horizontal)">
                                      <p:cBhvr>
                                        <p:cTn id="22" dur="500"/>
                                        <p:tgtEl>
                                          <p:spTgt spid="440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2111"/>
                                        </p:tgtEl>
                                        <p:attrNameLst>
                                          <p:attrName>style.visibility</p:attrName>
                                        </p:attrNameLst>
                                      </p:cBhvr>
                                      <p:to>
                                        <p:strVal val="visible"/>
                                      </p:to>
                                    </p:set>
                                    <p:animEffect transition="in" filter="wipe(left)">
                                      <p:cBhvr>
                                        <p:cTn id="27" dur="500"/>
                                        <p:tgtEl>
                                          <p:spTgt spid="1321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up)">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up)">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up)">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down)">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down)">
                                      <p:cBhvr>
                                        <p:cTn id="5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4" grpId="0"/>
      <p:bldP spid="132105" grpId="0" build="p"/>
      <p:bldP spid="132107" grpId="0"/>
      <p:bldP spid="1321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067050" y="1613972"/>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5059" name="Rectangle 3"/>
          <p:cNvSpPr>
            <a:spLocks noChangeArrowheads="1"/>
          </p:cNvSpPr>
          <p:nvPr/>
        </p:nvSpPr>
        <p:spPr bwMode="auto">
          <a:xfrm>
            <a:off x="3067050" y="1613972"/>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5060" name="Rectangle 4"/>
          <p:cNvSpPr>
            <a:spLocks noChangeArrowheads="1"/>
          </p:cNvSpPr>
          <p:nvPr/>
        </p:nvSpPr>
        <p:spPr bwMode="auto">
          <a:xfrm>
            <a:off x="3067050" y="1613972"/>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5061" name="Rectangle 5"/>
          <p:cNvSpPr>
            <a:spLocks noChangeArrowheads="1"/>
          </p:cNvSpPr>
          <p:nvPr/>
        </p:nvSpPr>
        <p:spPr bwMode="auto">
          <a:xfrm>
            <a:off x="3067050" y="1613972"/>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5062" name="Rectangle 6"/>
          <p:cNvSpPr>
            <a:spLocks noChangeArrowheads="1"/>
          </p:cNvSpPr>
          <p:nvPr/>
        </p:nvSpPr>
        <p:spPr bwMode="auto">
          <a:xfrm>
            <a:off x="3067050" y="1613972"/>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5063" name="Rectangle 7"/>
          <p:cNvSpPr>
            <a:spLocks noChangeArrowheads="1"/>
          </p:cNvSpPr>
          <p:nvPr/>
        </p:nvSpPr>
        <p:spPr bwMode="auto">
          <a:xfrm>
            <a:off x="3067050" y="1613972"/>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133130" name="Text Box 10"/>
          <p:cNvSpPr txBox="1">
            <a:spLocks noChangeArrowheads="1"/>
          </p:cNvSpPr>
          <p:nvPr/>
        </p:nvSpPr>
        <p:spPr bwMode="auto">
          <a:xfrm>
            <a:off x="2243139" y="1289051"/>
            <a:ext cx="6732587" cy="519113"/>
          </a:xfrm>
          <a:prstGeom prst="rect">
            <a:avLst/>
          </a:prstGeom>
          <a:noFill/>
          <a:ln w="9525">
            <a:noFill/>
            <a:miter lim="800000"/>
            <a:headEnd/>
            <a:tailEnd/>
          </a:ln>
        </p:spPr>
        <p:txBody>
          <a:bodyPr>
            <a:spAutoFit/>
          </a:bodyPr>
          <a:lstStyle/>
          <a:p>
            <a:pPr eaLnBrk="1" hangingPunct="1"/>
            <a:r>
              <a:rPr kumimoji="1" lang="en-US" altLang="zh-CN" sz="2800" b="1"/>
              <a:t>2.</a:t>
            </a:r>
            <a:r>
              <a:rPr kumimoji="1" lang="zh-CN" altLang="en-US" sz="2800" b="1"/>
              <a:t>两个外切于同一球面的回转体的相贯线</a:t>
            </a:r>
            <a:r>
              <a:rPr kumimoji="1" lang="zh-CN" altLang="en-US" sz="2800"/>
              <a:t> </a:t>
            </a:r>
          </a:p>
        </p:txBody>
      </p:sp>
      <p:sp>
        <p:nvSpPr>
          <p:cNvPr id="133134" name="Text Box 14"/>
          <p:cNvSpPr txBox="1">
            <a:spLocks noChangeArrowheads="1"/>
          </p:cNvSpPr>
          <p:nvPr/>
        </p:nvSpPr>
        <p:spPr bwMode="auto">
          <a:xfrm>
            <a:off x="1919288" y="5445125"/>
            <a:ext cx="8280400" cy="1373188"/>
          </a:xfrm>
          <a:prstGeom prst="rect">
            <a:avLst/>
          </a:prstGeom>
          <a:noFill/>
          <a:ln w="9525">
            <a:noFill/>
            <a:miter lim="800000"/>
            <a:headEnd/>
            <a:tailEnd/>
          </a:ln>
        </p:spPr>
        <p:txBody>
          <a:bodyPr>
            <a:spAutoFit/>
          </a:bodyPr>
          <a:lstStyle/>
          <a:p>
            <a:pPr eaLnBrk="1" hangingPunct="1"/>
            <a:r>
              <a:rPr kumimoji="1" lang="en-US" altLang="zh-CN" b="1"/>
              <a:t>        </a:t>
            </a:r>
            <a:r>
              <a:rPr kumimoji="1" lang="zh-CN" altLang="en-US" sz="2800" b="1"/>
              <a:t>相贯线是两个大小相等或不等的椭圆，在相交两回转体轴线平行的投影面上的投影为两回转体轮廓线交点间的直线段</a:t>
            </a:r>
            <a:r>
              <a:rPr kumimoji="1" lang="zh-CN" altLang="en-US" sz="2800"/>
              <a:t> </a:t>
            </a:r>
            <a:r>
              <a:rPr kumimoji="1" lang="zh-CN" altLang="en-US" sz="2800" b="1"/>
              <a:t>。 </a:t>
            </a:r>
          </a:p>
        </p:txBody>
      </p:sp>
      <p:pic>
        <p:nvPicPr>
          <p:cNvPr id="133136" name="Picture 16"/>
          <p:cNvPicPr>
            <a:picLocks noChangeAspect="1" noChangeArrowheads="1"/>
          </p:cNvPicPr>
          <p:nvPr/>
        </p:nvPicPr>
        <p:blipFill>
          <a:blip r:embed="rId2"/>
          <a:srcRect l="4601" t="18924" r="77083" b="32080"/>
          <a:stretch>
            <a:fillRect/>
          </a:stretch>
        </p:blipFill>
        <p:spPr bwMode="auto">
          <a:xfrm>
            <a:off x="1992313" y="1901825"/>
            <a:ext cx="1801812" cy="3614738"/>
          </a:xfrm>
          <a:prstGeom prst="rect">
            <a:avLst/>
          </a:prstGeom>
          <a:noFill/>
          <a:ln w="28575" algn="ctr">
            <a:noFill/>
            <a:miter lim="800000"/>
            <a:headEnd/>
            <a:tailEnd/>
          </a:ln>
        </p:spPr>
      </p:pic>
      <p:pic>
        <p:nvPicPr>
          <p:cNvPr id="133137" name="Picture 17"/>
          <p:cNvPicPr>
            <a:picLocks noChangeAspect="1" noChangeArrowheads="1"/>
          </p:cNvPicPr>
          <p:nvPr/>
        </p:nvPicPr>
        <p:blipFill>
          <a:blip r:embed="rId2"/>
          <a:srcRect l="22902" t="18924" r="55876" b="32080"/>
          <a:stretch>
            <a:fillRect/>
          </a:stretch>
        </p:blipFill>
        <p:spPr bwMode="auto">
          <a:xfrm>
            <a:off x="3719513" y="1938339"/>
            <a:ext cx="2087562" cy="3614737"/>
          </a:xfrm>
          <a:prstGeom prst="rect">
            <a:avLst/>
          </a:prstGeom>
          <a:noFill/>
          <a:ln w="28575" algn="ctr">
            <a:noFill/>
            <a:miter lim="800000"/>
            <a:headEnd/>
            <a:tailEnd/>
          </a:ln>
        </p:spPr>
      </p:pic>
      <p:pic>
        <p:nvPicPr>
          <p:cNvPr id="133138" name="Picture 18"/>
          <p:cNvPicPr>
            <a:picLocks noChangeAspect="1" noChangeArrowheads="1"/>
          </p:cNvPicPr>
          <p:nvPr/>
        </p:nvPicPr>
        <p:blipFill>
          <a:blip r:embed="rId2"/>
          <a:srcRect l="46335" t="18924" r="31700" b="32080"/>
          <a:stretch>
            <a:fillRect/>
          </a:stretch>
        </p:blipFill>
        <p:spPr bwMode="auto">
          <a:xfrm>
            <a:off x="5880100" y="1938339"/>
            <a:ext cx="2160588" cy="3614737"/>
          </a:xfrm>
          <a:prstGeom prst="rect">
            <a:avLst/>
          </a:prstGeom>
          <a:noFill/>
          <a:ln w="28575" algn="ctr">
            <a:noFill/>
            <a:miter lim="800000"/>
            <a:headEnd/>
            <a:tailEnd/>
          </a:ln>
        </p:spPr>
      </p:pic>
      <p:pic>
        <p:nvPicPr>
          <p:cNvPr id="133139" name="Picture 19"/>
          <p:cNvPicPr>
            <a:picLocks noChangeAspect="1" noChangeArrowheads="1"/>
          </p:cNvPicPr>
          <p:nvPr/>
        </p:nvPicPr>
        <p:blipFill>
          <a:blip r:embed="rId2"/>
          <a:srcRect l="70494" t="18924" r="6799" b="32080"/>
          <a:stretch>
            <a:fillRect/>
          </a:stretch>
        </p:blipFill>
        <p:spPr bwMode="auto">
          <a:xfrm>
            <a:off x="8112126" y="1866900"/>
            <a:ext cx="2233613" cy="3614738"/>
          </a:xfrm>
          <a:prstGeom prst="rect">
            <a:avLst/>
          </a:prstGeom>
          <a:noFill/>
          <a:ln w="28575" algn="ctr">
            <a:noFill/>
            <a:miter lim="800000"/>
            <a:headEnd/>
            <a:tailEnd/>
          </a:ln>
        </p:spPr>
      </p:pic>
      <p:sp>
        <p:nvSpPr>
          <p:cNvPr id="17" name="Rectangle 9">
            <a:extLst>
              <a:ext uri="{FF2B5EF4-FFF2-40B4-BE49-F238E27FC236}">
                <a16:creationId xmlns:a16="http://schemas.microsoft.com/office/drawing/2014/main" id="{6BDB79C4-F908-4AEB-9548-82D1C011963A}"/>
              </a:ext>
            </a:extLst>
          </p:cNvPr>
          <p:cNvSpPr txBox="1">
            <a:spLocks noChangeArrowheads="1"/>
          </p:cNvSpPr>
          <p:nvPr/>
        </p:nvSpPr>
        <p:spPr bwMode="auto">
          <a:xfrm>
            <a:off x="3935760" y="270668"/>
            <a:ext cx="3784600" cy="604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Tx/>
              <a:buNone/>
            </a:pPr>
            <a:r>
              <a:rPr lang="zh-CN" altLang="en-US" b="1">
                <a:latin typeface="黑体" panose="02010609060101010101" pitchFamily="49" charset="-122"/>
                <a:ea typeface="黑体" panose="02010609060101010101" pitchFamily="49" charset="-122"/>
              </a:rPr>
              <a:t>相贯线的特殊情况</a:t>
            </a:r>
            <a:r>
              <a:rPr lang="zh-CN" altLang="en-US">
                <a:latin typeface="黑体" panose="02010609060101010101" pitchFamily="49" charset="-122"/>
                <a:ea typeface="黑体" panose="02010609060101010101" pitchFamily="49" charset="-122"/>
              </a:rPr>
              <a:t> </a:t>
            </a:r>
            <a:endParaRPr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left)">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30"/>
                                        </p:tgtEl>
                                        <p:attrNameLst>
                                          <p:attrName>style.visibility</p:attrName>
                                        </p:attrNameLst>
                                      </p:cBhvr>
                                      <p:to>
                                        <p:strVal val="visible"/>
                                      </p:to>
                                    </p:set>
                                    <p:animEffect transition="in" filter="wipe(left)">
                                      <p:cBhvr>
                                        <p:cTn id="12" dur="500"/>
                                        <p:tgtEl>
                                          <p:spTgt spid="1331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33136"/>
                                        </p:tgtEl>
                                        <p:attrNameLst>
                                          <p:attrName>style.visibility</p:attrName>
                                        </p:attrNameLst>
                                      </p:cBhvr>
                                      <p:to>
                                        <p:strVal val="visible"/>
                                      </p:to>
                                    </p:set>
                                    <p:animEffect transition="in" filter="box(in)">
                                      <p:cBhvr>
                                        <p:cTn id="17" dur="500"/>
                                        <p:tgtEl>
                                          <p:spTgt spid="1331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33137"/>
                                        </p:tgtEl>
                                        <p:attrNameLst>
                                          <p:attrName>style.visibility</p:attrName>
                                        </p:attrNameLst>
                                      </p:cBhvr>
                                      <p:to>
                                        <p:strVal val="visible"/>
                                      </p:to>
                                    </p:set>
                                    <p:animEffect transition="in" filter="box(in)">
                                      <p:cBhvr>
                                        <p:cTn id="22" dur="500"/>
                                        <p:tgtEl>
                                          <p:spTgt spid="1331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33138"/>
                                        </p:tgtEl>
                                        <p:attrNameLst>
                                          <p:attrName>style.visibility</p:attrName>
                                        </p:attrNameLst>
                                      </p:cBhvr>
                                      <p:to>
                                        <p:strVal val="visible"/>
                                      </p:to>
                                    </p:set>
                                    <p:animEffect transition="in" filter="box(in)">
                                      <p:cBhvr>
                                        <p:cTn id="27" dur="500"/>
                                        <p:tgtEl>
                                          <p:spTgt spid="1331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33139"/>
                                        </p:tgtEl>
                                        <p:attrNameLst>
                                          <p:attrName>style.visibility</p:attrName>
                                        </p:attrNameLst>
                                      </p:cBhvr>
                                      <p:to>
                                        <p:strVal val="visible"/>
                                      </p:to>
                                    </p:set>
                                    <p:animEffect transition="in" filter="box(in)">
                                      <p:cBhvr>
                                        <p:cTn id="32" dur="500"/>
                                        <p:tgtEl>
                                          <p:spTgt spid="13313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3134"/>
                                        </p:tgtEl>
                                        <p:attrNameLst>
                                          <p:attrName>style.visibility</p:attrName>
                                        </p:attrNameLst>
                                      </p:cBhvr>
                                      <p:to>
                                        <p:strVal val="visible"/>
                                      </p:to>
                                    </p:set>
                                    <p:animEffect transition="in" filter="wipe(left)">
                                      <p:cBhvr>
                                        <p:cTn id="37" dur="500"/>
                                        <p:tgtEl>
                                          <p:spTgt spid="133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30" grpId="0"/>
      <p:bldP spid="133134" grpId="0"/>
      <p:bldP spid="1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067050" y="241883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6083" name="Rectangle 3"/>
          <p:cNvSpPr>
            <a:spLocks noChangeArrowheads="1"/>
          </p:cNvSpPr>
          <p:nvPr/>
        </p:nvSpPr>
        <p:spPr bwMode="auto">
          <a:xfrm>
            <a:off x="3067050" y="241883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6084" name="Rectangle 4"/>
          <p:cNvSpPr>
            <a:spLocks noChangeArrowheads="1"/>
          </p:cNvSpPr>
          <p:nvPr/>
        </p:nvSpPr>
        <p:spPr bwMode="auto">
          <a:xfrm>
            <a:off x="3067050" y="241883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6085" name="Rectangle 5"/>
          <p:cNvSpPr>
            <a:spLocks noChangeArrowheads="1"/>
          </p:cNvSpPr>
          <p:nvPr/>
        </p:nvSpPr>
        <p:spPr bwMode="auto">
          <a:xfrm>
            <a:off x="3067050" y="241883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6086" name="Rectangle 6"/>
          <p:cNvSpPr>
            <a:spLocks noChangeArrowheads="1"/>
          </p:cNvSpPr>
          <p:nvPr/>
        </p:nvSpPr>
        <p:spPr bwMode="auto">
          <a:xfrm>
            <a:off x="3067050" y="241883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6087" name="Rectangle 7"/>
          <p:cNvSpPr>
            <a:spLocks noChangeArrowheads="1"/>
          </p:cNvSpPr>
          <p:nvPr/>
        </p:nvSpPr>
        <p:spPr bwMode="auto">
          <a:xfrm>
            <a:off x="3067050" y="241883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134152" name="Text Box 8"/>
          <p:cNvSpPr txBox="1">
            <a:spLocks noChangeArrowheads="1"/>
          </p:cNvSpPr>
          <p:nvPr/>
        </p:nvSpPr>
        <p:spPr bwMode="auto">
          <a:xfrm>
            <a:off x="1415480" y="1473461"/>
            <a:ext cx="8784976" cy="946150"/>
          </a:xfrm>
          <a:prstGeom prst="rect">
            <a:avLst/>
          </a:prstGeom>
          <a:noFill/>
          <a:ln w="9525">
            <a:noFill/>
            <a:miter lim="800000"/>
            <a:headEnd/>
            <a:tailEnd/>
          </a:ln>
        </p:spPr>
        <p:txBody>
          <a:bodyPr wrap="square">
            <a:spAutoFit/>
          </a:bodyPr>
          <a:lstStyle/>
          <a:p>
            <a:pPr eaLnBrk="1" hangingPunct="1"/>
            <a:r>
              <a:rPr kumimoji="1" lang="zh-CN" altLang="en-US" sz="2800" b="1" dirty="0">
                <a:solidFill>
                  <a:srgbClr val="FF0066"/>
                </a:solidFill>
              </a:rPr>
              <a:t>工程实例：</a:t>
            </a:r>
            <a:r>
              <a:rPr kumimoji="1" lang="zh-CN" altLang="en-US" sz="2800" b="1" dirty="0"/>
              <a:t>用圆锥过渡接头连接两个不同直径圆柱的管</a:t>
            </a:r>
            <a:endParaRPr kumimoji="1" lang="en-US" altLang="zh-CN" sz="2800" b="1" dirty="0"/>
          </a:p>
          <a:p>
            <a:pPr eaLnBrk="1" hangingPunct="1"/>
            <a:r>
              <a:rPr kumimoji="1" lang="en-US" altLang="zh-CN" sz="2800" b="1" dirty="0"/>
              <a:t>                  </a:t>
            </a:r>
            <a:r>
              <a:rPr kumimoji="1" lang="zh-CN" altLang="en-US" sz="2800" b="1" dirty="0"/>
              <a:t>道结构的投影图。</a:t>
            </a:r>
            <a:endParaRPr kumimoji="1" lang="zh-CN" altLang="en-US" sz="2800" dirty="0"/>
          </a:p>
        </p:txBody>
      </p:sp>
      <p:sp>
        <p:nvSpPr>
          <p:cNvPr id="134153" name="Text Box 9"/>
          <p:cNvSpPr txBox="1">
            <a:spLocks noChangeArrowheads="1"/>
          </p:cNvSpPr>
          <p:nvPr/>
        </p:nvSpPr>
        <p:spPr bwMode="auto">
          <a:xfrm>
            <a:off x="6382519" y="3017566"/>
            <a:ext cx="3817938" cy="2227263"/>
          </a:xfrm>
          <a:prstGeom prst="rect">
            <a:avLst/>
          </a:prstGeom>
          <a:noFill/>
          <a:ln w="9525">
            <a:noFill/>
            <a:miter lim="800000"/>
            <a:headEnd/>
            <a:tailEnd/>
          </a:ln>
        </p:spPr>
        <p:txBody>
          <a:bodyPr wrap="square">
            <a:spAutoFit/>
          </a:bodyPr>
          <a:lstStyle/>
          <a:p>
            <a:pPr eaLnBrk="1" hangingPunct="1"/>
            <a:r>
              <a:rPr kumimoji="1" lang="en-US" altLang="zh-CN" b="1" dirty="0"/>
              <a:t>        </a:t>
            </a:r>
            <a:r>
              <a:rPr kumimoji="1" lang="zh-CN" altLang="en-US" sz="2800" b="1" dirty="0"/>
              <a:t>两圆柱分别与过渡接头外切于球面，</a:t>
            </a:r>
            <a:r>
              <a:rPr kumimoji="1" lang="zh-CN" altLang="en-US" sz="2800" b="1" dirty="0">
                <a:solidFill>
                  <a:srgbClr val="FF0066"/>
                </a:solidFill>
              </a:rPr>
              <a:t>相贯线为椭圆</a:t>
            </a:r>
            <a:r>
              <a:rPr kumimoji="1" lang="zh-CN" altLang="en-US" sz="2800" b="1" dirty="0"/>
              <a:t>，在其所垂直的投影面上的投影为直线段。</a:t>
            </a:r>
            <a:r>
              <a:rPr kumimoji="1" lang="zh-CN" altLang="en-US" sz="2800" dirty="0"/>
              <a:t> </a:t>
            </a:r>
          </a:p>
        </p:txBody>
      </p:sp>
      <p:pic>
        <p:nvPicPr>
          <p:cNvPr id="134158" name="Picture 14"/>
          <p:cNvPicPr>
            <a:picLocks noChangeAspect="1" noChangeArrowheads="1"/>
          </p:cNvPicPr>
          <p:nvPr/>
        </p:nvPicPr>
        <p:blipFill>
          <a:blip r:embed="rId2"/>
          <a:srcRect l="31511" t="21547" r="28458" b="25078"/>
          <a:stretch>
            <a:fillRect/>
          </a:stretch>
        </p:blipFill>
        <p:spPr bwMode="auto">
          <a:xfrm>
            <a:off x="1415480" y="2452688"/>
            <a:ext cx="3817938" cy="3817938"/>
          </a:xfrm>
          <a:prstGeom prst="rect">
            <a:avLst/>
          </a:prstGeom>
          <a:noFill/>
          <a:ln w="28575" algn="ctr">
            <a:noFill/>
            <a:miter lim="800000"/>
            <a:headEnd/>
            <a:tailEnd/>
          </a:ln>
        </p:spPr>
      </p:pic>
      <p:sp>
        <p:nvSpPr>
          <p:cNvPr id="14" name="Rectangle 9">
            <a:extLst>
              <a:ext uri="{FF2B5EF4-FFF2-40B4-BE49-F238E27FC236}">
                <a16:creationId xmlns:a16="http://schemas.microsoft.com/office/drawing/2014/main" id="{750E81EC-1BA7-49CD-BE4F-D38114987FD0}"/>
              </a:ext>
            </a:extLst>
          </p:cNvPr>
          <p:cNvSpPr txBox="1">
            <a:spLocks noChangeArrowheads="1"/>
          </p:cNvSpPr>
          <p:nvPr/>
        </p:nvSpPr>
        <p:spPr bwMode="auto">
          <a:xfrm>
            <a:off x="3935760" y="270668"/>
            <a:ext cx="3784600" cy="604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Tx/>
              <a:buNone/>
            </a:pPr>
            <a:r>
              <a:rPr lang="zh-CN" altLang="en-US" b="1" dirty="0">
                <a:latin typeface="黑体" panose="02010609060101010101" pitchFamily="49" charset="-122"/>
                <a:ea typeface="黑体" panose="02010609060101010101" pitchFamily="49" charset="-122"/>
              </a:rPr>
              <a:t>相贯线的特殊情况</a:t>
            </a:r>
            <a:r>
              <a:rPr lang="zh-CN" altLang="en-US" dirty="0">
                <a:latin typeface="黑体" panose="02010609060101010101" pitchFamily="49" charset="-122"/>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4152"/>
                                        </p:tgtEl>
                                        <p:attrNameLst>
                                          <p:attrName>style.visibility</p:attrName>
                                        </p:attrNameLst>
                                      </p:cBhvr>
                                      <p:to>
                                        <p:strVal val="visible"/>
                                      </p:to>
                                    </p:set>
                                    <p:animEffect transition="in" filter="wipe(left)">
                                      <p:cBhvr>
                                        <p:cTn id="12" dur="500"/>
                                        <p:tgtEl>
                                          <p:spTgt spid="1341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34158"/>
                                        </p:tgtEl>
                                        <p:attrNameLst>
                                          <p:attrName>style.visibility</p:attrName>
                                        </p:attrNameLst>
                                      </p:cBhvr>
                                      <p:to>
                                        <p:strVal val="visible"/>
                                      </p:to>
                                    </p:set>
                                    <p:animEffect transition="in" filter="box(in)">
                                      <p:cBhvr>
                                        <p:cTn id="17" dur="500"/>
                                        <p:tgtEl>
                                          <p:spTgt spid="1341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4153"/>
                                        </p:tgtEl>
                                        <p:attrNameLst>
                                          <p:attrName>style.visibility</p:attrName>
                                        </p:attrNameLst>
                                      </p:cBhvr>
                                      <p:to>
                                        <p:strVal val="visible"/>
                                      </p:to>
                                    </p:set>
                                    <p:animEffect transition="in" filter="wipe(left)">
                                      <p:cBhvr>
                                        <p:cTn id="22" dur="500"/>
                                        <p:tgtEl>
                                          <p:spTgt spid="134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2" grpId="0"/>
      <p:bldP spid="134153" grpId="0"/>
      <p:bldP spid="1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3067050" y="197750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7107" name="Rectangle 3"/>
          <p:cNvSpPr>
            <a:spLocks noChangeArrowheads="1"/>
          </p:cNvSpPr>
          <p:nvPr/>
        </p:nvSpPr>
        <p:spPr bwMode="auto">
          <a:xfrm>
            <a:off x="3067050" y="197750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7108" name="Rectangle 4"/>
          <p:cNvSpPr>
            <a:spLocks noChangeArrowheads="1"/>
          </p:cNvSpPr>
          <p:nvPr/>
        </p:nvSpPr>
        <p:spPr bwMode="auto">
          <a:xfrm>
            <a:off x="3067050" y="197750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7109" name="Rectangle 5"/>
          <p:cNvSpPr>
            <a:spLocks noChangeArrowheads="1"/>
          </p:cNvSpPr>
          <p:nvPr/>
        </p:nvSpPr>
        <p:spPr bwMode="auto">
          <a:xfrm>
            <a:off x="3067050" y="197750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7110" name="Rectangle 6"/>
          <p:cNvSpPr>
            <a:spLocks noChangeArrowheads="1"/>
          </p:cNvSpPr>
          <p:nvPr/>
        </p:nvSpPr>
        <p:spPr bwMode="auto">
          <a:xfrm>
            <a:off x="3067050" y="197750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7111" name="Rectangle 7"/>
          <p:cNvSpPr>
            <a:spLocks noChangeArrowheads="1"/>
          </p:cNvSpPr>
          <p:nvPr/>
        </p:nvSpPr>
        <p:spPr bwMode="auto">
          <a:xfrm>
            <a:off x="3067050" y="197750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135176" name="Text Box 8"/>
          <p:cNvSpPr txBox="1">
            <a:spLocks noChangeArrowheads="1"/>
          </p:cNvSpPr>
          <p:nvPr/>
        </p:nvSpPr>
        <p:spPr bwMode="auto">
          <a:xfrm>
            <a:off x="1889887" y="1236112"/>
            <a:ext cx="8280400" cy="519112"/>
          </a:xfrm>
          <a:prstGeom prst="rect">
            <a:avLst/>
          </a:prstGeom>
          <a:noFill/>
          <a:ln w="9525">
            <a:noFill/>
            <a:miter lim="800000"/>
            <a:headEnd/>
            <a:tailEnd/>
          </a:ln>
        </p:spPr>
        <p:txBody>
          <a:bodyPr>
            <a:spAutoFit/>
          </a:bodyPr>
          <a:lstStyle/>
          <a:p>
            <a:pPr eaLnBrk="1" hangingPunct="1"/>
            <a:r>
              <a:rPr kumimoji="1" lang="en-US" altLang="zh-CN" sz="2800" b="1" dirty="0"/>
              <a:t>3.</a:t>
            </a:r>
            <a:r>
              <a:rPr kumimoji="1" lang="zh-CN" altLang="en-US" sz="2800" b="1" dirty="0"/>
              <a:t>两轴线平行的圆柱、两共锥顶的圆锥的相贯线</a:t>
            </a:r>
            <a:r>
              <a:rPr kumimoji="1" lang="zh-CN" altLang="en-US" dirty="0"/>
              <a:t> </a:t>
            </a:r>
          </a:p>
        </p:txBody>
      </p:sp>
      <p:sp>
        <p:nvSpPr>
          <p:cNvPr id="135177" name="Text Box 9"/>
          <p:cNvSpPr txBox="1">
            <a:spLocks noChangeArrowheads="1"/>
          </p:cNvSpPr>
          <p:nvPr/>
        </p:nvSpPr>
        <p:spPr bwMode="auto">
          <a:xfrm>
            <a:off x="1919288" y="5686425"/>
            <a:ext cx="3600450" cy="946150"/>
          </a:xfrm>
          <a:prstGeom prst="rect">
            <a:avLst/>
          </a:prstGeom>
          <a:noFill/>
          <a:ln w="9525">
            <a:noFill/>
            <a:miter lim="800000"/>
            <a:headEnd/>
            <a:tailEnd/>
          </a:ln>
        </p:spPr>
        <p:txBody>
          <a:bodyPr>
            <a:spAutoFit/>
          </a:bodyPr>
          <a:lstStyle/>
          <a:p>
            <a:pPr eaLnBrk="1" hangingPunct="1"/>
            <a:r>
              <a:rPr kumimoji="1" lang="en-US" altLang="zh-CN" sz="2800" b="1" dirty="0"/>
              <a:t>        </a:t>
            </a:r>
            <a:r>
              <a:rPr kumimoji="1" lang="zh-CN" altLang="en-US" sz="2800" b="1" dirty="0"/>
              <a:t>相贯线为平行于轴线的两条直线段</a:t>
            </a:r>
            <a:endParaRPr kumimoji="1" lang="zh-CN" altLang="en-US" dirty="0"/>
          </a:p>
        </p:txBody>
      </p:sp>
      <p:pic>
        <p:nvPicPr>
          <p:cNvPr id="135182" name="Picture 14"/>
          <p:cNvPicPr>
            <a:picLocks noChangeAspect="1" noChangeArrowheads="1"/>
          </p:cNvPicPr>
          <p:nvPr/>
        </p:nvPicPr>
        <p:blipFill>
          <a:blip r:embed="rId2"/>
          <a:srcRect l="15741" t="14873" r="54730" b="22125"/>
          <a:stretch>
            <a:fillRect/>
          </a:stretch>
        </p:blipFill>
        <p:spPr bwMode="auto">
          <a:xfrm>
            <a:off x="2495551" y="1870076"/>
            <a:ext cx="2430463" cy="3889375"/>
          </a:xfrm>
          <a:prstGeom prst="rect">
            <a:avLst/>
          </a:prstGeom>
          <a:noFill/>
          <a:ln w="28575" algn="ctr">
            <a:noFill/>
            <a:miter lim="800000"/>
            <a:headEnd/>
            <a:tailEnd/>
          </a:ln>
        </p:spPr>
      </p:pic>
      <p:pic>
        <p:nvPicPr>
          <p:cNvPr id="135183" name="Picture 15"/>
          <p:cNvPicPr>
            <a:picLocks noChangeAspect="1" noChangeArrowheads="1"/>
          </p:cNvPicPr>
          <p:nvPr/>
        </p:nvPicPr>
        <p:blipFill>
          <a:blip r:embed="rId2"/>
          <a:srcRect l="47902" t="14873" r="19286" b="22125"/>
          <a:stretch>
            <a:fillRect/>
          </a:stretch>
        </p:blipFill>
        <p:spPr bwMode="auto">
          <a:xfrm>
            <a:off x="6600825" y="1727200"/>
            <a:ext cx="2800350" cy="4032250"/>
          </a:xfrm>
          <a:prstGeom prst="rect">
            <a:avLst/>
          </a:prstGeom>
          <a:noFill/>
          <a:ln w="28575" algn="ctr">
            <a:noFill/>
            <a:miter lim="800000"/>
            <a:headEnd/>
            <a:tailEnd/>
          </a:ln>
        </p:spPr>
      </p:pic>
      <p:sp>
        <p:nvSpPr>
          <p:cNvPr id="135184" name="Text Box 16"/>
          <p:cNvSpPr txBox="1">
            <a:spLocks noChangeArrowheads="1"/>
          </p:cNvSpPr>
          <p:nvPr/>
        </p:nvSpPr>
        <p:spPr bwMode="auto">
          <a:xfrm>
            <a:off x="6240464" y="5759450"/>
            <a:ext cx="3959225" cy="946150"/>
          </a:xfrm>
          <a:prstGeom prst="rect">
            <a:avLst/>
          </a:prstGeom>
          <a:noFill/>
          <a:ln w="9525">
            <a:noFill/>
            <a:miter lim="800000"/>
            <a:headEnd/>
            <a:tailEnd/>
          </a:ln>
        </p:spPr>
        <p:txBody>
          <a:bodyPr>
            <a:spAutoFit/>
          </a:bodyPr>
          <a:lstStyle/>
          <a:p>
            <a:pPr eaLnBrk="1" hangingPunct="1"/>
            <a:r>
              <a:rPr kumimoji="1" lang="en-US" altLang="zh-CN" sz="2800" b="1"/>
              <a:t>       </a:t>
            </a:r>
            <a:r>
              <a:rPr kumimoji="1" lang="zh-CN" altLang="en-US" sz="2800" b="1"/>
              <a:t>相贯线为过锥顶的两条直线段</a:t>
            </a:r>
            <a:endParaRPr kumimoji="1" lang="zh-CN" altLang="en-US"/>
          </a:p>
        </p:txBody>
      </p:sp>
      <p:sp>
        <p:nvSpPr>
          <p:cNvPr id="16" name="Rectangle 9">
            <a:extLst>
              <a:ext uri="{FF2B5EF4-FFF2-40B4-BE49-F238E27FC236}">
                <a16:creationId xmlns:a16="http://schemas.microsoft.com/office/drawing/2014/main" id="{27DC3E80-59ED-4359-B090-33ECC3CC6108}"/>
              </a:ext>
            </a:extLst>
          </p:cNvPr>
          <p:cNvSpPr txBox="1">
            <a:spLocks noChangeArrowheads="1"/>
          </p:cNvSpPr>
          <p:nvPr/>
        </p:nvSpPr>
        <p:spPr bwMode="auto">
          <a:xfrm>
            <a:off x="3935760" y="270668"/>
            <a:ext cx="3784600" cy="604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Tx/>
              <a:buNone/>
            </a:pPr>
            <a:r>
              <a:rPr lang="zh-CN" altLang="en-US" b="1" dirty="0">
                <a:latin typeface="黑体" panose="02010609060101010101" pitchFamily="49" charset="-122"/>
                <a:ea typeface="黑体" panose="02010609060101010101" pitchFamily="49" charset="-122"/>
              </a:rPr>
              <a:t>相贯线的特殊情况</a:t>
            </a:r>
            <a:r>
              <a:rPr lang="zh-CN" altLang="en-US" dirty="0">
                <a:latin typeface="黑体" panose="02010609060101010101" pitchFamily="49" charset="-122"/>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5176"/>
                                        </p:tgtEl>
                                        <p:attrNameLst>
                                          <p:attrName>style.visibility</p:attrName>
                                        </p:attrNameLst>
                                      </p:cBhvr>
                                      <p:to>
                                        <p:strVal val="visible"/>
                                      </p:to>
                                    </p:set>
                                    <p:animEffect transition="in" filter="wipe(left)">
                                      <p:cBhvr>
                                        <p:cTn id="12" dur="500"/>
                                        <p:tgtEl>
                                          <p:spTgt spid="1351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35182"/>
                                        </p:tgtEl>
                                        <p:attrNameLst>
                                          <p:attrName>style.visibility</p:attrName>
                                        </p:attrNameLst>
                                      </p:cBhvr>
                                      <p:to>
                                        <p:strVal val="visible"/>
                                      </p:to>
                                    </p:set>
                                    <p:animEffect transition="in" filter="box(in)">
                                      <p:cBhvr>
                                        <p:cTn id="17" dur="500"/>
                                        <p:tgtEl>
                                          <p:spTgt spid="1351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5177"/>
                                        </p:tgtEl>
                                        <p:attrNameLst>
                                          <p:attrName>style.visibility</p:attrName>
                                        </p:attrNameLst>
                                      </p:cBhvr>
                                      <p:to>
                                        <p:strVal val="visible"/>
                                      </p:to>
                                    </p:set>
                                    <p:animEffect transition="in" filter="wipe(left)">
                                      <p:cBhvr>
                                        <p:cTn id="22" dur="500"/>
                                        <p:tgtEl>
                                          <p:spTgt spid="13517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5184"/>
                                        </p:tgtEl>
                                        <p:attrNameLst>
                                          <p:attrName>style.visibility</p:attrName>
                                        </p:attrNameLst>
                                      </p:cBhvr>
                                      <p:to>
                                        <p:strVal val="visible"/>
                                      </p:to>
                                    </p:set>
                                    <p:animEffect transition="in" filter="wipe(left)">
                                      <p:cBhvr>
                                        <p:cTn id="27" dur="500"/>
                                        <p:tgtEl>
                                          <p:spTgt spid="13518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35183"/>
                                        </p:tgtEl>
                                        <p:attrNameLst>
                                          <p:attrName>style.visibility</p:attrName>
                                        </p:attrNameLst>
                                      </p:cBhvr>
                                      <p:to>
                                        <p:strVal val="visible"/>
                                      </p:to>
                                    </p:set>
                                    <p:animEffect transition="in" filter="box(in)">
                                      <p:cBhvr>
                                        <p:cTn id="32" dur="500"/>
                                        <p:tgtEl>
                                          <p:spTgt spid="135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6" grpId="0"/>
      <p:bldP spid="135177" grpId="0"/>
      <p:bldP spid="135184" grpId="0"/>
      <p:bldP spid="16"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067050" y="1696522"/>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8131" name="Rectangle 3"/>
          <p:cNvSpPr>
            <a:spLocks noChangeArrowheads="1"/>
          </p:cNvSpPr>
          <p:nvPr/>
        </p:nvSpPr>
        <p:spPr bwMode="auto">
          <a:xfrm>
            <a:off x="3067050" y="1696522"/>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8132" name="Rectangle 4"/>
          <p:cNvSpPr>
            <a:spLocks noChangeArrowheads="1"/>
          </p:cNvSpPr>
          <p:nvPr/>
        </p:nvSpPr>
        <p:spPr bwMode="auto">
          <a:xfrm>
            <a:off x="3067050" y="1696522"/>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8133" name="Rectangle 5"/>
          <p:cNvSpPr>
            <a:spLocks noChangeArrowheads="1"/>
          </p:cNvSpPr>
          <p:nvPr/>
        </p:nvSpPr>
        <p:spPr bwMode="auto">
          <a:xfrm>
            <a:off x="3067050" y="1696522"/>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8134" name="Rectangle 6"/>
          <p:cNvSpPr>
            <a:spLocks noChangeArrowheads="1"/>
          </p:cNvSpPr>
          <p:nvPr/>
        </p:nvSpPr>
        <p:spPr bwMode="auto">
          <a:xfrm>
            <a:off x="3067050" y="1696522"/>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48135" name="Rectangle 7"/>
          <p:cNvSpPr>
            <a:spLocks noChangeArrowheads="1"/>
          </p:cNvSpPr>
          <p:nvPr/>
        </p:nvSpPr>
        <p:spPr bwMode="auto">
          <a:xfrm>
            <a:off x="3067050" y="1696522"/>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136200" name="Text Box 8"/>
          <p:cNvSpPr txBox="1">
            <a:spLocks noChangeArrowheads="1"/>
          </p:cNvSpPr>
          <p:nvPr/>
        </p:nvSpPr>
        <p:spPr bwMode="auto">
          <a:xfrm>
            <a:off x="1504661" y="1309966"/>
            <a:ext cx="6330950" cy="519112"/>
          </a:xfrm>
          <a:prstGeom prst="rect">
            <a:avLst/>
          </a:prstGeom>
          <a:noFill/>
          <a:ln w="9525">
            <a:noFill/>
            <a:miter lim="800000"/>
            <a:headEnd/>
            <a:tailEnd/>
          </a:ln>
        </p:spPr>
        <p:txBody>
          <a:bodyPr>
            <a:spAutoFit/>
          </a:bodyPr>
          <a:lstStyle/>
          <a:p>
            <a:pPr eaLnBrk="1" hangingPunct="1"/>
            <a:r>
              <a:rPr kumimoji="1" lang="en-US" altLang="zh-CN" sz="2800" b="1" dirty="0"/>
              <a:t>4. </a:t>
            </a:r>
            <a:r>
              <a:rPr kumimoji="1" lang="zh-CN" altLang="en-US" sz="2800" b="1" dirty="0"/>
              <a:t>两正交圆柱相贯线投影的简化画法</a:t>
            </a:r>
            <a:r>
              <a:rPr kumimoji="1" lang="zh-CN" altLang="en-US" dirty="0"/>
              <a:t> </a:t>
            </a:r>
          </a:p>
        </p:txBody>
      </p:sp>
      <p:pic>
        <p:nvPicPr>
          <p:cNvPr id="48138" name="图片 1"/>
          <p:cNvPicPr>
            <a:picLocks noChangeAspect="1"/>
          </p:cNvPicPr>
          <p:nvPr/>
        </p:nvPicPr>
        <p:blipFill>
          <a:blip r:embed="rId2"/>
          <a:srcRect/>
          <a:stretch>
            <a:fillRect/>
          </a:stretch>
        </p:blipFill>
        <p:spPr bwMode="auto">
          <a:xfrm>
            <a:off x="5735638" y="2386013"/>
            <a:ext cx="4876800" cy="4210050"/>
          </a:xfrm>
          <a:prstGeom prst="rect">
            <a:avLst/>
          </a:prstGeom>
          <a:noFill/>
          <a:ln w="9525">
            <a:noFill/>
            <a:miter lim="800000"/>
            <a:headEnd/>
            <a:tailEnd/>
          </a:ln>
        </p:spPr>
      </p:pic>
      <p:sp>
        <p:nvSpPr>
          <p:cNvPr id="136201" name="Text Box 9"/>
          <p:cNvSpPr txBox="1">
            <a:spLocks noChangeArrowheads="1"/>
          </p:cNvSpPr>
          <p:nvPr/>
        </p:nvSpPr>
        <p:spPr bwMode="auto">
          <a:xfrm>
            <a:off x="1703389" y="2095500"/>
            <a:ext cx="4321175" cy="138588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defRPr/>
            </a:pPr>
            <a:r>
              <a:rPr kumimoji="1" lang="en-US" altLang="zh-CN" sz="2800" b="1" dirty="0">
                <a:latin typeface="Arial" panose="020B0604020202020204" pitchFamily="34" charset="0"/>
              </a:rPr>
              <a:t>       </a:t>
            </a:r>
            <a:r>
              <a:rPr kumimoji="1" lang="zh-CN" altLang="en-US" sz="2800" b="1" dirty="0">
                <a:latin typeface="Arial" panose="020B0604020202020204" pitchFamily="34" charset="0"/>
              </a:rPr>
              <a:t>两正交圆柱相贯线的投影可以用简化画法画出，即</a:t>
            </a:r>
            <a:r>
              <a:rPr kumimoji="1" lang="zh-CN" altLang="en-US" sz="2800" b="1" dirty="0">
                <a:solidFill>
                  <a:srgbClr val="FF0066"/>
                </a:solidFill>
                <a:latin typeface="Arial" panose="020B0604020202020204" pitchFamily="34" charset="0"/>
              </a:rPr>
              <a:t>用圆弧代替非圆曲线</a:t>
            </a:r>
            <a:r>
              <a:rPr kumimoji="1" lang="zh-CN" altLang="en-US" sz="2800" b="1" dirty="0">
                <a:latin typeface="Arial" panose="020B0604020202020204" pitchFamily="34" charset="0"/>
              </a:rPr>
              <a:t>。</a:t>
            </a:r>
          </a:p>
        </p:txBody>
      </p:sp>
      <p:sp>
        <p:nvSpPr>
          <p:cNvPr id="3" name="矩形 2"/>
          <p:cNvSpPr/>
          <p:nvPr/>
        </p:nvSpPr>
        <p:spPr>
          <a:xfrm>
            <a:off x="1666875" y="3608388"/>
            <a:ext cx="4014788" cy="3109912"/>
          </a:xfrm>
          <a:prstGeom prst="rect">
            <a:avLst/>
          </a:prstGeom>
          <a:solidFill>
            <a:schemeClr val="tx2">
              <a:lumMod val="40000"/>
              <a:lumOff val="60000"/>
            </a:schemeClr>
          </a:solidFill>
        </p:spPr>
        <p:txBody>
          <a:bodyPr>
            <a:spAutoFit/>
          </a:bodyPr>
          <a:lstStyle/>
          <a:p>
            <a:pPr>
              <a:defRPr/>
            </a:pPr>
            <a:r>
              <a:rPr kumimoji="1" lang="zh-CN" altLang="en-US" sz="2800" b="1" dirty="0">
                <a:latin typeface="+mn-ea"/>
                <a:ea typeface="+mn-ea"/>
              </a:rPr>
              <a:t>    以</a:t>
            </a:r>
            <a:r>
              <a:rPr kumimoji="1" lang="en-US" altLang="zh-CN" sz="2800" b="1" dirty="0">
                <a:latin typeface="+mn-ea"/>
                <a:ea typeface="+mn-ea"/>
              </a:rPr>
              <a:t>1′(</a:t>
            </a:r>
            <a:r>
              <a:rPr kumimoji="1" lang="zh-CN" altLang="en-US" sz="2800" b="1" dirty="0">
                <a:latin typeface="+mn-ea"/>
                <a:ea typeface="+mn-ea"/>
              </a:rPr>
              <a:t>或</a:t>
            </a:r>
            <a:r>
              <a:rPr kumimoji="1" lang="en-US" altLang="zh-CN" sz="2800" b="1" dirty="0">
                <a:latin typeface="+mn-ea"/>
                <a:ea typeface="+mn-ea"/>
              </a:rPr>
              <a:t>2′)</a:t>
            </a:r>
            <a:r>
              <a:rPr kumimoji="1" lang="zh-CN" altLang="en-US" sz="2800" b="1" dirty="0">
                <a:latin typeface="+mn-ea"/>
                <a:ea typeface="+mn-ea"/>
              </a:rPr>
              <a:t>为圆心，以大圆柱半径</a:t>
            </a:r>
            <a:r>
              <a:rPr kumimoji="1" lang="en-US" altLang="zh-CN" sz="2800" b="1" i="1" dirty="0">
                <a:latin typeface="+mn-ea"/>
                <a:ea typeface="+mn-ea"/>
              </a:rPr>
              <a:t>R</a:t>
            </a:r>
            <a:r>
              <a:rPr kumimoji="1" lang="en-US" altLang="zh-CN" sz="2800" b="1" dirty="0">
                <a:latin typeface="+mn-ea"/>
                <a:ea typeface="+mn-ea"/>
              </a:rPr>
              <a:t>(</a:t>
            </a:r>
            <a:r>
              <a:rPr kumimoji="1" lang="en-US" altLang="zh-CN" sz="2800" b="1" i="1" dirty="0">
                <a:latin typeface="+mn-ea"/>
                <a:ea typeface="+mn-ea"/>
              </a:rPr>
              <a:t>D</a:t>
            </a:r>
            <a:r>
              <a:rPr kumimoji="1" lang="en-US" altLang="zh-CN" sz="2800" b="1" dirty="0">
                <a:latin typeface="+mn-ea"/>
                <a:ea typeface="+mn-ea"/>
              </a:rPr>
              <a:t>/2)</a:t>
            </a:r>
            <a:r>
              <a:rPr kumimoji="1" lang="zh-CN" altLang="en-US" sz="2800" b="1" dirty="0">
                <a:latin typeface="+mn-ea"/>
                <a:ea typeface="+mn-ea"/>
              </a:rPr>
              <a:t>为半径画弧，与小圆柱轴线相交于一点，</a:t>
            </a:r>
            <a:r>
              <a:rPr kumimoji="1" lang="zh-CN" altLang="en-US" sz="2800" b="1" dirty="0">
                <a:solidFill>
                  <a:srgbClr val="FF0000"/>
                </a:solidFill>
                <a:latin typeface="+mn-ea"/>
                <a:ea typeface="+mn-ea"/>
              </a:rPr>
              <a:t>再以此交点为圆心、</a:t>
            </a:r>
            <a:r>
              <a:rPr kumimoji="1" lang="en-US" altLang="zh-CN" sz="2800" b="1" i="1" dirty="0">
                <a:solidFill>
                  <a:srgbClr val="FF0000"/>
                </a:solidFill>
                <a:latin typeface="+mn-ea"/>
                <a:ea typeface="+mn-ea"/>
              </a:rPr>
              <a:t>R</a:t>
            </a:r>
            <a:r>
              <a:rPr kumimoji="1" lang="zh-CN" altLang="en-US" sz="2800" b="1" dirty="0">
                <a:solidFill>
                  <a:srgbClr val="FF0000"/>
                </a:solidFill>
                <a:latin typeface="+mn-ea"/>
                <a:ea typeface="+mn-ea"/>
              </a:rPr>
              <a:t>为半径，用圆弧连接</a:t>
            </a:r>
            <a:r>
              <a:rPr kumimoji="1" lang="en-US" altLang="zh-CN" sz="2800" b="1" dirty="0">
                <a:solidFill>
                  <a:srgbClr val="FF0000"/>
                </a:solidFill>
                <a:latin typeface="+mn-ea"/>
                <a:ea typeface="+mn-ea"/>
              </a:rPr>
              <a:t>1′</a:t>
            </a:r>
            <a:r>
              <a:rPr kumimoji="1" lang="zh-CN" altLang="en-US" sz="2800" b="1" dirty="0">
                <a:solidFill>
                  <a:srgbClr val="FF0000"/>
                </a:solidFill>
                <a:latin typeface="+mn-ea"/>
                <a:ea typeface="+mn-ea"/>
              </a:rPr>
              <a:t>、</a:t>
            </a:r>
            <a:r>
              <a:rPr kumimoji="1" lang="en-US" altLang="zh-CN" sz="2800" b="1" dirty="0">
                <a:solidFill>
                  <a:srgbClr val="FF0000"/>
                </a:solidFill>
                <a:latin typeface="+mn-ea"/>
                <a:ea typeface="+mn-ea"/>
              </a:rPr>
              <a:t>2′</a:t>
            </a:r>
            <a:r>
              <a:rPr kumimoji="1" lang="zh-CN" altLang="en-US" sz="2800" b="1" dirty="0">
                <a:solidFill>
                  <a:srgbClr val="FF0000"/>
                </a:solidFill>
                <a:latin typeface="+mn-ea"/>
                <a:ea typeface="+mn-ea"/>
              </a:rPr>
              <a:t>即可。</a:t>
            </a:r>
            <a:r>
              <a:rPr kumimoji="1" lang="zh-CN" altLang="en-US" sz="2800" dirty="0">
                <a:solidFill>
                  <a:srgbClr val="FF0000"/>
                </a:solidFill>
                <a:latin typeface="+mn-ea"/>
                <a:ea typeface="+mn-ea"/>
              </a:rPr>
              <a:t> </a:t>
            </a:r>
            <a:endParaRPr lang="zh-CN" altLang="en-US" sz="2800" dirty="0">
              <a:solidFill>
                <a:srgbClr val="FF0000"/>
              </a:solidFill>
              <a:latin typeface="+mn-ea"/>
              <a:ea typeface="+mn-ea"/>
            </a:endParaRPr>
          </a:p>
        </p:txBody>
      </p:sp>
      <p:pic>
        <p:nvPicPr>
          <p:cNvPr id="5" name="图片 4"/>
          <p:cNvPicPr>
            <a:picLocks noChangeAspect="1"/>
          </p:cNvPicPr>
          <p:nvPr/>
        </p:nvPicPr>
        <p:blipFill>
          <a:blip r:embed="rId3"/>
          <a:srcRect/>
          <a:stretch>
            <a:fillRect/>
          </a:stretch>
        </p:blipFill>
        <p:spPr bwMode="auto">
          <a:xfrm>
            <a:off x="6584951" y="3556000"/>
            <a:ext cx="523875" cy="514350"/>
          </a:xfrm>
          <a:prstGeom prst="rect">
            <a:avLst/>
          </a:prstGeom>
          <a:noFill/>
          <a:ln w="9525">
            <a:noFill/>
            <a:miter lim="800000"/>
            <a:headEnd/>
            <a:tailEnd/>
          </a:ln>
        </p:spPr>
      </p:pic>
      <p:pic>
        <p:nvPicPr>
          <p:cNvPr id="6" name="图片 5"/>
          <p:cNvPicPr>
            <a:picLocks noChangeAspect="1"/>
          </p:cNvPicPr>
          <p:nvPr/>
        </p:nvPicPr>
        <p:blipFill>
          <a:blip r:embed="rId4"/>
          <a:srcRect/>
          <a:stretch>
            <a:fillRect/>
          </a:stretch>
        </p:blipFill>
        <p:spPr bwMode="auto">
          <a:xfrm>
            <a:off x="8502650" y="3532189"/>
            <a:ext cx="552450" cy="523875"/>
          </a:xfrm>
          <a:prstGeom prst="rect">
            <a:avLst/>
          </a:prstGeom>
          <a:noFill/>
          <a:ln w="9525">
            <a:noFill/>
            <a:miter lim="800000"/>
            <a:headEnd/>
            <a:tailEnd/>
          </a:ln>
        </p:spPr>
      </p:pic>
      <p:sp>
        <p:nvSpPr>
          <p:cNvPr id="8" name="椭圆 7"/>
          <p:cNvSpPr>
            <a:spLocks noChangeArrowheads="1"/>
          </p:cNvSpPr>
          <p:nvPr/>
        </p:nvSpPr>
        <p:spPr bwMode="auto">
          <a:xfrm>
            <a:off x="7397750" y="2695575"/>
            <a:ext cx="2425700" cy="2463800"/>
          </a:xfrm>
          <a:prstGeom prst="ellipse">
            <a:avLst/>
          </a:prstGeom>
          <a:solidFill>
            <a:schemeClr val="accent1">
              <a:alpha val="0"/>
            </a:schemeClr>
          </a:solidFill>
          <a:ln w="9525">
            <a:solidFill>
              <a:schemeClr val="accent2"/>
            </a:solidFill>
            <a:miter lim="800000"/>
            <a:headEnd/>
            <a:tailEnd/>
          </a:ln>
        </p:spPr>
        <p:txBody>
          <a:bodyPr anchor="ctr"/>
          <a:lstStyle/>
          <a:p>
            <a:pPr algn="ctr"/>
            <a:endParaRPr lang="zh-CN" altLang="en-US" sz="3600">
              <a:solidFill>
                <a:schemeClr val="tx2"/>
              </a:solidFill>
              <a:latin typeface="宋体" pitchFamily="2" charset="-122"/>
            </a:endParaRPr>
          </a:p>
        </p:txBody>
      </p:sp>
      <p:sp>
        <p:nvSpPr>
          <p:cNvPr id="19" name="椭圆 18"/>
          <p:cNvSpPr>
            <a:spLocks noChangeArrowheads="1"/>
          </p:cNvSpPr>
          <p:nvPr/>
        </p:nvSpPr>
        <p:spPr bwMode="auto">
          <a:xfrm>
            <a:off x="6570663" y="1795463"/>
            <a:ext cx="2425700" cy="2463800"/>
          </a:xfrm>
          <a:prstGeom prst="ellipse">
            <a:avLst/>
          </a:prstGeom>
          <a:solidFill>
            <a:schemeClr val="accent1">
              <a:alpha val="0"/>
            </a:schemeClr>
          </a:solidFill>
          <a:ln w="9525">
            <a:solidFill>
              <a:schemeClr val="accent2"/>
            </a:solidFill>
            <a:miter lim="800000"/>
            <a:headEnd/>
            <a:tailEnd/>
          </a:ln>
        </p:spPr>
        <p:txBody>
          <a:bodyPr anchor="ctr"/>
          <a:lstStyle/>
          <a:p>
            <a:pPr algn="ctr"/>
            <a:endParaRPr lang="zh-CN" altLang="en-US" sz="3600">
              <a:solidFill>
                <a:schemeClr val="tx2"/>
              </a:solidFill>
              <a:latin typeface="宋体" pitchFamily="2" charset="-122"/>
            </a:endParaRPr>
          </a:p>
        </p:txBody>
      </p:sp>
      <p:sp>
        <p:nvSpPr>
          <p:cNvPr id="9" name="弧形 8"/>
          <p:cNvSpPr/>
          <p:nvPr/>
        </p:nvSpPr>
        <p:spPr>
          <a:xfrm rot="7752467">
            <a:off x="6488114" y="1666876"/>
            <a:ext cx="2663825" cy="2555875"/>
          </a:xfrm>
          <a:prstGeom prst="arc">
            <a:avLst>
              <a:gd name="adj1" fmla="val 16974832"/>
              <a:gd name="adj2" fmla="val 133778"/>
            </a:avLst>
          </a:prstGeom>
          <a:ln w="3492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20" name="Rectangle 9">
            <a:extLst>
              <a:ext uri="{FF2B5EF4-FFF2-40B4-BE49-F238E27FC236}">
                <a16:creationId xmlns:a16="http://schemas.microsoft.com/office/drawing/2014/main" id="{B8A02CD8-F68E-42B8-B78D-D7895FF0BF5E}"/>
              </a:ext>
            </a:extLst>
          </p:cNvPr>
          <p:cNvSpPr txBox="1">
            <a:spLocks noChangeArrowheads="1"/>
          </p:cNvSpPr>
          <p:nvPr/>
        </p:nvSpPr>
        <p:spPr bwMode="auto">
          <a:xfrm>
            <a:off x="3935760" y="270668"/>
            <a:ext cx="3784600" cy="604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Tx/>
              <a:buNone/>
            </a:pPr>
            <a:r>
              <a:rPr lang="zh-CN" altLang="en-US" b="1" dirty="0">
                <a:latin typeface="黑体" panose="02010609060101010101" pitchFamily="49" charset="-122"/>
                <a:ea typeface="黑体" panose="02010609060101010101" pitchFamily="49" charset="-122"/>
              </a:rPr>
              <a:t>相贯线的特殊情况</a:t>
            </a:r>
            <a:r>
              <a:rPr lang="zh-CN" altLang="en-US" dirty="0">
                <a:latin typeface="黑体" panose="02010609060101010101" pitchFamily="49" charset="-122"/>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left)">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200"/>
                                        </p:tgtEl>
                                        <p:attrNameLst>
                                          <p:attrName>style.visibility</p:attrName>
                                        </p:attrNameLst>
                                      </p:cBhvr>
                                      <p:to>
                                        <p:strVal val="visible"/>
                                      </p:to>
                                    </p:set>
                                    <p:animEffect transition="in" filter="wipe(left)">
                                      <p:cBhvr>
                                        <p:cTn id="12" dur="500"/>
                                        <p:tgtEl>
                                          <p:spTgt spid="1362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6201"/>
                                        </p:tgtEl>
                                        <p:attrNameLst>
                                          <p:attrName>style.visibility</p:attrName>
                                        </p:attrNameLst>
                                      </p:cBhvr>
                                      <p:to>
                                        <p:strVal val="visible"/>
                                      </p:to>
                                    </p:set>
                                    <p:animEffect transition="in" filter="wipe(left)">
                                      <p:cBhvr>
                                        <p:cTn id="17" dur="500"/>
                                        <p:tgtEl>
                                          <p:spTgt spid="1362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heel(1)">
                                      <p:cBhvr>
                                        <p:cTn id="37" dur="20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heel(1)">
                                      <p:cBhvr>
                                        <p:cTn id="42" dur="20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00" grpId="0"/>
      <p:bldP spid="136201" grpId="0" animBg="1"/>
      <p:bldP spid="3" grpId="0" animBg="1"/>
      <p:bldP spid="8" grpId="0" animBg="1"/>
      <p:bldP spid="19" grpId="0" animBg="1"/>
      <p:bldP spid="20"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3067050" y="226008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1203" name="Rectangle 3"/>
          <p:cNvSpPr>
            <a:spLocks noChangeArrowheads="1"/>
          </p:cNvSpPr>
          <p:nvPr/>
        </p:nvSpPr>
        <p:spPr bwMode="auto">
          <a:xfrm>
            <a:off x="3067050" y="226008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1204" name="Rectangle 4"/>
          <p:cNvSpPr>
            <a:spLocks noChangeArrowheads="1"/>
          </p:cNvSpPr>
          <p:nvPr/>
        </p:nvSpPr>
        <p:spPr bwMode="auto">
          <a:xfrm>
            <a:off x="3067050" y="226008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1205" name="Rectangle 5"/>
          <p:cNvSpPr>
            <a:spLocks noChangeArrowheads="1"/>
          </p:cNvSpPr>
          <p:nvPr/>
        </p:nvSpPr>
        <p:spPr bwMode="auto">
          <a:xfrm>
            <a:off x="3067050" y="226008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1206" name="Rectangle 6"/>
          <p:cNvSpPr>
            <a:spLocks noChangeArrowheads="1"/>
          </p:cNvSpPr>
          <p:nvPr/>
        </p:nvSpPr>
        <p:spPr bwMode="auto">
          <a:xfrm>
            <a:off x="3067050" y="226008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1207" name="Rectangle 7"/>
          <p:cNvSpPr>
            <a:spLocks noChangeArrowheads="1"/>
          </p:cNvSpPr>
          <p:nvPr/>
        </p:nvSpPr>
        <p:spPr bwMode="auto">
          <a:xfrm>
            <a:off x="3067050" y="226008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137225" name="Rectangle 9"/>
          <p:cNvSpPr>
            <a:spLocks noGrp="1" noChangeArrowheads="1"/>
          </p:cNvSpPr>
          <p:nvPr>
            <p:ph idx="1"/>
          </p:nvPr>
        </p:nvSpPr>
        <p:spPr>
          <a:xfrm>
            <a:off x="4710114" y="179389"/>
            <a:ext cx="2916237" cy="604837"/>
          </a:xfrm>
        </p:spPr>
        <p:txBody>
          <a:bodyPr/>
          <a:lstStyle/>
          <a:p>
            <a:pPr eaLnBrk="1" hangingPunct="1">
              <a:buFontTx/>
              <a:buNone/>
              <a:defRPr/>
            </a:pPr>
            <a:r>
              <a:rPr lang="zh-CN" altLang="en-US" b="1" dirty="0">
                <a:effectLst>
                  <a:outerShdw blurRad="38100" dist="38100" dir="2700000" algn="tl">
                    <a:srgbClr val="000000">
                      <a:alpha val="43137"/>
                    </a:srgbClr>
                  </a:outerShdw>
                </a:effectLst>
              </a:rPr>
              <a:t>多体相贯 </a:t>
            </a:r>
          </a:p>
        </p:txBody>
      </p:sp>
      <p:pic>
        <p:nvPicPr>
          <p:cNvPr id="2" name="图片 1"/>
          <p:cNvPicPr>
            <a:picLocks noChangeAspect="1"/>
          </p:cNvPicPr>
          <p:nvPr/>
        </p:nvPicPr>
        <p:blipFill>
          <a:blip r:embed="rId2"/>
          <a:srcRect/>
          <a:stretch>
            <a:fillRect/>
          </a:stretch>
        </p:blipFill>
        <p:spPr bwMode="auto">
          <a:xfrm>
            <a:off x="7932738" y="1482726"/>
            <a:ext cx="2514600" cy="3057525"/>
          </a:xfrm>
          <a:prstGeom prst="rect">
            <a:avLst/>
          </a:prstGeom>
          <a:noFill/>
          <a:ln w="9525">
            <a:noFill/>
            <a:miter lim="800000"/>
            <a:headEnd/>
            <a:tailEnd/>
          </a:ln>
        </p:spPr>
      </p:pic>
      <p:sp>
        <p:nvSpPr>
          <p:cNvPr id="15" name="Text Box 2"/>
          <p:cNvSpPr txBox="1">
            <a:spLocks noChangeArrowheads="1"/>
          </p:cNvSpPr>
          <p:nvPr/>
        </p:nvSpPr>
        <p:spPr bwMode="auto">
          <a:xfrm>
            <a:off x="1917700" y="883444"/>
            <a:ext cx="5975350" cy="519113"/>
          </a:xfrm>
          <a:prstGeom prst="rect">
            <a:avLst/>
          </a:prstGeom>
          <a:noFill/>
          <a:ln w="9525">
            <a:noFill/>
            <a:miter lim="800000"/>
            <a:headEnd/>
            <a:tailEnd/>
          </a:ln>
          <a:effectLst/>
        </p:spPr>
        <p:txBody>
          <a:bodyPr>
            <a:spAutoFit/>
          </a:bodyPr>
          <a:lstStyle/>
          <a:p>
            <a:pPr eaLnBrk="1" hangingPunct="1">
              <a:defRPr/>
            </a:pPr>
            <a:r>
              <a:rPr kumimoji="1" lang="zh-CN" altLang="en-US" sz="2800" b="1" dirty="0">
                <a:effectLst>
                  <a:outerShdw blurRad="38100" dist="38100" dir="2700000" algn="tl">
                    <a:srgbClr val="C0C0C0"/>
                  </a:outerShdw>
                </a:effectLst>
              </a:rPr>
              <a:t>例：求图中多个基本体相贯的投影</a:t>
            </a:r>
            <a:r>
              <a:rPr kumimoji="1" lang="zh-CN" altLang="en-US" sz="2800" dirty="0"/>
              <a:t> </a:t>
            </a:r>
            <a:r>
              <a:rPr kumimoji="1" lang="zh-CN" altLang="en-US" sz="2800" b="1" dirty="0">
                <a:effectLst>
                  <a:outerShdw blurRad="38100" dist="38100" dir="2700000" algn="tl">
                    <a:srgbClr val="C0C0C0"/>
                  </a:outerShdw>
                </a:effectLst>
              </a:rPr>
              <a:t>。</a:t>
            </a:r>
          </a:p>
        </p:txBody>
      </p:sp>
      <p:sp>
        <p:nvSpPr>
          <p:cNvPr id="51211" name="Rectangle 2"/>
          <p:cNvSpPr>
            <a:spLocks noChangeArrowheads="1"/>
          </p:cNvSpPr>
          <p:nvPr/>
        </p:nvSpPr>
        <p:spPr bwMode="auto">
          <a:xfrm>
            <a:off x="5899150" y="505090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1212" name="Rectangle 3"/>
          <p:cNvSpPr>
            <a:spLocks noChangeArrowheads="1"/>
          </p:cNvSpPr>
          <p:nvPr/>
        </p:nvSpPr>
        <p:spPr bwMode="auto">
          <a:xfrm>
            <a:off x="5899150" y="505090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1213" name="Rectangle 4"/>
          <p:cNvSpPr>
            <a:spLocks noChangeArrowheads="1"/>
          </p:cNvSpPr>
          <p:nvPr/>
        </p:nvSpPr>
        <p:spPr bwMode="auto">
          <a:xfrm>
            <a:off x="5899150" y="505090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1214" name="Rectangle 5"/>
          <p:cNvSpPr>
            <a:spLocks noChangeArrowheads="1"/>
          </p:cNvSpPr>
          <p:nvPr/>
        </p:nvSpPr>
        <p:spPr bwMode="auto">
          <a:xfrm>
            <a:off x="5899150" y="505090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1215" name="Rectangle 6"/>
          <p:cNvSpPr>
            <a:spLocks noChangeArrowheads="1"/>
          </p:cNvSpPr>
          <p:nvPr/>
        </p:nvSpPr>
        <p:spPr bwMode="auto">
          <a:xfrm>
            <a:off x="5899150" y="505090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1216" name="Rectangle 7"/>
          <p:cNvSpPr>
            <a:spLocks noChangeArrowheads="1"/>
          </p:cNvSpPr>
          <p:nvPr/>
        </p:nvSpPr>
        <p:spPr bwMode="auto">
          <a:xfrm>
            <a:off x="5899150" y="5050909"/>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23" name="Text Box 8"/>
          <p:cNvSpPr txBox="1">
            <a:spLocks noChangeArrowheads="1"/>
          </p:cNvSpPr>
          <p:nvPr/>
        </p:nvSpPr>
        <p:spPr bwMode="auto">
          <a:xfrm>
            <a:off x="6564313" y="4540251"/>
            <a:ext cx="1617662" cy="519113"/>
          </a:xfrm>
          <a:prstGeom prst="rect">
            <a:avLst/>
          </a:prstGeom>
          <a:solidFill>
            <a:srgbClr val="FFC000"/>
          </a:solidFill>
          <a:ln w="9525">
            <a:noFill/>
            <a:miter lim="800000"/>
            <a:headEnd/>
            <a:tailEnd/>
          </a:ln>
        </p:spPr>
        <p:txBody>
          <a:bodyPr>
            <a:spAutoFit/>
          </a:bodyPr>
          <a:lstStyle/>
          <a:p>
            <a:pPr eaLnBrk="1" hangingPunct="1"/>
            <a:r>
              <a:rPr kumimoji="1" lang="zh-CN" altLang="en-US" sz="2800" b="1"/>
              <a:t>步骤：</a:t>
            </a:r>
          </a:p>
        </p:txBody>
      </p:sp>
      <p:sp>
        <p:nvSpPr>
          <p:cNvPr id="24" name="Text Box 15"/>
          <p:cNvSpPr txBox="1">
            <a:spLocks noChangeArrowheads="1"/>
          </p:cNvSpPr>
          <p:nvPr/>
        </p:nvSpPr>
        <p:spPr bwMode="auto">
          <a:xfrm>
            <a:off x="4763853" y="5319210"/>
            <a:ext cx="5843479" cy="954107"/>
          </a:xfrm>
          <a:prstGeom prst="rect">
            <a:avLst/>
          </a:prstGeo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defRPr/>
            </a:pPr>
            <a:r>
              <a:rPr kumimoji="1" lang="en-US" altLang="zh-CN" sz="2800" b="1" dirty="0">
                <a:latin typeface="Arial" panose="020B0604020202020204" pitchFamily="34" charset="0"/>
              </a:rPr>
              <a:t>1.</a:t>
            </a:r>
            <a:r>
              <a:rPr kumimoji="1" lang="zh-CN" altLang="en-US" sz="2800" b="1" dirty="0">
                <a:solidFill>
                  <a:srgbClr val="FF0000"/>
                </a:solidFill>
                <a:latin typeface="Arial" panose="020B0604020202020204" pitchFamily="34" charset="0"/>
              </a:rPr>
              <a:t>分析</a:t>
            </a:r>
            <a:r>
              <a:rPr kumimoji="1" lang="zh-CN" altLang="en-US" sz="2800" b="1" dirty="0">
                <a:latin typeface="Arial" panose="020B0604020202020204" pitchFamily="34" charset="0"/>
              </a:rPr>
              <a:t>它由哪些</a:t>
            </a:r>
            <a:r>
              <a:rPr kumimoji="1" lang="zh-CN" altLang="en-US" sz="2800" b="1" dirty="0">
                <a:solidFill>
                  <a:srgbClr val="FF0000"/>
                </a:solidFill>
                <a:latin typeface="Arial" panose="020B0604020202020204" pitchFamily="34" charset="0"/>
              </a:rPr>
              <a:t>基本体构成</a:t>
            </a:r>
            <a:r>
              <a:rPr kumimoji="1" lang="zh-CN" altLang="en-US" sz="2800" b="1" dirty="0">
                <a:latin typeface="Arial" panose="020B0604020202020204" pitchFamily="34" charset="0"/>
              </a:rPr>
              <a:t>，各基本体的</a:t>
            </a:r>
            <a:r>
              <a:rPr kumimoji="1" lang="zh-CN" altLang="en-US" sz="2800" b="1" dirty="0">
                <a:solidFill>
                  <a:srgbClr val="FF0000"/>
                </a:solidFill>
                <a:latin typeface="Arial" panose="020B0604020202020204" pitchFamily="34" charset="0"/>
              </a:rPr>
              <a:t>形状</a:t>
            </a:r>
            <a:r>
              <a:rPr kumimoji="1" lang="zh-CN" altLang="en-US" sz="2800" b="1" dirty="0">
                <a:latin typeface="Arial" panose="020B0604020202020204" pitchFamily="34" charset="0"/>
              </a:rPr>
              <a:t>和</a:t>
            </a:r>
            <a:r>
              <a:rPr kumimoji="1" lang="zh-CN" altLang="en-US" sz="2800" b="1" dirty="0">
                <a:solidFill>
                  <a:srgbClr val="FF0000"/>
                </a:solidFill>
                <a:latin typeface="Arial" panose="020B0604020202020204" pitchFamily="34" charset="0"/>
              </a:rPr>
              <a:t>相对位置</a:t>
            </a:r>
            <a:r>
              <a:rPr kumimoji="1" lang="zh-CN" altLang="en-US" sz="2800" b="1" dirty="0">
                <a:latin typeface="Arial" panose="020B0604020202020204" pitchFamily="34" charset="0"/>
              </a:rPr>
              <a:t>，找出</a:t>
            </a:r>
            <a:r>
              <a:rPr kumimoji="1" lang="zh-CN" altLang="en-US" sz="2800" b="1" dirty="0">
                <a:solidFill>
                  <a:srgbClr val="FF0000"/>
                </a:solidFill>
                <a:latin typeface="Arial" panose="020B0604020202020204" pitchFamily="34" charset="0"/>
              </a:rPr>
              <a:t>分界线</a:t>
            </a:r>
            <a:r>
              <a:rPr kumimoji="1" lang="zh-CN" altLang="en-US" sz="2800" b="1" dirty="0">
                <a:latin typeface="Arial" panose="020B0604020202020204" pitchFamily="34" charset="0"/>
              </a:rPr>
              <a:t>。</a:t>
            </a:r>
            <a:endParaRPr kumimoji="1" lang="zh-CN" altLang="en-US" sz="2800" dirty="0">
              <a:latin typeface="Arial" panose="020B0604020202020204" pitchFamily="34" charset="0"/>
            </a:endParaRPr>
          </a:p>
        </p:txBody>
      </p:sp>
      <p:pic>
        <p:nvPicPr>
          <p:cNvPr id="51221" name="图片 2"/>
          <p:cNvPicPr>
            <a:picLocks noChangeAspect="1"/>
          </p:cNvPicPr>
          <p:nvPr/>
        </p:nvPicPr>
        <p:blipFill>
          <a:blip r:embed="rId3"/>
          <a:srcRect/>
          <a:stretch>
            <a:fillRect/>
          </a:stretch>
        </p:blipFill>
        <p:spPr bwMode="auto">
          <a:xfrm>
            <a:off x="2305051" y="1736726"/>
            <a:ext cx="2112963" cy="4638675"/>
          </a:xfrm>
          <a:prstGeom prst="rect">
            <a:avLst/>
          </a:prstGeom>
          <a:noFill/>
          <a:ln w="9525">
            <a:noFill/>
            <a:miter lim="800000"/>
            <a:headEnd/>
            <a:tailEnd/>
          </a:ln>
        </p:spPr>
      </p:pic>
      <p:sp>
        <p:nvSpPr>
          <p:cNvPr id="26" name="Text Box 16"/>
          <p:cNvSpPr txBox="1">
            <a:spLocks noChangeArrowheads="1"/>
          </p:cNvSpPr>
          <p:nvPr/>
        </p:nvSpPr>
        <p:spPr bwMode="auto">
          <a:xfrm>
            <a:off x="4718792" y="5319209"/>
            <a:ext cx="5897597" cy="1384995"/>
          </a:xfrm>
          <a:prstGeom prst="rect">
            <a:avLst/>
          </a:prstGeom>
          <a:gradFill>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grad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defRPr/>
            </a:pPr>
            <a:r>
              <a:rPr kumimoji="1" lang="en-US" altLang="zh-CN" sz="2800" b="1" dirty="0">
                <a:latin typeface="Arial" panose="020B0604020202020204" pitchFamily="34" charset="0"/>
              </a:rPr>
              <a:t>2.</a:t>
            </a:r>
            <a:r>
              <a:rPr kumimoji="1" lang="zh-CN" altLang="en-US" sz="2800" b="1" dirty="0">
                <a:solidFill>
                  <a:srgbClr val="FF0000"/>
                </a:solidFill>
                <a:latin typeface="Arial" panose="020B0604020202020204" pitchFamily="34" charset="0"/>
              </a:rPr>
              <a:t>判断</a:t>
            </a:r>
            <a:r>
              <a:rPr kumimoji="1" lang="zh-CN" altLang="en-US" sz="2800" b="1" dirty="0">
                <a:latin typeface="Arial" panose="020B0604020202020204" pitchFamily="34" charset="0"/>
              </a:rPr>
              <a:t>出每两个相交基本体</a:t>
            </a:r>
            <a:r>
              <a:rPr kumimoji="1" lang="zh-CN" altLang="en-US" sz="2800" b="1" dirty="0">
                <a:solidFill>
                  <a:srgbClr val="FF0000"/>
                </a:solidFill>
                <a:latin typeface="Arial" panose="020B0604020202020204" pitchFamily="34" charset="0"/>
              </a:rPr>
              <a:t>相贯线</a:t>
            </a:r>
            <a:r>
              <a:rPr kumimoji="1" lang="zh-CN" altLang="en-US" sz="2800" b="1" dirty="0">
                <a:latin typeface="Arial" panose="020B0604020202020204" pitchFamily="34" charset="0"/>
              </a:rPr>
              <a:t>的</a:t>
            </a:r>
            <a:r>
              <a:rPr kumimoji="1" lang="zh-CN" altLang="en-US" sz="2800" b="1" dirty="0">
                <a:solidFill>
                  <a:srgbClr val="FF0000"/>
                </a:solidFill>
                <a:latin typeface="Arial" panose="020B0604020202020204" pitchFamily="34" charset="0"/>
              </a:rPr>
              <a:t>形状</a:t>
            </a:r>
            <a:r>
              <a:rPr kumimoji="1" lang="zh-CN" altLang="en-US" sz="2800" b="1" dirty="0">
                <a:latin typeface="Arial" panose="020B0604020202020204" pitchFamily="34" charset="0"/>
              </a:rPr>
              <a:t>，</a:t>
            </a:r>
            <a:r>
              <a:rPr kumimoji="1" lang="zh-CN" altLang="en-US" sz="2800" b="1" dirty="0">
                <a:solidFill>
                  <a:srgbClr val="FF0000"/>
                </a:solidFill>
                <a:latin typeface="Arial" panose="020B0604020202020204" pitchFamily="34" charset="0"/>
              </a:rPr>
              <a:t>确定</a:t>
            </a:r>
            <a:r>
              <a:rPr kumimoji="1" lang="zh-CN" altLang="en-US" sz="2800" b="1" dirty="0">
                <a:latin typeface="Arial" panose="020B0604020202020204" pitchFamily="34" charset="0"/>
              </a:rPr>
              <a:t>求各部分</a:t>
            </a:r>
            <a:r>
              <a:rPr kumimoji="1" lang="zh-CN" altLang="en-US" sz="2800" b="1" dirty="0">
                <a:solidFill>
                  <a:srgbClr val="FF0000"/>
                </a:solidFill>
                <a:latin typeface="Arial" panose="020B0604020202020204" pitchFamily="34" charset="0"/>
              </a:rPr>
              <a:t>相贯线</a:t>
            </a:r>
            <a:r>
              <a:rPr kumimoji="1" lang="zh-CN" altLang="en-US" sz="2800" b="1" dirty="0">
                <a:latin typeface="Arial" panose="020B0604020202020204" pitchFamily="34" charset="0"/>
              </a:rPr>
              <a:t>投影的</a:t>
            </a:r>
            <a:r>
              <a:rPr kumimoji="1" lang="zh-CN" altLang="en-US" sz="2800" b="1" dirty="0">
                <a:solidFill>
                  <a:srgbClr val="FF0000"/>
                </a:solidFill>
                <a:latin typeface="Arial" panose="020B0604020202020204" pitchFamily="34" charset="0"/>
              </a:rPr>
              <a:t>方法</a:t>
            </a:r>
            <a:r>
              <a:rPr kumimoji="1" lang="zh-CN" altLang="en-US" sz="2800" b="1" dirty="0">
                <a:latin typeface="Arial" panose="020B0604020202020204" pitchFamily="34" charset="0"/>
              </a:rPr>
              <a:t>。</a:t>
            </a:r>
          </a:p>
        </p:txBody>
      </p:sp>
      <p:sp>
        <p:nvSpPr>
          <p:cNvPr id="27" name="Text Box 9"/>
          <p:cNvSpPr txBox="1">
            <a:spLocks noChangeArrowheads="1"/>
          </p:cNvSpPr>
          <p:nvPr/>
        </p:nvSpPr>
        <p:spPr bwMode="auto">
          <a:xfrm>
            <a:off x="4709735" y="5319209"/>
            <a:ext cx="5915710" cy="954107"/>
          </a:xfrm>
          <a:prstGeom prst="rect">
            <a:avLst/>
          </a:prstGeom>
          <a:gradFill>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gradFill>
          <a:ln w="9525">
            <a:noFill/>
            <a:miter lim="800000"/>
            <a:headEnd/>
            <a:tailEnd/>
          </a:ln>
          <a:effectLst/>
        </p:spPr>
        <p:txBody>
          <a:bodyPr>
            <a:spAutoFit/>
          </a:bodyPr>
          <a:lstStyle/>
          <a:p>
            <a:pPr eaLnBrk="1" hangingPunct="1">
              <a:defRPr/>
            </a:pPr>
            <a:r>
              <a:rPr kumimoji="1" lang="en-US" altLang="zh-CN" sz="2800" b="1" dirty="0">
                <a:effectLst>
                  <a:outerShdw blurRad="38100" dist="38100" dir="2700000" algn="tl">
                    <a:srgbClr val="C0C0C0"/>
                  </a:outerShdw>
                </a:effectLst>
                <a:latin typeface="+mn-ea"/>
                <a:ea typeface="+mn-ea"/>
              </a:rPr>
              <a:t>3. </a:t>
            </a:r>
            <a:r>
              <a:rPr kumimoji="1" lang="zh-CN" altLang="en-US" sz="2800" b="1" dirty="0">
                <a:latin typeface="+mn-ea"/>
                <a:ea typeface="+mn-ea"/>
              </a:rPr>
              <a:t>作出各基本体的</a:t>
            </a:r>
            <a:r>
              <a:rPr kumimoji="1" lang="zh-CN" altLang="en-US" sz="2800" b="1" dirty="0">
                <a:solidFill>
                  <a:srgbClr val="FF0000"/>
                </a:solidFill>
                <a:latin typeface="+mn-ea"/>
                <a:ea typeface="+mn-ea"/>
              </a:rPr>
              <a:t>侧面投影</a:t>
            </a:r>
            <a:r>
              <a:rPr kumimoji="1" lang="zh-CN" altLang="en-US" sz="2800" b="1" dirty="0">
                <a:latin typeface="+mn-ea"/>
                <a:ea typeface="+mn-ea"/>
              </a:rPr>
              <a:t>，其轮廓线在</a:t>
            </a:r>
            <a:r>
              <a:rPr kumimoji="1" lang="zh-CN" altLang="en-US" sz="2800" b="1" dirty="0">
                <a:solidFill>
                  <a:srgbClr val="FF0000"/>
                </a:solidFill>
                <a:latin typeface="+mn-ea"/>
                <a:ea typeface="+mn-ea"/>
              </a:rPr>
              <a:t>相交处断开</a:t>
            </a:r>
            <a:r>
              <a:rPr kumimoji="1" lang="zh-CN" altLang="en-US" sz="2800" b="1" dirty="0">
                <a:latin typeface="+mn-ea"/>
                <a:ea typeface="+mn-ea"/>
              </a:rPr>
              <a:t>。</a:t>
            </a:r>
            <a:r>
              <a:rPr kumimoji="1" lang="zh-CN" altLang="en-US" sz="2800" dirty="0">
                <a:latin typeface="+mn-ea"/>
                <a:ea typeface="+mn-ea"/>
              </a:rPr>
              <a:t> </a:t>
            </a:r>
          </a:p>
        </p:txBody>
      </p:sp>
      <p:pic>
        <p:nvPicPr>
          <p:cNvPr id="5" name="图片 4"/>
          <p:cNvPicPr>
            <a:picLocks noChangeAspect="1"/>
          </p:cNvPicPr>
          <p:nvPr/>
        </p:nvPicPr>
        <p:blipFill>
          <a:blip r:embed="rId4"/>
          <a:srcRect/>
          <a:stretch>
            <a:fillRect/>
          </a:stretch>
        </p:blipFill>
        <p:spPr bwMode="auto">
          <a:xfrm>
            <a:off x="5164139" y="1885951"/>
            <a:ext cx="2371725" cy="2105025"/>
          </a:xfrm>
          <a:prstGeom prst="rect">
            <a:avLst/>
          </a:prstGeom>
          <a:noFill/>
          <a:ln w="9525">
            <a:noFill/>
            <a:miter lim="800000"/>
            <a:headEnd/>
            <a:tailEnd/>
          </a:ln>
        </p:spPr>
      </p:pic>
      <p:sp>
        <p:nvSpPr>
          <p:cNvPr id="32" name="Text Box 11"/>
          <p:cNvSpPr txBox="1">
            <a:spLocks noChangeArrowheads="1"/>
          </p:cNvSpPr>
          <p:nvPr/>
        </p:nvSpPr>
        <p:spPr bwMode="auto">
          <a:xfrm>
            <a:off x="4715515" y="5334918"/>
            <a:ext cx="5904149" cy="1384995"/>
          </a:xfrm>
          <a:prstGeom prst="rect">
            <a:avLst/>
          </a:prstGeom>
          <a:gradFill>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gradFill>
          <a:ln w="9525">
            <a:noFill/>
            <a:miter lim="800000"/>
            <a:headEnd/>
            <a:tailEnd/>
          </a:ln>
          <a:effectLst/>
        </p:spPr>
        <p:txBody>
          <a:bodyPr>
            <a:spAutoFit/>
          </a:bodyPr>
          <a:lstStyle/>
          <a:p>
            <a:pPr eaLnBrk="1" hangingPunct="1">
              <a:defRPr/>
            </a:pPr>
            <a:r>
              <a:rPr kumimoji="1" lang="en-US" altLang="zh-CN" sz="2800" b="1" dirty="0">
                <a:effectLst>
                  <a:outerShdw blurRad="38100" dist="38100" dir="2700000" algn="tl">
                    <a:srgbClr val="C0C0C0"/>
                  </a:outerShdw>
                </a:effectLst>
                <a:latin typeface="+mn-ea"/>
                <a:ea typeface="+mn-ea"/>
              </a:rPr>
              <a:t>4.</a:t>
            </a:r>
            <a:r>
              <a:rPr kumimoji="1" lang="zh-CN" altLang="en-US" sz="2800" b="1" dirty="0">
                <a:latin typeface="+mn-ea"/>
                <a:ea typeface="+mn-ea"/>
              </a:rPr>
              <a:t>作拱形凸台上半部分的横放半圆柱面与直立圆柱筒外表面正交的相贯线</a:t>
            </a:r>
            <a:r>
              <a:rPr kumimoji="1" lang="en-US" altLang="zh-CN" sz="2800" b="1" dirty="0">
                <a:latin typeface="+mn-ea"/>
                <a:ea typeface="+mn-ea"/>
              </a:rPr>
              <a:t>Ⅰ Ⅱ Ⅲ</a:t>
            </a:r>
            <a:r>
              <a:rPr kumimoji="1" lang="en-US" altLang="zh-CN" sz="2800" dirty="0">
                <a:latin typeface="+mn-ea"/>
                <a:ea typeface="+mn-ea"/>
              </a:rPr>
              <a:t> </a:t>
            </a:r>
            <a:r>
              <a:rPr kumimoji="1" lang="zh-CN" altLang="en-US" sz="2800" b="1" dirty="0">
                <a:latin typeface="+mn-ea"/>
                <a:ea typeface="+mn-ea"/>
              </a:rPr>
              <a:t>。</a:t>
            </a:r>
          </a:p>
        </p:txBody>
      </p:sp>
      <p:pic>
        <p:nvPicPr>
          <p:cNvPr id="6" name="图片 5"/>
          <p:cNvPicPr>
            <a:picLocks noChangeAspect="1"/>
          </p:cNvPicPr>
          <p:nvPr/>
        </p:nvPicPr>
        <p:blipFill>
          <a:blip r:embed="rId5"/>
          <a:srcRect/>
          <a:stretch>
            <a:fillRect/>
          </a:stretch>
        </p:blipFill>
        <p:spPr bwMode="auto">
          <a:xfrm>
            <a:off x="2563814" y="2986088"/>
            <a:ext cx="257175" cy="304800"/>
          </a:xfrm>
          <a:prstGeom prst="rect">
            <a:avLst/>
          </a:prstGeom>
          <a:noFill/>
          <a:ln w="9525">
            <a:noFill/>
            <a:miter lim="800000"/>
            <a:headEnd/>
            <a:tailEnd/>
          </a:ln>
        </p:spPr>
      </p:pic>
      <p:pic>
        <p:nvPicPr>
          <p:cNvPr id="7" name="图片 6"/>
          <p:cNvPicPr>
            <a:picLocks noChangeAspect="1"/>
          </p:cNvPicPr>
          <p:nvPr/>
        </p:nvPicPr>
        <p:blipFill>
          <a:blip r:embed="rId6"/>
          <a:srcRect/>
          <a:stretch>
            <a:fillRect/>
          </a:stretch>
        </p:blipFill>
        <p:spPr bwMode="auto">
          <a:xfrm>
            <a:off x="3871913" y="3036888"/>
            <a:ext cx="285750" cy="247650"/>
          </a:xfrm>
          <a:prstGeom prst="rect">
            <a:avLst/>
          </a:prstGeom>
          <a:noFill/>
          <a:ln w="9525">
            <a:noFill/>
            <a:miter lim="800000"/>
            <a:headEnd/>
            <a:tailEnd/>
          </a:ln>
        </p:spPr>
      </p:pic>
      <p:cxnSp>
        <p:nvCxnSpPr>
          <p:cNvPr id="12" name="直接连接符 11"/>
          <p:cNvCxnSpPr/>
          <p:nvPr/>
        </p:nvCxnSpPr>
        <p:spPr>
          <a:xfrm>
            <a:off x="2767013" y="5040313"/>
            <a:ext cx="0" cy="673100"/>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6121400" y="3109913"/>
            <a:ext cx="673100" cy="0"/>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sp>
        <p:nvSpPr>
          <p:cNvPr id="42" name="Text Box 41"/>
          <p:cNvSpPr txBox="1">
            <a:spLocks noChangeArrowheads="1"/>
          </p:cNvSpPr>
          <p:nvPr/>
        </p:nvSpPr>
        <p:spPr bwMode="auto">
          <a:xfrm>
            <a:off x="6623051" y="2986088"/>
            <a:ext cx="214313" cy="246062"/>
          </a:xfrm>
          <a:prstGeom prst="rect">
            <a:avLst/>
          </a:prstGeom>
          <a:noFill/>
          <a:ln w="12700">
            <a:noFill/>
            <a:miter lim="800000"/>
            <a:headEnd/>
            <a:tailEnd/>
          </a:ln>
        </p:spPr>
        <p:txBody>
          <a:bodyPr anchor="ctr">
            <a:spAutoFit/>
          </a:bodyPr>
          <a:lstStyle/>
          <a:p>
            <a:pPr eaLnBrk="1" hangingPunct="1"/>
            <a:r>
              <a:rPr lang="en-US" altLang="zh-CN" sz="1000">
                <a:solidFill>
                  <a:srgbClr val="FF0000"/>
                </a:solidFill>
                <a:latin typeface="Times New Roman" pitchFamily="18" charset="0"/>
              </a:rPr>
              <a:t>●</a:t>
            </a:r>
          </a:p>
        </p:txBody>
      </p:sp>
      <p:pic>
        <p:nvPicPr>
          <p:cNvPr id="14" name="图片 13"/>
          <p:cNvPicPr>
            <a:picLocks noChangeAspect="1"/>
          </p:cNvPicPr>
          <p:nvPr/>
        </p:nvPicPr>
        <p:blipFill>
          <a:blip r:embed="rId7"/>
          <a:srcRect t="29027"/>
          <a:stretch>
            <a:fillRect/>
          </a:stretch>
        </p:blipFill>
        <p:spPr bwMode="auto">
          <a:xfrm>
            <a:off x="6564314" y="3255964"/>
            <a:ext cx="561975" cy="136525"/>
          </a:xfrm>
          <a:prstGeom prst="rect">
            <a:avLst/>
          </a:prstGeom>
          <a:noFill/>
          <a:ln w="9525">
            <a:noFill/>
            <a:miter lim="800000"/>
            <a:headEnd/>
            <a:tailEnd/>
          </a:ln>
        </p:spPr>
      </p:pic>
      <p:sp>
        <p:nvSpPr>
          <p:cNvPr id="30" name="椭圆 29"/>
          <p:cNvSpPr>
            <a:spLocks noChangeArrowheads="1"/>
          </p:cNvSpPr>
          <p:nvPr/>
        </p:nvSpPr>
        <p:spPr bwMode="auto">
          <a:xfrm>
            <a:off x="6170613" y="2667000"/>
            <a:ext cx="425450" cy="838200"/>
          </a:xfrm>
          <a:prstGeom prst="ellipse">
            <a:avLst/>
          </a:prstGeom>
          <a:solidFill>
            <a:schemeClr val="accent1">
              <a:alpha val="0"/>
            </a:schemeClr>
          </a:solidFill>
          <a:ln w="9525">
            <a:solidFill>
              <a:srgbClr val="FF00FF"/>
            </a:solidFill>
            <a:miter lim="800000"/>
            <a:headEnd/>
            <a:tailEnd/>
          </a:ln>
        </p:spPr>
        <p:txBody>
          <a:bodyPr anchor="ctr"/>
          <a:lstStyle/>
          <a:p>
            <a:pPr algn="ctr"/>
            <a:endParaRPr lang="zh-CN" altLang="en-US" sz="3600">
              <a:solidFill>
                <a:schemeClr val="tx2"/>
              </a:solidFill>
              <a:latin typeface="宋体" pitchFamily="2" charset="-122"/>
            </a:endParaRPr>
          </a:p>
        </p:txBody>
      </p:sp>
      <p:pic>
        <p:nvPicPr>
          <p:cNvPr id="25" name="图片 24"/>
          <p:cNvPicPr>
            <a:picLocks noChangeAspect="1"/>
          </p:cNvPicPr>
          <p:nvPr/>
        </p:nvPicPr>
        <p:blipFill>
          <a:blip r:embed="rId8"/>
          <a:srcRect/>
          <a:stretch>
            <a:fillRect/>
          </a:stretch>
        </p:blipFill>
        <p:spPr bwMode="auto">
          <a:xfrm>
            <a:off x="3267075" y="2227263"/>
            <a:ext cx="304800" cy="285750"/>
          </a:xfrm>
          <a:prstGeom prst="rect">
            <a:avLst/>
          </a:prstGeom>
          <a:noFill/>
          <a:ln w="9525">
            <a:noFill/>
            <a:miter lim="800000"/>
            <a:headEnd/>
            <a:tailEnd/>
          </a:ln>
        </p:spPr>
      </p:pic>
      <p:pic>
        <p:nvPicPr>
          <p:cNvPr id="28" name="图片 27"/>
          <p:cNvPicPr>
            <a:picLocks noChangeAspect="1"/>
          </p:cNvPicPr>
          <p:nvPr/>
        </p:nvPicPr>
        <p:blipFill>
          <a:blip r:embed="rId9"/>
          <a:srcRect l="32870"/>
          <a:stretch>
            <a:fillRect/>
          </a:stretch>
        </p:blipFill>
        <p:spPr bwMode="auto">
          <a:xfrm>
            <a:off x="7045325" y="2293939"/>
            <a:ext cx="242888" cy="219075"/>
          </a:xfrm>
          <a:prstGeom prst="rect">
            <a:avLst/>
          </a:prstGeom>
          <a:noFill/>
          <a:ln w="9525">
            <a:noFill/>
            <a:miter lim="800000"/>
            <a:headEnd/>
            <a:tailEnd/>
          </a:ln>
        </p:spPr>
      </p:pic>
      <p:sp>
        <p:nvSpPr>
          <p:cNvPr id="31" name="椭圆 30"/>
          <p:cNvSpPr>
            <a:spLocks noChangeArrowheads="1"/>
          </p:cNvSpPr>
          <p:nvPr/>
        </p:nvSpPr>
        <p:spPr bwMode="auto">
          <a:xfrm>
            <a:off x="6786563" y="2384425"/>
            <a:ext cx="425450" cy="839788"/>
          </a:xfrm>
          <a:prstGeom prst="ellipse">
            <a:avLst/>
          </a:prstGeom>
          <a:solidFill>
            <a:schemeClr val="accent1">
              <a:alpha val="0"/>
            </a:schemeClr>
          </a:solidFill>
          <a:ln w="9525">
            <a:solidFill>
              <a:srgbClr val="FF00FF"/>
            </a:solidFill>
            <a:miter lim="800000"/>
            <a:headEnd/>
            <a:tailEnd/>
          </a:ln>
        </p:spPr>
        <p:txBody>
          <a:bodyPr anchor="ctr"/>
          <a:lstStyle/>
          <a:p>
            <a:pPr algn="ctr"/>
            <a:endParaRPr lang="zh-CN" altLang="en-US" sz="3600">
              <a:solidFill>
                <a:schemeClr val="tx2"/>
              </a:solidFill>
              <a:latin typeface="宋体" pitchFamily="2" charset="-122"/>
            </a:endParaRPr>
          </a:p>
        </p:txBody>
      </p:sp>
      <p:pic>
        <p:nvPicPr>
          <p:cNvPr id="29" name="图片 28"/>
          <p:cNvPicPr>
            <a:picLocks noChangeAspect="1"/>
          </p:cNvPicPr>
          <p:nvPr/>
        </p:nvPicPr>
        <p:blipFill>
          <a:blip r:embed="rId10"/>
          <a:srcRect/>
          <a:stretch>
            <a:fillRect/>
          </a:stretch>
        </p:blipFill>
        <p:spPr bwMode="auto">
          <a:xfrm>
            <a:off x="2484439" y="3824288"/>
            <a:ext cx="1666875" cy="209550"/>
          </a:xfrm>
          <a:prstGeom prst="rect">
            <a:avLst/>
          </a:prstGeom>
          <a:noFill/>
          <a:ln w="9525">
            <a:noFill/>
            <a:miter lim="800000"/>
            <a:headEnd/>
            <a:tailEnd/>
          </a:ln>
        </p:spPr>
      </p:pic>
      <p:cxnSp>
        <p:nvCxnSpPr>
          <p:cNvPr id="9" name="直接连接符 8"/>
          <p:cNvCxnSpPr/>
          <p:nvPr/>
        </p:nvCxnSpPr>
        <p:spPr>
          <a:xfrm flipH="1">
            <a:off x="2767013" y="3086101"/>
            <a:ext cx="0" cy="26336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1"/>
          <a:srcRect/>
          <a:stretch>
            <a:fillRect/>
          </a:stretch>
        </p:blipFill>
        <p:spPr bwMode="auto">
          <a:xfrm>
            <a:off x="6510338" y="3902075"/>
            <a:ext cx="552450" cy="209550"/>
          </a:xfrm>
          <a:prstGeom prst="rect">
            <a:avLst/>
          </a:prstGeom>
          <a:noFill/>
          <a:ln w="9525">
            <a:noFill/>
            <a:miter lim="800000"/>
            <a:headEnd/>
            <a:tailEnd/>
          </a:ln>
        </p:spPr>
      </p:pic>
      <p:grpSp>
        <p:nvGrpSpPr>
          <p:cNvPr id="3" name="组合 37"/>
          <p:cNvGrpSpPr>
            <a:grpSpLocks/>
          </p:cNvGrpSpPr>
          <p:nvPr/>
        </p:nvGrpSpPr>
        <p:grpSpPr bwMode="auto">
          <a:xfrm>
            <a:off x="2528889" y="5613401"/>
            <a:ext cx="1779587" cy="498475"/>
            <a:chOff x="1005357" y="5612626"/>
            <a:chExt cx="1779811" cy="499487"/>
          </a:xfrm>
        </p:grpSpPr>
        <p:pic>
          <p:nvPicPr>
            <p:cNvPr id="51263" name="图片 33"/>
            <p:cNvPicPr>
              <a:picLocks noChangeAspect="1"/>
            </p:cNvPicPr>
            <p:nvPr/>
          </p:nvPicPr>
          <p:blipFill>
            <a:blip r:embed="rId12"/>
            <a:srcRect l="9438" t="13754" r="81297" b="38132"/>
            <a:stretch>
              <a:fillRect/>
            </a:stretch>
          </p:blipFill>
          <p:spPr bwMode="auto">
            <a:xfrm>
              <a:off x="1005357" y="5860084"/>
              <a:ext cx="180021" cy="252029"/>
            </a:xfrm>
            <a:prstGeom prst="rect">
              <a:avLst/>
            </a:prstGeom>
            <a:noFill/>
            <a:ln w="9525">
              <a:noFill/>
              <a:miter lim="800000"/>
              <a:headEnd/>
              <a:tailEnd/>
            </a:ln>
          </p:spPr>
        </p:pic>
        <p:pic>
          <p:nvPicPr>
            <p:cNvPr id="51264" name="图片 34"/>
            <p:cNvPicPr>
              <a:picLocks noChangeAspect="1"/>
            </p:cNvPicPr>
            <p:nvPr/>
          </p:nvPicPr>
          <p:blipFill>
            <a:blip r:embed="rId12"/>
            <a:srcRect l="82974" b="50580"/>
            <a:stretch>
              <a:fillRect/>
            </a:stretch>
          </p:blipFill>
          <p:spPr bwMode="auto">
            <a:xfrm>
              <a:off x="2454383" y="5612626"/>
              <a:ext cx="330785" cy="258868"/>
            </a:xfrm>
            <a:prstGeom prst="rect">
              <a:avLst/>
            </a:prstGeom>
            <a:noFill/>
            <a:ln w="9525">
              <a:noFill/>
              <a:miter lim="800000"/>
              <a:headEnd/>
              <a:tailEnd/>
            </a:ln>
          </p:spPr>
        </p:pic>
      </p:grpSp>
      <p:pic>
        <p:nvPicPr>
          <p:cNvPr id="50" name="图片 49"/>
          <p:cNvPicPr>
            <a:picLocks noChangeAspect="1"/>
          </p:cNvPicPr>
          <p:nvPr/>
        </p:nvPicPr>
        <p:blipFill>
          <a:blip r:embed="rId12"/>
          <a:srcRect t="13754" r="88908" b="38132"/>
          <a:stretch>
            <a:fillRect/>
          </a:stretch>
        </p:blipFill>
        <p:spPr bwMode="auto">
          <a:xfrm>
            <a:off x="2474913" y="5670551"/>
            <a:ext cx="215900" cy="252413"/>
          </a:xfrm>
          <a:prstGeom prst="rect">
            <a:avLst/>
          </a:prstGeom>
          <a:noFill/>
          <a:ln w="9525">
            <a:noFill/>
            <a:miter lim="800000"/>
            <a:headEnd/>
            <a:tailEnd/>
          </a:ln>
        </p:spPr>
      </p:pic>
      <p:pic>
        <p:nvPicPr>
          <p:cNvPr id="51" name="图片 50"/>
          <p:cNvPicPr>
            <a:picLocks noChangeAspect="1"/>
          </p:cNvPicPr>
          <p:nvPr/>
        </p:nvPicPr>
        <p:blipFill>
          <a:blip r:embed="rId12"/>
          <a:srcRect l="52629" t="65053" r="40059"/>
          <a:stretch>
            <a:fillRect/>
          </a:stretch>
        </p:blipFill>
        <p:spPr bwMode="auto">
          <a:xfrm>
            <a:off x="3362325" y="5962651"/>
            <a:ext cx="141288" cy="182563"/>
          </a:xfrm>
          <a:prstGeom prst="rect">
            <a:avLst/>
          </a:prstGeom>
          <a:noFill/>
          <a:ln w="9525">
            <a:noFill/>
            <a:miter lim="800000"/>
            <a:headEnd/>
            <a:tailEnd/>
          </a:ln>
        </p:spPr>
      </p:pic>
      <p:sp>
        <p:nvSpPr>
          <p:cNvPr id="52" name="椭圆 51"/>
          <p:cNvSpPr>
            <a:spLocks noChangeArrowheads="1"/>
          </p:cNvSpPr>
          <p:nvPr/>
        </p:nvSpPr>
        <p:spPr bwMode="auto">
          <a:xfrm>
            <a:off x="6129338" y="1658938"/>
            <a:ext cx="1763712" cy="1765300"/>
          </a:xfrm>
          <a:prstGeom prst="ellipse">
            <a:avLst/>
          </a:prstGeom>
          <a:solidFill>
            <a:schemeClr val="accent1">
              <a:alpha val="0"/>
            </a:schemeClr>
          </a:solidFill>
          <a:ln w="9525">
            <a:solidFill>
              <a:schemeClr val="accent2"/>
            </a:solidFill>
            <a:miter lim="800000"/>
            <a:headEnd/>
            <a:tailEnd/>
          </a:ln>
        </p:spPr>
        <p:txBody>
          <a:bodyPr anchor="ctr"/>
          <a:lstStyle/>
          <a:p>
            <a:pPr algn="ctr"/>
            <a:endParaRPr lang="zh-CN" altLang="en-US" sz="3600">
              <a:solidFill>
                <a:schemeClr val="tx2"/>
              </a:solidFill>
              <a:latin typeface="宋体" pitchFamily="2" charset="-122"/>
            </a:endParaRPr>
          </a:p>
        </p:txBody>
      </p:sp>
      <p:cxnSp>
        <p:nvCxnSpPr>
          <p:cNvPr id="37" name="直接连接符 36"/>
          <p:cNvCxnSpPr/>
          <p:nvPr/>
        </p:nvCxnSpPr>
        <p:spPr>
          <a:xfrm flipV="1">
            <a:off x="7445376" y="3117850"/>
            <a:ext cx="231775" cy="1588"/>
          </a:xfrm>
          <a:prstGeom prst="line">
            <a:avLst/>
          </a:prstGeom>
        </p:spPr>
        <p:style>
          <a:lnRef idx="1">
            <a:schemeClr val="accent1"/>
          </a:lnRef>
          <a:fillRef idx="0">
            <a:schemeClr val="accent1"/>
          </a:fillRef>
          <a:effectRef idx="0">
            <a:schemeClr val="accent1"/>
          </a:effectRef>
          <a:fontRef idx="minor">
            <a:schemeClr val="tx1"/>
          </a:fontRef>
        </p:style>
      </p:cxnSp>
      <p:sp>
        <p:nvSpPr>
          <p:cNvPr id="56" name="椭圆 55"/>
          <p:cNvSpPr>
            <a:spLocks noChangeArrowheads="1"/>
          </p:cNvSpPr>
          <p:nvPr/>
        </p:nvSpPr>
        <p:spPr bwMode="auto">
          <a:xfrm>
            <a:off x="6807201" y="2222501"/>
            <a:ext cx="1763713" cy="1763713"/>
          </a:xfrm>
          <a:prstGeom prst="ellipse">
            <a:avLst/>
          </a:prstGeom>
          <a:solidFill>
            <a:schemeClr val="accent1">
              <a:alpha val="0"/>
            </a:schemeClr>
          </a:solidFill>
          <a:ln w="9525">
            <a:solidFill>
              <a:schemeClr val="accent2"/>
            </a:solidFill>
            <a:miter lim="800000"/>
            <a:headEnd/>
            <a:tailEnd/>
          </a:ln>
        </p:spPr>
        <p:txBody>
          <a:bodyPr anchor="ctr"/>
          <a:lstStyle/>
          <a:p>
            <a:pPr algn="ctr"/>
            <a:endParaRPr lang="zh-CN" altLang="en-US" sz="3600">
              <a:solidFill>
                <a:schemeClr val="tx2"/>
              </a:solidFill>
              <a:latin typeface="宋体" pitchFamily="2" charset="-122"/>
            </a:endParaRPr>
          </a:p>
        </p:txBody>
      </p:sp>
      <p:sp>
        <p:nvSpPr>
          <p:cNvPr id="58" name="弧形 57"/>
          <p:cNvSpPr/>
          <p:nvPr/>
        </p:nvSpPr>
        <p:spPr>
          <a:xfrm rot="13216516">
            <a:off x="6821488" y="2249488"/>
            <a:ext cx="1466850" cy="1581150"/>
          </a:xfrm>
          <a:prstGeom prst="arc">
            <a:avLst>
              <a:gd name="adj1" fmla="val 18843876"/>
              <a:gd name="adj2" fmla="val 133778"/>
            </a:avLst>
          </a:prstGeom>
          <a:ln w="3492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cxnSp>
        <p:nvCxnSpPr>
          <p:cNvPr id="60" name="直接连接符 59"/>
          <p:cNvCxnSpPr/>
          <p:nvPr/>
        </p:nvCxnSpPr>
        <p:spPr>
          <a:xfrm>
            <a:off x="6129338" y="3816350"/>
            <a:ext cx="673100" cy="0"/>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V="1">
            <a:off x="6797675" y="3105151"/>
            <a:ext cx="0" cy="720725"/>
          </a:xfrm>
          <a:prstGeom prst="line">
            <a:avLst/>
          </a:prstGeom>
          <a:ln w="34925">
            <a:solidFill>
              <a:srgbClr val="FF0066"/>
            </a:solidFill>
          </a:ln>
        </p:spPr>
        <p:style>
          <a:lnRef idx="1">
            <a:schemeClr val="accent1"/>
          </a:lnRef>
          <a:fillRef idx="0">
            <a:schemeClr val="accent1"/>
          </a:fillRef>
          <a:effectRef idx="0">
            <a:schemeClr val="accent1"/>
          </a:effectRef>
          <a:fontRef idx="minor">
            <a:schemeClr val="tx1"/>
          </a:fontRef>
        </p:style>
      </p:cxnSp>
      <p:sp>
        <p:nvSpPr>
          <p:cNvPr id="66" name="Text Box 12"/>
          <p:cNvSpPr txBox="1">
            <a:spLocks noChangeArrowheads="1"/>
          </p:cNvSpPr>
          <p:nvPr/>
        </p:nvSpPr>
        <p:spPr bwMode="auto">
          <a:xfrm>
            <a:off x="4721489" y="5337213"/>
            <a:ext cx="5894898" cy="1384995"/>
          </a:xfrm>
          <a:prstGeom prst="rect">
            <a:avLst/>
          </a:prstGeom>
          <a:gradFill>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gradFill>
          <a:ln w="9525">
            <a:noFill/>
            <a:miter lim="800000"/>
            <a:headEnd/>
            <a:tailEnd/>
          </a:ln>
          <a:effectLst/>
        </p:spPr>
        <p:txBody>
          <a:bodyPr>
            <a:spAutoFit/>
          </a:bodyPr>
          <a:lstStyle/>
          <a:p>
            <a:pPr eaLnBrk="1" hangingPunct="1">
              <a:defRPr/>
            </a:pPr>
            <a:r>
              <a:rPr kumimoji="1" lang="en-US" altLang="zh-CN" sz="2800" b="1" dirty="0">
                <a:effectLst>
                  <a:outerShdw blurRad="38100" dist="38100" dir="2700000" algn="tl">
                    <a:srgbClr val="C0C0C0"/>
                  </a:outerShdw>
                </a:effectLst>
                <a:latin typeface="+mn-ea"/>
                <a:ea typeface="+mn-ea"/>
              </a:rPr>
              <a:t>5.</a:t>
            </a:r>
            <a:r>
              <a:rPr kumimoji="1" lang="zh-CN" altLang="en-US" sz="2800" b="1" dirty="0">
                <a:effectLst>
                  <a:outerShdw blurRad="38100" dist="38100" dir="2700000" algn="tl">
                    <a:srgbClr val="C0C0C0"/>
                  </a:outerShdw>
                </a:effectLst>
                <a:latin typeface="+mn-ea"/>
                <a:ea typeface="+mn-ea"/>
              </a:rPr>
              <a:t>作拱形凸台下半部分的长方体左右两侧面与直立圆柱筒外表面的交线</a:t>
            </a:r>
            <a:r>
              <a:rPr kumimoji="1" lang="en-US" altLang="zh-CN" sz="2800" b="1" dirty="0">
                <a:effectLst>
                  <a:outerShdw blurRad="38100" dist="38100" dir="2700000" algn="tl">
                    <a:srgbClr val="C0C0C0"/>
                  </a:outerShdw>
                </a:effectLst>
                <a:latin typeface="+mn-ea"/>
                <a:ea typeface="+mn-ea"/>
              </a:rPr>
              <a:t>Ⅰ Ⅳ</a:t>
            </a:r>
            <a:r>
              <a:rPr kumimoji="1" lang="zh-CN" altLang="en-US" sz="2800" b="1" dirty="0">
                <a:effectLst>
                  <a:outerShdw blurRad="38100" dist="38100" dir="2700000" algn="tl">
                    <a:srgbClr val="C0C0C0"/>
                  </a:outerShdw>
                </a:effectLst>
                <a:latin typeface="+mn-ea"/>
                <a:ea typeface="+mn-ea"/>
              </a:rPr>
              <a:t>、</a:t>
            </a:r>
            <a:r>
              <a:rPr kumimoji="1" lang="en-US" altLang="zh-CN" sz="2800" b="1" dirty="0">
                <a:effectLst>
                  <a:outerShdw blurRad="38100" dist="38100" dir="2700000" algn="tl">
                    <a:srgbClr val="C0C0C0"/>
                  </a:outerShdw>
                </a:effectLst>
                <a:latin typeface="+mn-ea"/>
                <a:ea typeface="+mn-ea"/>
              </a:rPr>
              <a:t>Ⅲ Ⅴ</a:t>
            </a:r>
            <a:r>
              <a:rPr kumimoji="1" lang="zh-CN" altLang="en-US" sz="2800" b="1" dirty="0">
                <a:effectLst>
                  <a:outerShdw blurRad="38100" dist="38100" dir="2700000" algn="tl">
                    <a:srgbClr val="C0C0C0"/>
                  </a:outerShdw>
                </a:effectLst>
                <a:latin typeface="+mn-ea"/>
                <a:ea typeface="+mn-ea"/>
              </a:rPr>
              <a:t>。</a:t>
            </a:r>
            <a:r>
              <a:rPr kumimoji="1" lang="zh-CN" altLang="en-US" sz="2800" dirty="0">
                <a:latin typeface="+mn-ea"/>
                <a:ea typeface="+mn-ea"/>
              </a:rPr>
              <a:t> </a:t>
            </a:r>
          </a:p>
        </p:txBody>
      </p:sp>
      <p:sp>
        <p:nvSpPr>
          <p:cNvPr id="64" name="Text Box 13"/>
          <p:cNvSpPr txBox="1">
            <a:spLocks noChangeArrowheads="1"/>
          </p:cNvSpPr>
          <p:nvPr/>
        </p:nvSpPr>
        <p:spPr bwMode="auto">
          <a:xfrm>
            <a:off x="4709733" y="5336130"/>
            <a:ext cx="5879483" cy="954107"/>
          </a:xfrm>
          <a:prstGeom prst="rect">
            <a:avLst/>
          </a:prstGeom>
          <a:gradFill>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gradFill>
          <a:ln w="9525">
            <a:noFill/>
            <a:miter lim="800000"/>
            <a:headEnd/>
            <a:tailEnd/>
          </a:ln>
          <a:effectLst/>
        </p:spPr>
        <p:txBody>
          <a:bodyPr>
            <a:spAutoFit/>
          </a:bodyPr>
          <a:lstStyle/>
          <a:p>
            <a:pPr eaLnBrk="1" hangingPunct="1">
              <a:defRPr/>
            </a:pPr>
            <a:r>
              <a:rPr kumimoji="1" lang="en-US" altLang="zh-CN" sz="2800" b="1" dirty="0">
                <a:effectLst>
                  <a:outerShdw blurRad="38100" dist="38100" dir="2700000" algn="tl">
                    <a:srgbClr val="C0C0C0"/>
                  </a:outerShdw>
                </a:effectLst>
                <a:latin typeface="+mn-ea"/>
                <a:ea typeface="+mn-ea"/>
              </a:rPr>
              <a:t>6.</a:t>
            </a:r>
            <a:r>
              <a:rPr kumimoji="1" lang="zh-CN" altLang="en-US" sz="2800" b="1" dirty="0">
                <a:effectLst>
                  <a:outerShdw blurRad="38100" dist="38100" dir="2700000" algn="tl">
                    <a:srgbClr val="C0C0C0"/>
                  </a:outerShdw>
                </a:effectLst>
                <a:latin typeface="+mn-ea"/>
                <a:ea typeface="+mn-ea"/>
              </a:rPr>
              <a:t>作拱形凸台上的圆柱孔与空心圆柱筒的内表面等径正交的相贯线。</a:t>
            </a:r>
            <a:r>
              <a:rPr kumimoji="1" lang="zh-CN" altLang="en-US" sz="2800" dirty="0">
                <a:latin typeface="+mn-ea"/>
                <a:ea typeface="+mn-ea"/>
              </a:rPr>
              <a:t> </a:t>
            </a:r>
          </a:p>
        </p:txBody>
      </p:sp>
      <p:grpSp>
        <p:nvGrpSpPr>
          <p:cNvPr id="4" name="组合 47"/>
          <p:cNvGrpSpPr>
            <a:grpSpLocks/>
          </p:cNvGrpSpPr>
          <p:nvPr/>
        </p:nvGrpSpPr>
        <p:grpSpPr bwMode="auto">
          <a:xfrm>
            <a:off x="6129338" y="2790825"/>
            <a:ext cx="330200" cy="649288"/>
            <a:chOff x="4605626" y="2790825"/>
            <a:chExt cx="330705" cy="650081"/>
          </a:xfrm>
        </p:grpSpPr>
        <p:cxnSp>
          <p:nvCxnSpPr>
            <p:cNvPr id="44" name="直接连接符 43"/>
            <p:cNvCxnSpPr/>
            <p:nvPr/>
          </p:nvCxnSpPr>
          <p:spPr>
            <a:xfrm flipH="1">
              <a:off x="4605626" y="2790825"/>
              <a:ext cx="329115" cy="327424"/>
            </a:xfrm>
            <a:prstGeom prst="line">
              <a:avLst/>
            </a:prstGeom>
            <a:ln>
              <a:solidFill>
                <a:srgbClr val="FF0066"/>
              </a:solidFill>
              <a:prstDash val="lgDash"/>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4605626" y="3118249"/>
              <a:ext cx="330705" cy="322657"/>
            </a:xfrm>
            <a:prstGeom prst="line">
              <a:avLst/>
            </a:prstGeom>
            <a:ln>
              <a:solidFill>
                <a:srgbClr val="FF0066"/>
              </a:solidFill>
              <a:prstDash val="lgDas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par>
                                <p:cTn id="21" presetID="22" presetClass="entr" presetSubtype="8"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nodeType="clickEffect">
                                  <p:stCondLst>
                                    <p:cond delay="0"/>
                                  </p:stCondLst>
                                  <p:childTnLst>
                                    <p:set>
                                      <p:cBhvr>
                                        <p:cTn id="27" dur="1" fill="hold">
                                          <p:stCondLst>
                                            <p:cond delay="0"/>
                                          </p:stCondLst>
                                        </p:cTn>
                                        <p:tgtEl>
                                          <p:spTgt spid="51221"/>
                                        </p:tgtEl>
                                        <p:attrNameLst>
                                          <p:attrName>style.visibility</p:attrName>
                                        </p:attrNameLst>
                                      </p:cBhvr>
                                      <p:to>
                                        <p:strVal val="visible"/>
                                      </p:to>
                                    </p:set>
                                    <p:anim calcmode="lin" valueType="num">
                                      <p:cBhvr additive="base">
                                        <p:cTn id="28" dur="500"/>
                                        <p:tgtEl>
                                          <p:spTgt spid="51221"/>
                                        </p:tgtEl>
                                        <p:attrNameLst>
                                          <p:attrName>ppt_y</p:attrName>
                                        </p:attrNameLst>
                                      </p:cBhvr>
                                      <p:tavLst>
                                        <p:tav tm="0">
                                          <p:val>
                                            <p:strVal val="#ppt_y+#ppt_h*1.125000"/>
                                          </p:val>
                                        </p:tav>
                                        <p:tav tm="100000">
                                          <p:val>
                                            <p:strVal val="#ppt_y"/>
                                          </p:val>
                                        </p:tav>
                                      </p:tavLst>
                                    </p:anim>
                                    <p:animEffect transition="in" filter="wipe(up)">
                                      <p:cBhvr>
                                        <p:cTn id="29" dur="500"/>
                                        <p:tgtEl>
                                          <p:spTgt spid="5122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5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left)">
                                      <p:cBhvr>
                                        <p:cTn id="44" dur="500"/>
                                        <p:tgtEl>
                                          <p:spTgt spid="26"/>
                                        </p:tgtEl>
                                      </p:cBhvr>
                                    </p:animEffec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wipe(left)">
                                      <p:cBhvr>
                                        <p:cTn id="49" dur="500"/>
                                        <p:tgtEl>
                                          <p:spTgt spid="27"/>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dissolve">
                                      <p:cBhvr>
                                        <p:cTn id="54" dur="500"/>
                                        <p:tgtEl>
                                          <p:spTgt spid="5"/>
                                        </p:tgtEl>
                                      </p:cBhvr>
                                    </p:animEffect>
                                  </p:childTnLst>
                                </p:cTn>
                              </p:par>
                            </p:childTnLst>
                          </p:cTn>
                        </p:par>
                      </p:childTnLst>
                    </p:cTn>
                  </p:par>
                  <p:par>
                    <p:cTn id="55" fill="hold">
                      <p:stCondLst>
                        <p:cond delay="indefinite"/>
                      </p:stCondLst>
                      <p:childTnLst>
                        <p:par>
                          <p:cTn id="56" fill="hold">
                            <p:stCondLst>
                              <p:cond delay="0"/>
                            </p:stCondLst>
                            <p:childTnLst>
                              <p:par>
                                <p:cTn id="57" presetID="21" presetClass="entr" presetSubtype="1"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wheel(1)">
                                      <p:cBhvr>
                                        <p:cTn id="59" dur="20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60" fill="hold">
                      <p:stCondLst>
                        <p:cond delay="indefinite"/>
                      </p:stCondLst>
                      <p:childTnLst>
                        <p:par>
                          <p:cTn id="61" fill="hold">
                            <p:stCondLst>
                              <p:cond delay="0"/>
                            </p:stCondLst>
                            <p:childTnLst>
                              <p:par>
                                <p:cTn id="62" presetID="21" presetClass="entr" presetSubtype="1" fill="hold" grpId="0" nodeType="click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wheel(1)">
                                      <p:cBhvr>
                                        <p:cTn id="64" dur="2000"/>
                                        <p:tgtEl>
                                          <p:spTgt spid="31"/>
                                        </p:tgtEl>
                                      </p:cBhvr>
                                    </p:animEffec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wipe(left)">
                                      <p:cBhvr>
                                        <p:cTn id="69" dur="500"/>
                                        <p:tgtEl>
                                          <p:spTgt spid="3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50"/>
                                        </p:tgtEl>
                                        <p:attrNameLst>
                                          <p:attrName>style.visibility</p:attrName>
                                        </p:attrNameLst>
                                      </p:cBhvr>
                                      <p:to>
                                        <p:strVal val="visible"/>
                                      </p:to>
                                    </p:set>
                                    <p:animEffect transition="in" filter="wipe(up)">
                                      <p:cBhvr>
                                        <p:cTn id="74" dur="500"/>
                                        <p:tgtEl>
                                          <p:spTgt spid="5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6"/>
                                        </p:tgtEl>
                                        <p:attrNameLst>
                                          <p:attrName>style.visibility</p:attrName>
                                        </p:attrNameLst>
                                      </p:cBhvr>
                                      <p:to>
                                        <p:strVal val="visible"/>
                                      </p:to>
                                    </p:set>
                                    <p:animEffect transition="in" filter="wipe(down)">
                                      <p:cBhvr>
                                        <p:cTn id="79" dur="500"/>
                                        <p:tgtEl>
                                          <p:spTgt spid="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wipe(down)">
                                      <p:cBhvr>
                                        <p:cTn id="84" dur="500"/>
                                        <p:tgtEl>
                                          <p:spTgt spid="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9"/>
                                        </p:tgtEl>
                                        <p:attrNameLst>
                                          <p:attrName>style.visibility</p:attrName>
                                        </p:attrNameLst>
                                      </p:cBhvr>
                                      <p:to>
                                        <p:strVal val="visible"/>
                                      </p:to>
                                    </p:set>
                                    <p:animEffect transition="in" filter="wipe(up)">
                                      <p:cBhvr>
                                        <p:cTn id="89" dur="500"/>
                                        <p:tgtEl>
                                          <p:spTgt spid="9"/>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12"/>
                                        </p:tgtEl>
                                        <p:attrNameLst>
                                          <p:attrName>style.visibility</p:attrName>
                                        </p:attrNameLst>
                                      </p:cBhvr>
                                      <p:to>
                                        <p:strVal val="visible"/>
                                      </p:to>
                                    </p:set>
                                    <p:animEffect transition="in" filter="wipe(up)">
                                      <p:cBhvr>
                                        <p:cTn id="94" dur="500"/>
                                        <p:tgtEl>
                                          <p:spTgt spid="12"/>
                                        </p:tgtEl>
                                      </p:cBhvr>
                                    </p:animEffect>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40"/>
                                        </p:tgtEl>
                                        <p:attrNameLst>
                                          <p:attrName>style.visibility</p:attrName>
                                        </p:attrNameLst>
                                      </p:cBhvr>
                                      <p:to>
                                        <p:strVal val="visible"/>
                                      </p:to>
                                    </p:set>
                                    <p:anim calcmode="lin" valueType="num">
                                      <p:cBhvr additive="base">
                                        <p:cTn id="99" dur="500" fill="hold"/>
                                        <p:tgtEl>
                                          <p:spTgt spid="40"/>
                                        </p:tgtEl>
                                        <p:attrNameLst>
                                          <p:attrName>ppt_x</p:attrName>
                                        </p:attrNameLst>
                                      </p:cBhvr>
                                      <p:tavLst>
                                        <p:tav tm="0">
                                          <p:val>
                                            <p:strVal val="#ppt_x"/>
                                          </p:val>
                                        </p:tav>
                                        <p:tav tm="100000">
                                          <p:val>
                                            <p:strVal val="#ppt_x"/>
                                          </p:val>
                                        </p:tav>
                                      </p:tavLst>
                                    </p:anim>
                                    <p:anim calcmode="lin" valueType="num">
                                      <p:cBhvr additive="base">
                                        <p:cTn id="100" dur="500" fill="hold"/>
                                        <p:tgtEl>
                                          <p:spTgt spid="40"/>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0"/>
                                        </p:tgtEl>
                                        <p:attrNameLst>
                                          <p:attrName>style.visibility</p:attrName>
                                        </p:attrNameLst>
                                      </p:cBhvr>
                                      <p:to>
                                        <p:strVal val="hidden"/>
                                      </p:to>
                                    </p:set>
                                  </p:sub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42"/>
                                        </p:tgtEl>
                                        <p:attrNameLst>
                                          <p:attrName>style.visibility</p:attrName>
                                        </p:attrNameLst>
                                      </p:cBhvr>
                                      <p:to>
                                        <p:strVal val="visible"/>
                                      </p:to>
                                    </p:set>
                                    <p:anim calcmode="lin" valueType="num">
                                      <p:cBhvr>
                                        <p:cTn id="105" dur="500" fill="hold"/>
                                        <p:tgtEl>
                                          <p:spTgt spid="42"/>
                                        </p:tgtEl>
                                        <p:attrNameLst>
                                          <p:attrName>ppt_w</p:attrName>
                                        </p:attrNameLst>
                                      </p:cBhvr>
                                      <p:tavLst>
                                        <p:tav tm="0">
                                          <p:val>
                                            <p:fltVal val="0"/>
                                          </p:val>
                                        </p:tav>
                                        <p:tav tm="100000">
                                          <p:val>
                                            <p:strVal val="#ppt_w"/>
                                          </p:val>
                                        </p:tav>
                                      </p:tavLst>
                                    </p:anim>
                                    <p:anim calcmode="lin" valueType="num">
                                      <p:cBhvr>
                                        <p:cTn id="106" dur="500" fill="hold"/>
                                        <p:tgtEl>
                                          <p:spTgt spid="42"/>
                                        </p:tgtEl>
                                        <p:attrNameLst>
                                          <p:attrName>ppt_h</p:attrName>
                                        </p:attrNameLst>
                                      </p:cBhvr>
                                      <p:tavLst>
                                        <p:tav tm="0">
                                          <p:val>
                                            <p:fltVal val="0"/>
                                          </p:val>
                                        </p:tav>
                                        <p:tav tm="100000">
                                          <p:val>
                                            <p:strVal val="#ppt_h"/>
                                          </p:val>
                                        </p:tav>
                                      </p:tavLst>
                                    </p:anim>
                                    <p:animEffect transition="in" filter="fade">
                                      <p:cBhvr>
                                        <p:cTn id="107" dur="500"/>
                                        <p:tgtEl>
                                          <p:spTgt spid="42"/>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14"/>
                                        </p:tgtEl>
                                        <p:attrNameLst>
                                          <p:attrName>style.visibility</p:attrName>
                                        </p:attrNameLst>
                                      </p:cBhvr>
                                      <p:to>
                                        <p:strVal val="visible"/>
                                      </p:to>
                                    </p:set>
                                    <p:animEffect transition="in" filter="wipe(left)">
                                      <p:cBhvr>
                                        <p:cTn id="112" dur="500"/>
                                        <p:tgtEl>
                                          <p:spTgt spid="14"/>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51"/>
                                        </p:tgtEl>
                                        <p:attrNameLst>
                                          <p:attrName>style.visibility</p:attrName>
                                        </p:attrNameLst>
                                      </p:cBhvr>
                                      <p:to>
                                        <p:strVal val="visible"/>
                                      </p:to>
                                    </p:set>
                                    <p:animEffect transition="in" filter="wipe(up)">
                                      <p:cBhvr>
                                        <p:cTn id="117" dur="500"/>
                                        <p:tgtEl>
                                          <p:spTgt spid="51"/>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wipe(down)">
                                      <p:cBhvr>
                                        <p:cTn id="122" dur="500"/>
                                        <p:tgtEl>
                                          <p:spTgt spid="25"/>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wipe(left)">
                                      <p:cBhvr>
                                        <p:cTn id="127" dur="500"/>
                                        <p:tgtEl>
                                          <p:spTgt spid="28"/>
                                        </p:tgtEl>
                                      </p:cBhvr>
                                    </p:animEffect>
                                  </p:childTnLst>
                                </p:cTn>
                              </p:par>
                            </p:childTnLst>
                          </p:cTn>
                        </p:par>
                      </p:childTnLst>
                    </p:cTn>
                  </p:par>
                  <p:par>
                    <p:cTn id="128" fill="hold">
                      <p:stCondLst>
                        <p:cond delay="indefinite"/>
                      </p:stCondLst>
                      <p:childTnLst>
                        <p:par>
                          <p:cTn id="129" fill="hold">
                            <p:stCondLst>
                              <p:cond delay="0"/>
                            </p:stCondLst>
                            <p:childTnLst>
                              <p:par>
                                <p:cTn id="130" presetID="21" presetClass="entr" presetSubtype="1" fill="hold" grpId="0" nodeType="clickEffect">
                                  <p:stCondLst>
                                    <p:cond delay="0"/>
                                  </p:stCondLst>
                                  <p:childTnLst>
                                    <p:set>
                                      <p:cBhvr>
                                        <p:cTn id="131" dur="1" fill="hold">
                                          <p:stCondLst>
                                            <p:cond delay="0"/>
                                          </p:stCondLst>
                                        </p:cTn>
                                        <p:tgtEl>
                                          <p:spTgt spid="52"/>
                                        </p:tgtEl>
                                        <p:attrNameLst>
                                          <p:attrName>style.visibility</p:attrName>
                                        </p:attrNameLst>
                                      </p:cBhvr>
                                      <p:to>
                                        <p:strVal val="visible"/>
                                      </p:to>
                                    </p:set>
                                    <p:animEffect transition="in" filter="wheel(1)">
                                      <p:cBhvr>
                                        <p:cTn id="132" dur="1500"/>
                                        <p:tgtEl>
                                          <p:spTgt spid="52"/>
                                        </p:tgtEl>
                                      </p:cBhvr>
                                    </p:animEffect>
                                  </p:childTnLst>
                                  <p:subTnLst>
                                    <p:set>
                                      <p:cBhvr override="childStyle">
                                        <p:cTn dur="1" fill="hold" display="0" masterRel="nextClick" afterEffect="1"/>
                                        <p:tgtEl>
                                          <p:spTgt spid="52"/>
                                        </p:tgtEl>
                                        <p:attrNameLst>
                                          <p:attrName>style.visibility</p:attrName>
                                        </p:attrNameLst>
                                      </p:cBhvr>
                                      <p:to>
                                        <p:strVal val="hidden"/>
                                      </p:to>
                                    </p:set>
                                  </p:sub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37"/>
                                        </p:tgtEl>
                                        <p:attrNameLst>
                                          <p:attrName>style.visibility</p:attrName>
                                        </p:attrNameLst>
                                      </p:cBhvr>
                                      <p:to>
                                        <p:strVal val="visible"/>
                                      </p:to>
                                    </p:set>
                                    <p:animEffect transition="in" filter="wipe(left)">
                                      <p:cBhvr>
                                        <p:cTn id="137" dur="500"/>
                                        <p:tgtEl>
                                          <p:spTgt spid="37"/>
                                        </p:tgtEl>
                                      </p:cBhvr>
                                    </p:animEffect>
                                  </p:childTnLst>
                                </p:cTn>
                              </p:par>
                            </p:childTnLst>
                          </p:cTn>
                        </p:par>
                      </p:childTnLst>
                    </p:cTn>
                  </p:par>
                  <p:par>
                    <p:cTn id="138" fill="hold">
                      <p:stCondLst>
                        <p:cond delay="indefinite"/>
                      </p:stCondLst>
                      <p:childTnLst>
                        <p:par>
                          <p:cTn id="139" fill="hold">
                            <p:stCondLst>
                              <p:cond delay="0"/>
                            </p:stCondLst>
                            <p:childTnLst>
                              <p:par>
                                <p:cTn id="140" presetID="21" presetClass="entr" presetSubtype="1" fill="hold" grpId="0" nodeType="clickEffect">
                                  <p:stCondLst>
                                    <p:cond delay="0"/>
                                  </p:stCondLst>
                                  <p:childTnLst>
                                    <p:set>
                                      <p:cBhvr>
                                        <p:cTn id="141" dur="1" fill="hold">
                                          <p:stCondLst>
                                            <p:cond delay="0"/>
                                          </p:stCondLst>
                                        </p:cTn>
                                        <p:tgtEl>
                                          <p:spTgt spid="56"/>
                                        </p:tgtEl>
                                        <p:attrNameLst>
                                          <p:attrName>style.visibility</p:attrName>
                                        </p:attrNameLst>
                                      </p:cBhvr>
                                      <p:to>
                                        <p:strVal val="visible"/>
                                      </p:to>
                                    </p:set>
                                    <p:animEffect transition="in" filter="wheel(1)">
                                      <p:cBhvr>
                                        <p:cTn id="142" dur="1500"/>
                                        <p:tgtEl>
                                          <p:spTgt spid="56"/>
                                        </p:tgtEl>
                                      </p:cBhvr>
                                    </p:animEffect>
                                  </p:childTnLst>
                                  <p:subTnLst>
                                    <p:set>
                                      <p:cBhvr override="childStyle">
                                        <p:cTn dur="1" fill="hold" display="0" masterRel="nextClick" afterEffect="1"/>
                                        <p:tgtEl>
                                          <p:spTgt spid="56"/>
                                        </p:tgtEl>
                                        <p:attrNameLst>
                                          <p:attrName>style.visibility</p:attrName>
                                        </p:attrNameLst>
                                      </p:cBhvr>
                                      <p:to>
                                        <p:strVal val="hidden"/>
                                      </p:to>
                                    </p:set>
                                  </p:sub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nodeType="clickEffect">
                                  <p:stCondLst>
                                    <p:cond delay="0"/>
                                  </p:stCondLst>
                                  <p:childTnLst>
                                    <p:set>
                                      <p:cBhvr>
                                        <p:cTn id="146" dur="1" fill="hold">
                                          <p:stCondLst>
                                            <p:cond delay="0"/>
                                          </p:stCondLst>
                                        </p:cTn>
                                        <p:tgtEl>
                                          <p:spTgt spid="58"/>
                                        </p:tgtEl>
                                        <p:attrNameLst>
                                          <p:attrName>style.visibility</p:attrName>
                                        </p:attrNameLst>
                                      </p:cBhvr>
                                      <p:to>
                                        <p:strVal val="visible"/>
                                      </p:to>
                                    </p:set>
                                    <p:animEffect transition="in" filter="wipe(left)">
                                      <p:cBhvr>
                                        <p:cTn id="147" dur="500"/>
                                        <p:tgtEl>
                                          <p:spTgt spid="58"/>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66"/>
                                        </p:tgtEl>
                                        <p:attrNameLst>
                                          <p:attrName>style.visibility</p:attrName>
                                        </p:attrNameLst>
                                      </p:cBhvr>
                                      <p:to>
                                        <p:strVal val="visible"/>
                                      </p:to>
                                    </p:set>
                                    <p:animEffect transition="in" filter="wipe(left)">
                                      <p:cBhvr>
                                        <p:cTn id="152" dur="500"/>
                                        <p:tgtEl>
                                          <p:spTgt spid="66"/>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nodeType="clickEffect">
                                  <p:stCondLst>
                                    <p:cond delay="0"/>
                                  </p:stCondLst>
                                  <p:childTnLst>
                                    <p:set>
                                      <p:cBhvr>
                                        <p:cTn id="156" dur="1" fill="hold">
                                          <p:stCondLst>
                                            <p:cond delay="0"/>
                                          </p:stCondLst>
                                        </p:cTn>
                                        <p:tgtEl>
                                          <p:spTgt spid="3"/>
                                        </p:tgtEl>
                                        <p:attrNameLst>
                                          <p:attrName>style.visibility</p:attrName>
                                        </p:attrNameLst>
                                      </p:cBhvr>
                                      <p:to>
                                        <p:strVal val="visible"/>
                                      </p:to>
                                    </p:set>
                                    <p:animEffect transition="in" filter="wipe(left)">
                                      <p:cBhvr>
                                        <p:cTn id="157" dur="500"/>
                                        <p:tgtEl>
                                          <p:spTgt spid="3"/>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nodeType="clickEffect">
                                  <p:stCondLst>
                                    <p:cond delay="0"/>
                                  </p:stCondLst>
                                  <p:childTnLst>
                                    <p:set>
                                      <p:cBhvr>
                                        <p:cTn id="161" dur="1" fill="hold">
                                          <p:stCondLst>
                                            <p:cond delay="0"/>
                                          </p:stCondLst>
                                        </p:cTn>
                                        <p:tgtEl>
                                          <p:spTgt spid="29"/>
                                        </p:tgtEl>
                                        <p:attrNameLst>
                                          <p:attrName>style.visibility</p:attrName>
                                        </p:attrNameLst>
                                      </p:cBhvr>
                                      <p:to>
                                        <p:strVal val="visible"/>
                                      </p:to>
                                    </p:set>
                                    <p:animEffect transition="in" filter="wipe(left)">
                                      <p:cBhvr>
                                        <p:cTn id="162" dur="500"/>
                                        <p:tgtEl>
                                          <p:spTgt spid="29"/>
                                        </p:tgtEl>
                                      </p:cBhvr>
                                    </p:animEffect>
                                  </p:childTnLst>
                                </p:cTn>
                              </p:par>
                            </p:childTnLst>
                          </p:cTn>
                        </p:par>
                      </p:childTnLst>
                    </p:cTn>
                  </p:par>
                  <p:par>
                    <p:cTn id="163" fill="hold">
                      <p:stCondLst>
                        <p:cond delay="indefinite"/>
                      </p:stCondLst>
                      <p:childTnLst>
                        <p:par>
                          <p:cTn id="164" fill="hold">
                            <p:stCondLst>
                              <p:cond delay="0"/>
                            </p:stCondLst>
                            <p:childTnLst>
                              <p:par>
                                <p:cTn id="165" presetID="2" presetClass="entr" presetSubtype="4" fill="hold" nodeType="clickEffect">
                                  <p:stCondLst>
                                    <p:cond delay="0"/>
                                  </p:stCondLst>
                                  <p:childTnLst>
                                    <p:set>
                                      <p:cBhvr>
                                        <p:cTn id="166" dur="1" fill="hold">
                                          <p:stCondLst>
                                            <p:cond delay="0"/>
                                          </p:stCondLst>
                                        </p:cTn>
                                        <p:tgtEl>
                                          <p:spTgt spid="60"/>
                                        </p:tgtEl>
                                        <p:attrNameLst>
                                          <p:attrName>style.visibility</p:attrName>
                                        </p:attrNameLst>
                                      </p:cBhvr>
                                      <p:to>
                                        <p:strVal val="visible"/>
                                      </p:to>
                                    </p:set>
                                    <p:anim calcmode="lin" valueType="num">
                                      <p:cBhvr additive="base">
                                        <p:cTn id="167" dur="500" fill="hold"/>
                                        <p:tgtEl>
                                          <p:spTgt spid="60"/>
                                        </p:tgtEl>
                                        <p:attrNameLst>
                                          <p:attrName>ppt_x</p:attrName>
                                        </p:attrNameLst>
                                      </p:cBhvr>
                                      <p:tavLst>
                                        <p:tav tm="0">
                                          <p:val>
                                            <p:strVal val="#ppt_x"/>
                                          </p:val>
                                        </p:tav>
                                        <p:tav tm="100000">
                                          <p:val>
                                            <p:strVal val="#ppt_x"/>
                                          </p:val>
                                        </p:tav>
                                      </p:tavLst>
                                    </p:anim>
                                    <p:anim calcmode="lin" valueType="num">
                                      <p:cBhvr additive="base">
                                        <p:cTn id="168"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22" presetClass="entr" presetSubtype="8" fill="hold" nodeType="clickEffect">
                                  <p:stCondLst>
                                    <p:cond delay="0"/>
                                  </p:stCondLst>
                                  <p:childTnLst>
                                    <p:set>
                                      <p:cBhvr>
                                        <p:cTn id="172" dur="1" fill="hold">
                                          <p:stCondLst>
                                            <p:cond delay="0"/>
                                          </p:stCondLst>
                                        </p:cTn>
                                        <p:tgtEl>
                                          <p:spTgt spid="33"/>
                                        </p:tgtEl>
                                        <p:attrNameLst>
                                          <p:attrName>style.visibility</p:attrName>
                                        </p:attrNameLst>
                                      </p:cBhvr>
                                      <p:to>
                                        <p:strVal val="visible"/>
                                      </p:to>
                                    </p:set>
                                    <p:animEffect transition="in" filter="wipe(left)">
                                      <p:cBhvr>
                                        <p:cTn id="173" dur="500"/>
                                        <p:tgtEl>
                                          <p:spTgt spid="33"/>
                                        </p:tgtEl>
                                      </p:cBhvr>
                                    </p:animEffect>
                                  </p:childTnLst>
                                </p:cTn>
                              </p:par>
                            </p:childTnLst>
                          </p:cTn>
                        </p:par>
                      </p:childTnLst>
                    </p:cTn>
                  </p:par>
                  <p:par>
                    <p:cTn id="174" fill="hold">
                      <p:stCondLst>
                        <p:cond delay="indefinite"/>
                      </p:stCondLst>
                      <p:childTnLst>
                        <p:par>
                          <p:cTn id="175" fill="hold">
                            <p:stCondLst>
                              <p:cond delay="0"/>
                            </p:stCondLst>
                            <p:childTnLst>
                              <p:par>
                                <p:cTn id="176" presetID="22" presetClass="entr" presetSubtype="1" fill="hold" nodeType="clickEffect">
                                  <p:stCondLst>
                                    <p:cond delay="0"/>
                                  </p:stCondLst>
                                  <p:childTnLst>
                                    <p:set>
                                      <p:cBhvr>
                                        <p:cTn id="177" dur="1" fill="hold">
                                          <p:stCondLst>
                                            <p:cond delay="0"/>
                                          </p:stCondLst>
                                        </p:cTn>
                                        <p:tgtEl>
                                          <p:spTgt spid="61"/>
                                        </p:tgtEl>
                                        <p:attrNameLst>
                                          <p:attrName>style.visibility</p:attrName>
                                        </p:attrNameLst>
                                      </p:cBhvr>
                                      <p:to>
                                        <p:strVal val="visible"/>
                                      </p:to>
                                    </p:set>
                                    <p:animEffect transition="in" filter="wipe(up)">
                                      <p:cBhvr>
                                        <p:cTn id="178" dur="500"/>
                                        <p:tgtEl>
                                          <p:spTgt spid="61"/>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8" fill="hold" nodeType="click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wipe(left)">
                                      <p:cBhvr>
                                        <p:cTn id="183" dur="500"/>
                                        <p:tgtEl>
                                          <p:spTgt spid="64"/>
                                        </p:tgtEl>
                                      </p:cBhvr>
                                    </p:animEffect>
                                  </p:childTnLst>
                                </p:cTn>
                              </p:par>
                            </p:childTnLst>
                          </p:cTn>
                        </p:par>
                        <p:par>
                          <p:cTn id="184" fill="hold">
                            <p:stCondLst>
                              <p:cond delay="500"/>
                            </p:stCondLst>
                            <p:childTnLst>
                              <p:par>
                                <p:cTn id="185" presetID="1" presetClass="exit" presetSubtype="0" fill="hold" nodeType="afterEffect">
                                  <p:stCondLst>
                                    <p:cond delay="0"/>
                                  </p:stCondLst>
                                  <p:childTnLst>
                                    <p:set>
                                      <p:cBhvr>
                                        <p:cTn id="186" dur="1" fill="hold">
                                          <p:stCondLst>
                                            <p:cond delay="0"/>
                                          </p:stCondLst>
                                        </p:cTn>
                                        <p:tgtEl>
                                          <p:spTgt spid="32"/>
                                        </p:tgtEl>
                                        <p:attrNameLst>
                                          <p:attrName>style.visibility</p:attrName>
                                        </p:attrNameLst>
                                      </p:cBhvr>
                                      <p:to>
                                        <p:strVal val="hidden"/>
                                      </p:to>
                                    </p:set>
                                  </p:childTnLst>
                                </p:cTn>
                              </p:par>
                            </p:childTnLst>
                          </p:cTn>
                        </p:par>
                        <p:par>
                          <p:cTn id="187" fill="hold">
                            <p:stCondLst>
                              <p:cond delay="500"/>
                            </p:stCondLst>
                            <p:childTnLst>
                              <p:par>
                                <p:cTn id="188" presetID="1" presetClass="exit" presetSubtype="0" fill="hold" nodeType="afterEffect">
                                  <p:stCondLst>
                                    <p:cond delay="0"/>
                                  </p:stCondLst>
                                  <p:childTnLst>
                                    <p:set>
                                      <p:cBhvr>
                                        <p:cTn id="189" dur="1" fill="hold">
                                          <p:stCondLst>
                                            <p:cond delay="0"/>
                                          </p:stCondLst>
                                        </p:cTn>
                                        <p:tgtEl>
                                          <p:spTgt spid="66"/>
                                        </p:tgtEl>
                                        <p:attrNameLst>
                                          <p:attrName>style.visibility</p:attrName>
                                        </p:attrNameLst>
                                      </p:cBhvr>
                                      <p:to>
                                        <p:strVal val="hidden"/>
                                      </p:to>
                                    </p:set>
                                  </p:childTnLst>
                                </p:cTn>
                              </p:par>
                            </p:childTnLst>
                          </p:cTn>
                        </p:par>
                      </p:childTnLst>
                    </p:cTn>
                  </p:par>
                  <p:par>
                    <p:cTn id="190" fill="hold">
                      <p:stCondLst>
                        <p:cond delay="indefinite"/>
                      </p:stCondLst>
                      <p:childTnLst>
                        <p:par>
                          <p:cTn id="191" fill="hold">
                            <p:stCondLst>
                              <p:cond delay="0"/>
                            </p:stCondLst>
                            <p:childTnLst>
                              <p:par>
                                <p:cTn id="192" presetID="22" presetClass="entr" presetSubtype="2" fill="hold" nodeType="clickEffect">
                                  <p:stCondLst>
                                    <p:cond delay="0"/>
                                  </p:stCondLst>
                                  <p:childTnLst>
                                    <p:set>
                                      <p:cBhvr>
                                        <p:cTn id="193" dur="1" fill="hold">
                                          <p:stCondLst>
                                            <p:cond delay="0"/>
                                          </p:stCondLst>
                                        </p:cTn>
                                        <p:tgtEl>
                                          <p:spTgt spid="4"/>
                                        </p:tgtEl>
                                        <p:attrNameLst>
                                          <p:attrName>style.visibility</p:attrName>
                                        </p:attrNameLst>
                                      </p:cBhvr>
                                      <p:to>
                                        <p:strVal val="visible"/>
                                      </p:to>
                                    </p:set>
                                    <p:animEffect transition="in" filter="wipe(right)">
                                      <p:cBhvr>
                                        <p:cTn id="19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3" grpId="0" animBg="1"/>
      <p:bldP spid="42" grpId="0"/>
      <p:bldP spid="30" grpId="0" animBg="1"/>
      <p:bldP spid="31" grpId="0" animBg="1"/>
      <p:bldP spid="52" grpId="0" animBg="1"/>
      <p:bldP spid="5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3067050" y="226008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2227" name="Rectangle 3"/>
          <p:cNvSpPr>
            <a:spLocks noChangeArrowheads="1"/>
          </p:cNvSpPr>
          <p:nvPr/>
        </p:nvSpPr>
        <p:spPr bwMode="auto">
          <a:xfrm>
            <a:off x="3067050" y="226008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2228" name="Rectangle 4"/>
          <p:cNvSpPr>
            <a:spLocks noChangeArrowheads="1"/>
          </p:cNvSpPr>
          <p:nvPr/>
        </p:nvSpPr>
        <p:spPr bwMode="auto">
          <a:xfrm>
            <a:off x="3067050" y="226008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2229" name="Rectangle 5"/>
          <p:cNvSpPr>
            <a:spLocks noChangeArrowheads="1"/>
          </p:cNvSpPr>
          <p:nvPr/>
        </p:nvSpPr>
        <p:spPr bwMode="auto">
          <a:xfrm>
            <a:off x="3067050" y="226008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2230" name="Rectangle 6"/>
          <p:cNvSpPr>
            <a:spLocks noChangeArrowheads="1"/>
          </p:cNvSpPr>
          <p:nvPr/>
        </p:nvSpPr>
        <p:spPr bwMode="auto">
          <a:xfrm>
            <a:off x="3067050" y="226008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2231" name="Rectangle 7"/>
          <p:cNvSpPr>
            <a:spLocks noChangeArrowheads="1"/>
          </p:cNvSpPr>
          <p:nvPr/>
        </p:nvSpPr>
        <p:spPr bwMode="auto">
          <a:xfrm>
            <a:off x="3067050" y="2260084"/>
            <a:ext cx="184731" cy="369332"/>
          </a:xfrm>
          <a:prstGeom prst="rect">
            <a:avLst/>
          </a:prstGeom>
          <a:noFill/>
          <a:ln w="28575" algn="ctr">
            <a:noFill/>
            <a:miter lim="800000"/>
            <a:headEnd/>
            <a:tailEnd/>
          </a:ln>
        </p:spPr>
        <p:txBody>
          <a:bodyPr wrap="none" anchor="ctr">
            <a:spAutoFit/>
          </a:bodyPr>
          <a:lstStyle/>
          <a:p>
            <a:pPr eaLnBrk="1" hangingPunct="1"/>
            <a:endParaRPr lang="zh-CN" altLang="en-US"/>
          </a:p>
        </p:txBody>
      </p:sp>
      <p:sp>
        <p:nvSpPr>
          <p:cNvPr id="52232" name="Rectangle 9"/>
          <p:cNvSpPr>
            <a:spLocks noGrp="1" noChangeArrowheads="1"/>
          </p:cNvSpPr>
          <p:nvPr>
            <p:ph idx="1"/>
          </p:nvPr>
        </p:nvSpPr>
        <p:spPr>
          <a:xfrm>
            <a:off x="3214689" y="355600"/>
            <a:ext cx="2917825" cy="604838"/>
          </a:xfrm>
        </p:spPr>
        <p:txBody>
          <a:bodyPr/>
          <a:lstStyle/>
          <a:p>
            <a:pPr eaLnBrk="1" hangingPunct="1">
              <a:buFontTx/>
              <a:buNone/>
            </a:pPr>
            <a:r>
              <a:rPr lang="zh-CN" altLang="en-US" b="1"/>
              <a:t>多体相贯</a:t>
            </a:r>
            <a:r>
              <a:rPr lang="zh-CN" altLang="en-US"/>
              <a:t> </a:t>
            </a:r>
          </a:p>
        </p:txBody>
      </p:sp>
      <p:pic>
        <p:nvPicPr>
          <p:cNvPr id="52233" name="图片 2"/>
          <p:cNvPicPr>
            <a:picLocks noChangeAspect="1"/>
          </p:cNvPicPr>
          <p:nvPr/>
        </p:nvPicPr>
        <p:blipFill>
          <a:blip r:embed="rId2"/>
          <a:srcRect/>
          <a:stretch>
            <a:fillRect/>
          </a:stretch>
        </p:blipFill>
        <p:spPr bwMode="auto">
          <a:xfrm>
            <a:off x="3195639" y="1376364"/>
            <a:ext cx="5203825" cy="4872037"/>
          </a:xfrm>
          <a:prstGeom prst="rect">
            <a:avLst/>
          </a:prstGeom>
          <a:noFill/>
          <a:ln w="9525">
            <a:noFill/>
            <a:miter lim="800000"/>
            <a:headEnd/>
            <a:tailEnd/>
          </a:ln>
        </p:spPr>
      </p:pic>
      <p:pic>
        <p:nvPicPr>
          <p:cNvPr id="52234" name="图片 1"/>
          <p:cNvPicPr>
            <a:picLocks noChangeAspect="1"/>
          </p:cNvPicPr>
          <p:nvPr/>
        </p:nvPicPr>
        <p:blipFill>
          <a:blip r:embed="rId3"/>
          <a:srcRect/>
          <a:stretch>
            <a:fillRect/>
          </a:stretch>
        </p:blipFill>
        <p:spPr bwMode="auto">
          <a:xfrm>
            <a:off x="6491288" y="3786189"/>
            <a:ext cx="2514600" cy="305752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94" name="WordArt 30"/>
          <p:cNvSpPr>
            <a:spLocks noChangeArrowheads="1" noChangeShapeType="1" noTextEdit="1"/>
          </p:cNvSpPr>
          <p:nvPr/>
        </p:nvSpPr>
        <p:spPr bwMode="auto">
          <a:xfrm>
            <a:off x="4257676" y="6145214"/>
            <a:ext cx="1235075" cy="593725"/>
          </a:xfrm>
          <a:prstGeom prst="rect">
            <a:avLst/>
          </a:prstGeom>
        </p:spPr>
        <p:txBody>
          <a:bodyPr wrap="none" fromWordArt="1">
            <a:prstTxWarp prst="textPlain">
              <a:avLst>
                <a:gd name="adj" fmla="val 50000"/>
              </a:avLst>
            </a:prstTxWarp>
          </a:bodyPr>
          <a:lstStyle/>
          <a:p>
            <a:r>
              <a:rPr lang="zh-CN" altLang="en-US" sz="3600" kern="10" dirty="0">
                <a:ln w="19050">
                  <a:solidFill>
                    <a:srgbClr val="FF0000"/>
                  </a:solidFill>
                  <a:round/>
                  <a:headEnd/>
                  <a:tailEnd/>
                </a:ln>
                <a:effectLst>
                  <a:outerShdw dist="35921" dir="2700000" algn="ctr" rotWithShape="0">
                    <a:srgbClr val="990000"/>
                  </a:outerShdw>
                </a:effectLst>
                <a:latin typeface="宋体"/>
                <a:ea typeface="宋体"/>
              </a:rPr>
              <a:t>注意：</a:t>
            </a:r>
          </a:p>
        </p:txBody>
      </p:sp>
      <p:sp>
        <p:nvSpPr>
          <p:cNvPr id="216095" name="WordArt 31"/>
          <p:cNvSpPr>
            <a:spLocks noChangeArrowheads="1" noChangeShapeType="1" noTextEdit="1"/>
          </p:cNvSpPr>
          <p:nvPr/>
        </p:nvSpPr>
        <p:spPr bwMode="auto">
          <a:xfrm>
            <a:off x="5622925" y="6057901"/>
            <a:ext cx="4059238" cy="720725"/>
          </a:xfrm>
          <a:prstGeom prst="rect">
            <a:avLst/>
          </a:prstGeom>
        </p:spPr>
        <p:txBody>
          <a:bodyPr wrap="none" fromWordArt="1">
            <a:prstTxWarp prst="textWave2">
              <a:avLst>
                <a:gd name="adj1" fmla="val 13005"/>
                <a:gd name="adj2" fmla="val 0"/>
              </a:avLst>
            </a:prstTxWarp>
          </a:bodyPr>
          <a:lstStyle/>
          <a:p>
            <a:r>
              <a:rPr lang="zh-CN" altLang="en-US" sz="3600" kern="10" dirty="0">
                <a:ln w="9525">
                  <a:solidFill>
                    <a:srgbClr val="0000CC"/>
                  </a:solidFill>
                  <a:round/>
                  <a:headEnd/>
                  <a:tailEnd/>
                </a:ln>
                <a:solidFill>
                  <a:srgbClr val="990099"/>
                </a:solidFill>
                <a:effectLst>
                  <a:outerShdw dist="45791" dir="2021404" algn="ctr" rotWithShape="0">
                    <a:srgbClr val="C0C0C0"/>
                  </a:outerShdw>
                </a:effectLst>
                <a:latin typeface="宋体"/>
                <a:ea typeface="宋体"/>
              </a:rPr>
              <a:t>不能在相贯线上直接注尺寸！</a:t>
            </a:r>
          </a:p>
        </p:txBody>
      </p:sp>
      <p:sp>
        <p:nvSpPr>
          <p:cNvPr id="49156" name="Text Box 32"/>
          <p:cNvSpPr txBox="1">
            <a:spLocks noChangeArrowheads="1"/>
          </p:cNvSpPr>
          <p:nvPr/>
        </p:nvSpPr>
        <p:spPr bwMode="auto">
          <a:xfrm>
            <a:off x="4450955" y="219077"/>
            <a:ext cx="3467100" cy="584200"/>
          </a:xfrm>
          <a:prstGeom prst="rect">
            <a:avLst/>
          </a:prstGeom>
          <a:noFill/>
          <a:ln w="19050">
            <a:noFill/>
            <a:miter lim="800000"/>
            <a:headEnd type="none" w="sm" len="lg"/>
            <a:tailEnd type="none" w="sm" len="lg"/>
          </a:ln>
        </p:spPr>
        <p:txBody>
          <a:bodyPr wrap="none" anchor="ctr">
            <a:spAutoFit/>
          </a:bodyPr>
          <a:lstStyle/>
          <a:p>
            <a:pPr eaLnBrk="1" hangingPunct="1"/>
            <a:r>
              <a:rPr lang="zh-CN" altLang="en-US" sz="3200" b="1" dirty="0">
                <a:latin typeface="黑体" panose="02010609060101010101" pitchFamily="49" charset="-122"/>
                <a:ea typeface="黑体" panose="02010609060101010101" pitchFamily="49" charset="-122"/>
              </a:rPr>
              <a:t>相贯立体尺寸标注</a:t>
            </a:r>
          </a:p>
        </p:txBody>
      </p:sp>
      <p:sp>
        <p:nvSpPr>
          <p:cNvPr id="49157" name="矩形 93"/>
          <p:cNvSpPr>
            <a:spLocks noChangeArrowheads="1"/>
          </p:cNvSpPr>
          <p:nvPr/>
        </p:nvSpPr>
        <p:spPr bwMode="auto">
          <a:xfrm>
            <a:off x="1592495" y="1015752"/>
            <a:ext cx="7348538" cy="461963"/>
          </a:xfrm>
          <a:prstGeom prst="rect">
            <a:avLst/>
          </a:prstGeom>
          <a:noFill/>
          <a:ln w="9525">
            <a:noFill/>
            <a:miter lim="800000"/>
            <a:headEnd/>
            <a:tailEnd/>
          </a:ln>
        </p:spPr>
        <p:txBody>
          <a:bodyPr>
            <a:spAutoFit/>
          </a:bodyPr>
          <a:lstStyle/>
          <a:p>
            <a:pPr eaLnBrk="1" hangingPunct="1"/>
            <a:r>
              <a:rPr lang="zh-CN" altLang="en-US" sz="2400" b="1" dirty="0">
                <a:solidFill>
                  <a:schemeClr val="tx2"/>
                </a:solidFill>
                <a:latin typeface="+mn-ea"/>
                <a:ea typeface="+mn-ea"/>
              </a:rPr>
              <a:t>标注产生相贯线的两基本体的定形、定位尺寸</a:t>
            </a:r>
          </a:p>
        </p:txBody>
      </p:sp>
      <p:pic>
        <p:nvPicPr>
          <p:cNvPr id="49158" name="图片 11"/>
          <p:cNvPicPr>
            <a:picLocks noChangeAspect="1"/>
          </p:cNvPicPr>
          <p:nvPr/>
        </p:nvPicPr>
        <p:blipFill>
          <a:blip r:embed="rId3"/>
          <a:srcRect/>
          <a:stretch>
            <a:fillRect/>
          </a:stretch>
        </p:blipFill>
        <p:spPr bwMode="auto">
          <a:xfrm>
            <a:off x="2930525" y="1592264"/>
            <a:ext cx="2730500" cy="4389437"/>
          </a:xfrm>
          <a:prstGeom prst="rect">
            <a:avLst/>
          </a:prstGeom>
          <a:noFill/>
          <a:ln w="9525">
            <a:noFill/>
            <a:miter lim="800000"/>
            <a:headEnd/>
            <a:tailEnd/>
          </a:ln>
        </p:spPr>
      </p:pic>
      <p:grpSp>
        <p:nvGrpSpPr>
          <p:cNvPr id="2" name="Group 5"/>
          <p:cNvGrpSpPr>
            <a:grpSpLocks/>
          </p:cNvGrpSpPr>
          <p:nvPr/>
        </p:nvGrpSpPr>
        <p:grpSpPr bwMode="auto">
          <a:xfrm>
            <a:off x="2610106" y="1963739"/>
            <a:ext cx="606168" cy="1512887"/>
            <a:chOff x="841" y="983"/>
            <a:chExt cx="367" cy="1081"/>
          </a:xfrm>
        </p:grpSpPr>
        <p:sp>
          <p:nvSpPr>
            <p:cNvPr id="49209" name="Line 6"/>
            <p:cNvSpPr>
              <a:spLocks noChangeShapeType="1"/>
            </p:cNvSpPr>
            <p:nvPr/>
          </p:nvSpPr>
          <p:spPr bwMode="auto">
            <a:xfrm flipH="1">
              <a:off x="962" y="990"/>
              <a:ext cx="245" cy="0"/>
            </a:xfrm>
            <a:prstGeom prst="line">
              <a:avLst/>
            </a:prstGeom>
            <a:noFill/>
            <a:ln w="19050">
              <a:solidFill>
                <a:schemeClr val="accent2"/>
              </a:solidFill>
              <a:round/>
              <a:headEnd/>
              <a:tailEnd/>
            </a:ln>
          </p:spPr>
          <p:txBody>
            <a:bodyPr wrap="none" anchor="ctr"/>
            <a:lstStyle/>
            <a:p>
              <a:endParaRPr lang="zh-CN" altLang="en-US"/>
            </a:p>
          </p:txBody>
        </p:sp>
        <p:sp>
          <p:nvSpPr>
            <p:cNvPr id="49210" name="Line 7"/>
            <p:cNvSpPr>
              <a:spLocks noChangeShapeType="1"/>
            </p:cNvSpPr>
            <p:nvPr/>
          </p:nvSpPr>
          <p:spPr bwMode="auto">
            <a:xfrm flipH="1">
              <a:off x="962" y="2064"/>
              <a:ext cx="246" cy="0"/>
            </a:xfrm>
            <a:prstGeom prst="line">
              <a:avLst/>
            </a:prstGeom>
            <a:noFill/>
            <a:ln w="19050">
              <a:solidFill>
                <a:schemeClr val="accent2"/>
              </a:solidFill>
              <a:round/>
              <a:headEnd/>
              <a:tailEnd/>
            </a:ln>
          </p:spPr>
          <p:txBody>
            <a:bodyPr wrap="none" anchor="ctr"/>
            <a:lstStyle/>
            <a:p>
              <a:endParaRPr lang="zh-CN" altLang="en-US"/>
            </a:p>
          </p:txBody>
        </p:sp>
        <p:sp>
          <p:nvSpPr>
            <p:cNvPr id="49211" name="Freeform 8"/>
            <p:cNvSpPr>
              <a:spLocks/>
            </p:cNvSpPr>
            <p:nvPr/>
          </p:nvSpPr>
          <p:spPr bwMode="auto">
            <a:xfrm>
              <a:off x="1034" y="983"/>
              <a:ext cx="3" cy="1081"/>
            </a:xfrm>
            <a:custGeom>
              <a:avLst/>
              <a:gdLst>
                <a:gd name="T0" fmla="*/ 40965 w 2"/>
                <a:gd name="T1" fmla="*/ 0 h 761"/>
                <a:gd name="T2" fmla="*/ 0 w 2"/>
                <a:gd name="T3" fmla="*/ 6802204 h 761"/>
                <a:gd name="T4" fmla="*/ 0 60000 65536"/>
                <a:gd name="T5" fmla="*/ 0 60000 65536"/>
                <a:gd name="T6" fmla="*/ 0 w 2"/>
                <a:gd name="T7" fmla="*/ 0 h 761"/>
                <a:gd name="T8" fmla="*/ 2 w 2"/>
                <a:gd name="T9" fmla="*/ 761 h 761"/>
              </a:gdLst>
              <a:ahLst/>
              <a:cxnLst>
                <a:cxn ang="T4">
                  <a:pos x="T0" y="T1"/>
                </a:cxn>
                <a:cxn ang="T5">
                  <a:pos x="T2" y="T3"/>
                </a:cxn>
              </a:cxnLst>
              <a:rect l="T6" t="T7" r="T8" b="T9"/>
              <a:pathLst>
                <a:path w="2" h="761">
                  <a:moveTo>
                    <a:pt x="2" y="0"/>
                  </a:moveTo>
                  <a:lnTo>
                    <a:pt x="0" y="761"/>
                  </a:lnTo>
                </a:path>
              </a:pathLst>
            </a:custGeom>
            <a:noFill/>
            <a:ln w="19050">
              <a:solidFill>
                <a:schemeClr val="accent2"/>
              </a:solidFill>
              <a:round/>
              <a:headEnd type="triangle" w="sm" len="lg"/>
              <a:tailEnd type="triangle" w="sm" len="lg"/>
            </a:ln>
          </p:spPr>
          <p:txBody>
            <a:bodyPr wrap="none" anchor="ctr"/>
            <a:lstStyle/>
            <a:p>
              <a:endParaRPr lang="zh-CN" altLang="en-US"/>
            </a:p>
          </p:txBody>
        </p:sp>
        <p:sp>
          <p:nvSpPr>
            <p:cNvPr id="49212" name="Text Box 9"/>
            <p:cNvSpPr txBox="1">
              <a:spLocks noChangeArrowheads="1"/>
            </p:cNvSpPr>
            <p:nvPr/>
          </p:nvSpPr>
          <p:spPr bwMode="auto">
            <a:xfrm rot="16200000">
              <a:off x="896" y="1381"/>
              <a:ext cx="132" cy="242"/>
            </a:xfrm>
            <a:prstGeom prst="rect">
              <a:avLst/>
            </a:prstGeom>
            <a:noFill/>
            <a:ln w="9525">
              <a:noFill/>
              <a:miter lim="800000"/>
              <a:headEnd/>
              <a:tailEnd/>
            </a:ln>
          </p:spPr>
          <p:txBody>
            <a:bodyPr wrap="none" anchor="ctr">
              <a:spAutoFit/>
            </a:bodyPr>
            <a:lstStyle/>
            <a:p>
              <a:pPr eaLnBrk="1" hangingPunct="1"/>
              <a:endParaRPr lang="zh-CN" altLang="zh-CN" sz="2000">
                <a:latin typeface="ISOCP" pitchFamily="2" charset="0"/>
              </a:endParaRPr>
            </a:p>
          </p:txBody>
        </p:sp>
      </p:grpSp>
      <p:grpSp>
        <p:nvGrpSpPr>
          <p:cNvPr id="3" name="Group 10"/>
          <p:cNvGrpSpPr>
            <a:grpSpLocks/>
          </p:cNvGrpSpPr>
          <p:nvPr/>
        </p:nvGrpSpPr>
        <p:grpSpPr bwMode="auto">
          <a:xfrm>
            <a:off x="3203575" y="3500439"/>
            <a:ext cx="1511300" cy="649287"/>
            <a:chOff x="1214" y="2052"/>
            <a:chExt cx="838" cy="264"/>
          </a:xfrm>
        </p:grpSpPr>
        <p:sp>
          <p:nvSpPr>
            <p:cNvPr id="49205" name="Line 11"/>
            <p:cNvSpPr>
              <a:spLocks noChangeShapeType="1"/>
            </p:cNvSpPr>
            <p:nvPr/>
          </p:nvSpPr>
          <p:spPr bwMode="auto">
            <a:xfrm>
              <a:off x="1214" y="2052"/>
              <a:ext cx="0" cy="263"/>
            </a:xfrm>
            <a:prstGeom prst="line">
              <a:avLst/>
            </a:prstGeom>
            <a:noFill/>
            <a:ln w="19050">
              <a:solidFill>
                <a:schemeClr val="accent2"/>
              </a:solidFill>
              <a:round/>
              <a:headEnd/>
              <a:tailEnd/>
            </a:ln>
          </p:spPr>
          <p:txBody>
            <a:bodyPr wrap="none" anchor="ctr"/>
            <a:lstStyle/>
            <a:p>
              <a:endParaRPr lang="zh-CN" altLang="en-US"/>
            </a:p>
          </p:txBody>
        </p:sp>
        <p:sp>
          <p:nvSpPr>
            <p:cNvPr id="49206" name="Line 12"/>
            <p:cNvSpPr>
              <a:spLocks noChangeShapeType="1"/>
            </p:cNvSpPr>
            <p:nvPr/>
          </p:nvSpPr>
          <p:spPr bwMode="auto">
            <a:xfrm>
              <a:off x="2052" y="2052"/>
              <a:ext cx="0" cy="264"/>
            </a:xfrm>
            <a:prstGeom prst="line">
              <a:avLst/>
            </a:prstGeom>
            <a:noFill/>
            <a:ln w="19050">
              <a:solidFill>
                <a:schemeClr val="accent2"/>
              </a:solidFill>
              <a:round/>
              <a:headEnd/>
              <a:tailEnd/>
            </a:ln>
          </p:spPr>
          <p:txBody>
            <a:bodyPr wrap="none" anchor="ctr"/>
            <a:lstStyle/>
            <a:p>
              <a:endParaRPr lang="zh-CN" altLang="en-US"/>
            </a:p>
          </p:txBody>
        </p:sp>
        <p:sp>
          <p:nvSpPr>
            <p:cNvPr id="49207" name="Line 13"/>
            <p:cNvSpPr>
              <a:spLocks noChangeShapeType="1"/>
            </p:cNvSpPr>
            <p:nvPr/>
          </p:nvSpPr>
          <p:spPr bwMode="auto">
            <a:xfrm>
              <a:off x="1214" y="2250"/>
              <a:ext cx="838" cy="0"/>
            </a:xfrm>
            <a:prstGeom prst="line">
              <a:avLst/>
            </a:prstGeom>
            <a:noFill/>
            <a:ln w="19050">
              <a:solidFill>
                <a:schemeClr val="accent2"/>
              </a:solidFill>
              <a:round/>
              <a:headEnd type="triangle" w="sm" len="lg"/>
              <a:tailEnd type="triangle" w="sm" len="lg"/>
            </a:ln>
          </p:spPr>
          <p:txBody>
            <a:bodyPr wrap="none" anchor="ctr"/>
            <a:lstStyle/>
            <a:p>
              <a:endParaRPr lang="zh-CN" altLang="en-US"/>
            </a:p>
          </p:txBody>
        </p:sp>
        <p:sp>
          <p:nvSpPr>
            <p:cNvPr id="49208" name="Text Box 14"/>
            <p:cNvSpPr txBox="1">
              <a:spLocks noChangeArrowheads="1"/>
            </p:cNvSpPr>
            <p:nvPr/>
          </p:nvSpPr>
          <p:spPr bwMode="auto">
            <a:xfrm>
              <a:off x="1563" y="2096"/>
              <a:ext cx="176" cy="163"/>
            </a:xfrm>
            <a:prstGeom prst="rect">
              <a:avLst/>
            </a:prstGeom>
            <a:noFill/>
            <a:ln w="9525">
              <a:noFill/>
              <a:miter lim="800000"/>
              <a:headEnd/>
              <a:tailEnd/>
            </a:ln>
          </p:spPr>
          <p:txBody>
            <a:bodyPr wrap="none" anchor="ctr">
              <a:spAutoFit/>
            </a:bodyPr>
            <a:lstStyle/>
            <a:p>
              <a:pPr eaLnBrk="1" hangingPunct="1"/>
              <a:r>
                <a:rPr lang="en-US" altLang="zh-CN" sz="2000" i="1">
                  <a:latin typeface="ISOCPEUR" pitchFamily="34" charset="0"/>
                  <a:sym typeface="Symbol" pitchFamily="18" charset="2"/>
                </a:rPr>
                <a:t></a:t>
              </a:r>
            </a:p>
          </p:txBody>
        </p:sp>
      </p:grpSp>
      <p:grpSp>
        <p:nvGrpSpPr>
          <p:cNvPr id="4" name="Group 90"/>
          <p:cNvGrpSpPr>
            <a:grpSpLocks/>
          </p:cNvGrpSpPr>
          <p:nvPr/>
        </p:nvGrpSpPr>
        <p:grpSpPr bwMode="auto">
          <a:xfrm>
            <a:off x="4619625" y="3179763"/>
            <a:ext cx="717550" cy="323850"/>
            <a:chOff x="2034" y="1852"/>
            <a:chExt cx="342" cy="321"/>
          </a:xfrm>
        </p:grpSpPr>
        <p:sp>
          <p:nvSpPr>
            <p:cNvPr id="49203" name="Line 91"/>
            <p:cNvSpPr>
              <a:spLocks noChangeShapeType="1"/>
            </p:cNvSpPr>
            <p:nvPr/>
          </p:nvSpPr>
          <p:spPr bwMode="auto">
            <a:xfrm>
              <a:off x="2034" y="2173"/>
              <a:ext cx="342" cy="0"/>
            </a:xfrm>
            <a:prstGeom prst="line">
              <a:avLst/>
            </a:prstGeom>
            <a:noFill/>
            <a:ln w="19050">
              <a:solidFill>
                <a:srgbClr val="3333CC"/>
              </a:solidFill>
              <a:round/>
              <a:headEnd/>
              <a:tailEnd/>
            </a:ln>
          </p:spPr>
          <p:txBody>
            <a:bodyPr wrap="none" anchor="ctr"/>
            <a:lstStyle/>
            <a:p>
              <a:endParaRPr lang="zh-CN" altLang="en-US"/>
            </a:p>
          </p:txBody>
        </p:sp>
        <p:sp>
          <p:nvSpPr>
            <p:cNvPr id="49204" name="Line 92"/>
            <p:cNvSpPr>
              <a:spLocks noChangeShapeType="1"/>
            </p:cNvSpPr>
            <p:nvPr/>
          </p:nvSpPr>
          <p:spPr bwMode="auto">
            <a:xfrm>
              <a:off x="2288" y="1852"/>
              <a:ext cx="0" cy="321"/>
            </a:xfrm>
            <a:prstGeom prst="line">
              <a:avLst/>
            </a:prstGeom>
            <a:noFill/>
            <a:ln w="19050">
              <a:solidFill>
                <a:srgbClr val="3333CC"/>
              </a:solidFill>
              <a:round/>
              <a:headEnd type="triangle" w="sm" len="lg"/>
              <a:tailEnd type="triangle" w="sm" len="lg"/>
            </a:ln>
          </p:spPr>
          <p:txBody>
            <a:bodyPr wrap="none" anchor="ctr"/>
            <a:lstStyle/>
            <a:p>
              <a:endParaRPr lang="zh-CN" altLang="en-US"/>
            </a:p>
          </p:txBody>
        </p:sp>
      </p:grpSp>
      <p:pic>
        <p:nvPicPr>
          <p:cNvPr id="113" name="图片 112"/>
          <p:cNvPicPr>
            <a:picLocks noChangeAspect="1"/>
          </p:cNvPicPr>
          <p:nvPr/>
        </p:nvPicPr>
        <p:blipFill>
          <a:blip r:embed="rId3"/>
          <a:srcRect/>
          <a:stretch>
            <a:fillRect/>
          </a:stretch>
        </p:blipFill>
        <p:spPr bwMode="auto">
          <a:xfrm>
            <a:off x="6911975" y="1590676"/>
            <a:ext cx="2730500" cy="4391025"/>
          </a:xfrm>
          <a:prstGeom prst="rect">
            <a:avLst/>
          </a:prstGeom>
          <a:noFill/>
          <a:ln w="9525">
            <a:noFill/>
            <a:miter lim="800000"/>
            <a:headEnd/>
            <a:tailEnd/>
          </a:ln>
        </p:spPr>
      </p:pic>
      <p:grpSp>
        <p:nvGrpSpPr>
          <p:cNvPr id="5" name="Group 2"/>
          <p:cNvGrpSpPr>
            <a:grpSpLocks/>
          </p:cNvGrpSpPr>
          <p:nvPr/>
        </p:nvGrpSpPr>
        <p:grpSpPr bwMode="auto">
          <a:xfrm>
            <a:off x="4586287" y="2370138"/>
            <a:ext cx="631902" cy="400050"/>
            <a:chOff x="1980" y="1280"/>
            <a:chExt cx="302" cy="252"/>
          </a:xfrm>
        </p:grpSpPr>
        <p:sp>
          <p:nvSpPr>
            <p:cNvPr id="49201" name="Line 3"/>
            <p:cNvSpPr>
              <a:spLocks noChangeShapeType="1"/>
            </p:cNvSpPr>
            <p:nvPr/>
          </p:nvSpPr>
          <p:spPr bwMode="auto">
            <a:xfrm flipH="1" flipV="1">
              <a:off x="1980" y="1431"/>
              <a:ext cx="276" cy="77"/>
            </a:xfrm>
            <a:prstGeom prst="line">
              <a:avLst/>
            </a:prstGeom>
            <a:noFill/>
            <a:ln w="19050">
              <a:solidFill>
                <a:srgbClr val="FF0000"/>
              </a:solidFill>
              <a:round/>
              <a:headEnd/>
              <a:tailEnd type="triangle" w="sm" len="lg"/>
            </a:ln>
          </p:spPr>
          <p:txBody>
            <a:bodyPr wrap="none" anchor="ctr"/>
            <a:lstStyle/>
            <a:p>
              <a:endParaRPr lang="zh-CN" altLang="en-US"/>
            </a:p>
          </p:txBody>
        </p:sp>
        <p:sp>
          <p:nvSpPr>
            <p:cNvPr id="49202" name="Text Box 4"/>
            <p:cNvSpPr txBox="1">
              <a:spLocks noChangeArrowheads="1"/>
            </p:cNvSpPr>
            <p:nvPr/>
          </p:nvSpPr>
          <p:spPr bwMode="auto">
            <a:xfrm rot="951679">
              <a:off x="2129" y="1280"/>
              <a:ext cx="153" cy="252"/>
            </a:xfrm>
            <a:prstGeom prst="rect">
              <a:avLst/>
            </a:prstGeom>
            <a:noFill/>
            <a:ln w="9525">
              <a:noFill/>
              <a:miter lim="800000"/>
              <a:headEnd/>
              <a:tailEnd/>
            </a:ln>
          </p:spPr>
          <p:txBody>
            <a:bodyPr wrap="none" anchor="ctr">
              <a:spAutoFit/>
            </a:bodyPr>
            <a:lstStyle/>
            <a:p>
              <a:pPr eaLnBrk="1" hangingPunct="1"/>
              <a:r>
                <a:rPr lang="en-US" altLang="zh-CN" sz="2000" i="1">
                  <a:solidFill>
                    <a:srgbClr val="FF0000"/>
                  </a:solidFill>
                  <a:latin typeface="ISOCPEUR" pitchFamily="34" charset="0"/>
                </a:rPr>
                <a:t>R</a:t>
              </a:r>
            </a:p>
          </p:txBody>
        </p:sp>
      </p:grpSp>
      <p:grpSp>
        <p:nvGrpSpPr>
          <p:cNvPr id="6" name="Group 51"/>
          <p:cNvGrpSpPr>
            <a:grpSpLocks/>
          </p:cNvGrpSpPr>
          <p:nvPr/>
        </p:nvGrpSpPr>
        <p:grpSpPr bwMode="auto">
          <a:xfrm>
            <a:off x="4718051" y="1736795"/>
            <a:ext cx="684213" cy="552381"/>
            <a:chOff x="2049" y="971"/>
            <a:chExt cx="328" cy="453"/>
          </a:xfrm>
        </p:grpSpPr>
        <p:sp>
          <p:nvSpPr>
            <p:cNvPr id="49198" name="Line 52"/>
            <p:cNvSpPr>
              <a:spLocks noChangeShapeType="1"/>
            </p:cNvSpPr>
            <p:nvPr/>
          </p:nvSpPr>
          <p:spPr bwMode="auto">
            <a:xfrm flipV="1">
              <a:off x="2377" y="1170"/>
              <a:ext cx="0" cy="254"/>
            </a:xfrm>
            <a:prstGeom prst="line">
              <a:avLst/>
            </a:prstGeom>
            <a:noFill/>
            <a:ln w="19050">
              <a:solidFill>
                <a:schemeClr val="accent2"/>
              </a:solidFill>
              <a:round/>
              <a:headEnd type="none" w="sm" len="lg"/>
              <a:tailEnd type="none" w="sm" len="lg"/>
            </a:ln>
          </p:spPr>
          <p:txBody>
            <a:bodyPr wrap="none" anchor="ctr"/>
            <a:lstStyle/>
            <a:p>
              <a:endParaRPr lang="zh-CN" altLang="en-US"/>
            </a:p>
          </p:txBody>
        </p:sp>
        <p:sp>
          <p:nvSpPr>
            <p:cNvPr id="49199" name="Text Box 53"/>
            <p:cNvSpPr txBox="1">
              <a:spLocks noChangeArrowheads="1"/>
            </p:cNvSpPr>
            <p:nvPr/>
          </p:nvSpPr>
          <p:spPr bwMode="auto">
            <a:xfrm>
              <a:off x="2131" y="971"/>
              <a:ext cx="89" cy="328"/>
            </a:xfrm>
            <a:prstGeom prst="rect">
              <a:avLst/>
            </a:prstGeom>
            <a:noFill/>
            <a:ln w="19050">
              <a:noFill/>
              <a:miter lim="800000"/>
              <a:headEnd type="none" w="sm" len="lg"/>
              <a:tailEnd type="none" w="sm" len="lg"/>
            </a:ln>
          </p:spPr>
          <p:txBody>
            <a:bodyPr wrap="none" anchor="ctr">
              <a:spAutoFit/>
            </a:bodyPr>
            <a:lstStyle/>
            <a:p>
              <a:pPr eaLnBrk="1" hangingPunct="1"/>
              <a:endParaRPr lang="zh-CN" altLang="zh-CN" sz="2000">
                <a:latin typeface="ISOCP" pitchFamily="2" charset="0"/>
              </a:endParaRPr>
            </a:p>
          </p:txBody>
        </p:sp>
        <p:sp>
          <p:nvSpPr>
            <p:cNvPr id="49200" name="Line 54"/>
            <p:cNvSpPr>
              <a:spLocks noChangeShapeType="1"/>
            </p:cNvSpPr>
            <p:nvPr/>
          </p:nvSpPr>
          <p:spPr bwMode="auto">
            <a:xfrm>
              <a:off x="2049" y="1206"/>
              <a:ext cx="328" cy="0"/>
            </a:xfrm>
            <a:prstGeom prst="line">
              <a:avLst/>
            </a:prstGeom>
            <a:noFill/>
            <a:ln w="19050">
              <a:solidFill>
                <a:schemeClr val="accent2"/>
              </a:solidFill>
              <a:round/>
              <a:headEnd type="triangle" w="sm" len="lg"/>
              <a:tailEnd type="triangle" w="sm" len="lg"/>
            </a:ln>
          </p:spPr>
          <p:txBody>
            <a:bodyPr wrap="none" anchor="ctr"/>
            <a:lstStyle/>
            <a:p>
              <a:endParaRPr lang="zh-CN" altLang="en-US"/>
            </a:p>
          </p:txBody>
        </p:sp>
      </p:grpSp>
      <p:sp>
        <p:nvSpPr>
          <p:cNvPr id="126" name="Text Box 56"/>
          <p:cNvSpPr txBox="1">
            <a:spLocks noChangeArrowheads="1"/>
          </p:cNvSpPr>
          <p:nvPr/>
        </p:nvSpPr>
        <p:spPr bwMode="auto">
          <a:xfrm>
            <a:off x="4787901" y="1746251"/>
            <a:ext cx="542925" cy="519113"/>
          </a:xfrm>
          <a:prstGeom prst="rect">
            <a:avLst/>
          </a:prstGeom>
          <a:noFill/>
          <a:ln w="19050">
            <a:noFill/>
            <a:miter lim="800000"/>
            <a:headEnd type="none" w="sm" len="lg"/>
            <a:tailEnd type="none" w="sm" len="lg"/>
          </a:ln>
        </p:spPr>
        <p:txBody>
          <a:bodyPr wrap="none" anchor="ctr">
            <a:spAutoFit/>
          </a:bodyPr>
          <a:lstStyle/>
          <a:p>
            <a:pPr eaLnBrk="1" hangingPunct="1"/>
            <a:r>
              <a:rPr lang="en-US" altLang="zh-CN" sz="2800">
                <a:solidFill>
                  <a:srgbClr val="996633"/>
                </a:solidFill>
                <a:latin typeface="ISOCP" pitchFamily="2" charset="0"/>
              </a:rPr>
              <a:t>×</a:t>
            </a:r>
          </a:p>
        </p:txBody>
      </p:sp>
      <p:sp>
        <p:nvSpPr>
          <p:cNvPr id="127" name="Text Box 93"/>
          <p:cNvSpPr txBox="1">
            <a:spLocks noChangeArrowheads="1"/>
          </p:cNvSpPr>
          <p:nvPr/>
        </p:nvSpPr>
        <p:spPr bwMode="auto">
          <a:xfrm>
            <a:off x="4645025" y="2470150"/>
            <a:ext cx="415498" cy="369332"/>
          </a:xfrm>
          <a:prstGeom prst="rect">
            <a:avLst/>
          </a:prstGeom>
          <a:noFill/>
          <a:ln w="9525">
            <a:noFill/>
            <a:miter lim="800000"/>
            <a:headEnd/>
            <a:tailEnd/>
          </a:ln>
        </p:spPr>
        <p:txBody>
          <a:bodyPr wrap="none">
            <a:spAutoFit/>
          </a:bodyPr>
          <a:lstStyle/>
          <a:p>
            <a:pPr eaLnBrk="1" hangingPunct="1"/>
            <a:r>
              <a:rPr lang="en-US" altLang="zh-CN">
                <a:solidFill>
                  <a:srgbClr val="996633"/>
                </a:solidFill>
                <a:latin typeface="Times New Roman" pitchFamily="18" charset="0"/>
              </a:rPr>
              <a:t>×</a:t>
            </a:r>
          </a:p>
        </p:txBody>
      </p:sp>
      <p:sp>
        <p:nvSpPr>
          <p:cNvPr id="128" name="Text Box 93"/>
          <p:cNvSpPr txBox="1">
            <a:spLocks noChangeArrowheads="1"/>
          </p:cNvSpPr>
          <p:nvPr/>
        </p:nvSpPr>
        <p:spPr bwMode="auto">
          <a:xfrm>
            <a:off x="4956175" y="3182938"/>
            <a:ext cx="415498" cy="369332"/>
          </a:xfrm>
          <a:prstGeom prst="rect">
            <a:avLst/>
          </a:prstGeom>
          <a:noFill/>
          <a:ln w="9525">
            <a:noFill/>
            <a:miter lim="800000"/>
            <a:headEnd/>
            <a:tailEnd/>
          </a:ln>
        </p:spPr>
        <p:txBody>
          <a:bodyPr wrap="none">
            <a:spAutoFit/>
          </a:bodyPr>
          <a:lstStyle/>
          <a:p>
            <a:pPr eaLnBrk="1" hangingPunct="1"/>
            <a:r>
              <a:rPr lang="en-US" altLang="zh-CN">
                <a:solidFill>
                  <a:srgbClr val="996633"/>
                </a:solidFill>
                <a:latin typeface="Times New Roman" pitchFamily="18" charset="0"/>
              </a:rPr>
              <a:t>×</a:t>
            </a:r>
          </a:p>
        </p:txBody>
      </p:sp>
      <p:grpSp>
        <p:nvGrpSpPr>
          <p:cNvPr id="7" name="Group 25"/>
          <p:cNvGrpSpPr>
            <a:grpSpLocks/>
          </p:cNvGrpSpPr>
          <p:nvPr/>
        </p:nvGrpSpPr>
        <p:grpSpPr bwMode="auto">
          <a:xfrm>
            <a:off x="5362302" y="4586288"/>
            <a:ext cx="695602" cy="971550"/>
            <a:chOff x="2356" y="2653"/>
            <a:chExt cx="266" cy="476"/>
          </a:xfrm>
        </p:grpSpPr>
        <p:sp>
          <p:nvSpPr>
            <p:cNvPr id="49194" name="Text Box 26"/>
            <p:cNvSpPr txBox="1">
              <a:spLocks noChangeArrowheads="1"/>
            </p:cNvSpPr>
            <p:nvPr/>
          </p:nvSpPr>
          <p:spPr bwMode="auto">
            <a:xfrm rot="16200000">
              <a:off x="2394" y="2801"/>
              <a:ext cx="156" cy="153"/>
            </a:xfrm>
            <a:prstGeom prst="rect">
              <a:avLst/>
            </a:prstGeom>
            <a:noFill/>
            <a:ln w="9525">
              <a:noFill/>
              <a:miter lim="800000"/>
              <a:headEnd/>
              <a:tailEnd/>
            </a:ln>
          </p:spPr>
          <p:txBody>
            <a:bodyPr wrap="none" anchor="ctr">
              <a:spAutoFit/>
            </a:bodyPr>
            <a:lstStyle/>
            <a:p>
              <a:pPr eaLnBrk="1" hangingPunct="1"/>
              <a:r>
                <a:rPr lang="en-US" altLang="zh-CN" sz="2000" i="1">
                  <a:latin typeface="ISOCPEUR" pitchFamily="34" charset="0"/>
                  <a:sym typeface="Symbol" pitchFamily="18" charset="2"/>
                </a:rPr>
                <a:t></a:t>
              </a:r>
            </a:p>
          </p:txBody>
        </p:sp>
        <p:sp>
          <p:nvSpPr>
            <p:cNvPr id="49195" name="Line 27"/>
            <p:cNvSpPr>
              <a:spLocks noChangeShapeType="1"/>
            </p:cNvSpPr>
            <p:nvPr/>
          </p:nvSpPr>
          <p:spPr bwMode="auto">
            <a:xfrm>
              <a:off x="2356" y="2668"/>
              <a:ext cx="266" cy="0"/>
            </a:xfrm>
            <a:prstGeom prst="line">
              <a:avLst/>
            </a:prstGeom>
            <a:noFill/>
            <a:ln w="19050">
              <a:solidFill>
                <a:schemeClr val="accent2"/>
              </a:solidFill>
              <a:round/>
              <a:headEnd/>
              <a:tailEnd/>
            </a:ln>
          </p:spPr>
          <p:txBody>
            <a:bodyPr wrap="none" anchor="ctr"/>
            <a:lstStyle/>
            <a:p>
              <a:endParaRPr lang="zh-CN" altLang="en-US"/>
            </a:p>
          </p:txBody>
        </p:sp>
        <p:sp>
          <p:nvSpPr>
            <p:cNvPr id="49196" name="Line 28"/>
            <p:cNvSpPr>
              <a:spLocks noChangeShapeType="1"/>
            </p:cNvSpPr>
            <p:nvPr/>
          </p:nvSpPr>
          <p:spPr bwMode="auto">
            <a:xfrm>
              <a:off x="2377" y="3109"/>
              <a:ext cx="245" cy="0"/>
            </a:xfrm>
            <a:prstGeom prst="line">
              <a:avLst/>
            </a:prstGeom>
            <a:noFill/>
            <a:ln w="19050">
              <a:solidFill>
                <a:schemeClr val="accent2"/>
              </a:solidFill>
              <a:round/>
              <a:headEnd/>
              <a:tailEnd/>
            </a:ln>
          </p:spPr>
          <p:txBody>
            <a:bodyPr wrap="none" anchor="ctr"/>
            <a:lstStyle/>
            <a:p>
              <a:endParaRPr lang="zh-CN" altLang="en-US"/>
            </a:p>
          </p:txBody>
        </p:sp>
        <p:sp>
          <p:nvSpPr>
            <p:cNvPr id="49197" name="Freeform 29"/>
            <p:cNvSpPr>
              <a:spLocks/>
            </p:cNvSpPr>
            <p:nvPr/>
          </p:nvSpPr>
          <p:spPr bwMode="auto">
            <a:xfrm>
              <a:off x="2559" y="2653"/>
              <a:ext cx="2" cy="476"/>
            </a:xfrm>
            <a:custGeom>
              <a:avLst/>
              <a:gdLst>
                <a:gd name="T0" fmla="*/ 0 w 1"/>
                <a:gd name="T1" fmla="*/ 0 h 336"/>
                <a:gd name="T2" fmla="*/ 0 w 1"/>
                <a:gd name="T3" fmla="*/ 2932002 h 336"/>
                <a:gd name="T4" fmla="*/ 0 60000 65536"/>
                <a:gd name="T5" fmla="*/ 0 60000 65536"/>
                <a:gd name="T6" fmla="*/ 0 w 1"/>
                <a:gd name="T7" fmla="*/ 0 h 336"/>
                <a:gd name="T8" fmla="*/ 1 w 1"/>
                <a:gd name="T9" fmla="*/ 336 h 336"/>
              </a:gdLst>
              <a:ahLst/>
              <a:cxnLst>
                <a:cxn ang="T4">
                  <a:pos x="T0" y="T1"/>
                </a:cxn>
                <a:cxn ang="T5">
                  <a:pos x="T2" y="T3"/>
                </a:cxn>
              </a:cxnLst>
              <a:rect l="T6" t="T7" r="T8" b="T9"/>
              <a:pathLst>
                <a:path w="1" h="336">
                  <a:moveTo>
                    <a:pt x="0" y="0"/>
                  </a:moveTo>
                  <a:lnTo>
                    <a:pt x="0" y="336"/>
                  </a:lnTo>
                </a:path>
              </a:pathLst>
            </a:custGeom>
            <a:noFill/>
            <a:ln w="19050">
              <a:solidFill>
                <a:schemeClr val="accent2"/>
              </a:solidFill>
              <a:round/>
              <a:headEnd type="triangle" w="sm" len="lg"/>
              <a:tailEnd type="triangle" w="sm" len="lg"/>
            </a:ln>
          </p:spPr>
          <p:txBody>
            <a:bodyPr wrap="none" anchor="ctr"/>
            <a:lstStyle/>
            <a:p>
              <a:endParaRPr lang="zh-CN" altLang="en-US"/>
            </a:p>
          </p:txBody>
        </p:sp>
      </p:grpSp>
      <p:grpSp>
        <p:nvGrpSpPr>
          <p:cNvPr id="8" name="Group 5"/>
          <p:cNvGrpSpPr>
            <a:grpSpLocks/>
          </p:cNvGrpSpPr>
          <p:nvPr/>
        </p:nvGrpSpPr>
        <p:grpSpPr bwMode="auto">
          <a:xfrm>
            <a:off x="6605768" y="1965325"/>
            <a:ext cx="606246" cy="1511300"/>
            <a:chOff x="840" y="983"/>
            <a:chExt cx="368" cy="1081"/>
          </a:xfrm>
        </p:grpSpPr>
        <p:sp>
          <p:nvSpPr>
            <p:cNvPr id="49190" name="Line 6"/>
            <p:cNvSpPr>
              <a:spLocks noChangeShapeType="1"/>
            </p:cNvSpPr>
            <p:nvPr/>
          </p:nvSpPr>
          <p:spPr bwMode="auto">
            <a:xfrm flipH="1">
              <a:off x="962" y="990"/>
              <a:ext cx="245" cy="0"/>
            </a:xfrm>
            <a:prstGeom prst="line">
              <a:avLst/>
            </a:prstGeom>
            <a:noFill/>
            <a:ln w="19050">
              <a:solidFill>
                <a:schemeClr val="accent2"/>
              </a:solidFill>
              <a:round/>
              <a:headEnd/>
              <a:tailEnd/>
            </a:ln>
          </p:spPr>
          <p:txBody>
            <a:bodyPr wrap="none" anchor="ctr"/>
            <a:lstStyle/>
            <a:p>
              <a:endParaRPr lang="zh-CN" altLang="en-US"/>
            </a:p>
          </p:txBody>
        </p:sp>
        <p:sp>
          <p:nvSpPr>
            <p:cNvPr id="49191" name="Line 7"/>
            <p:cNvSpPr>
              <a:spLocks noChangeShapeType="1"/>
            </p:cNvSpPr>
            <p:nvPr/>
          </p:nvSpPr>
          <p:spPr bwMode="auto">
            <a:xfrm flipH="1">
              <a:off x="962" y="2064"/>
              <a:ext cx="246" cy="0"/>
            </a:xfrm>
            <a:prstGeom prst="line">
              <a:avLst/>
            </a:prstGeom>
            <a:noFill/>
            <a:ln w="19050">
              <a:solidFill>
                <a:schemeClr val="accent2"/>
              </a:solidFill>
              <a:round/>
              <a:headEnd/>
              <a:tailEnd/>
            </a:ln>
          </p:spPr>
          <p:txBody>
            <a:bodyPr wrap="none" anchor="ctr"/>
            <a:lstStyle/>
            <a:p>
              <a:endParaRPr lang="zh-CN" altLang="en-US"/>
            </a:p>
          </p:txBody>
        </p:sp>
        <p:sp>
          <p:nvSpPr>
            <p:cNvPr id="49192" name="Freeform 8"/>
            <p:cNvSpPr>
              <a:spLocks/>
            </p:cNvSpPr>
            <p:nvPr/>
          </p:nvSpPr>
          <p:spPr bwMode="auto">
            <a:xfrm>
              <a:off x="1034" y="983"/>
              <a:ext cx="3" cy="1081"/>
            </a:xfrm>
            <a:custGeom>
              <a:avLst/>
              <a:gdLst>
                <a:gd name="T0" fmla="*/ 40965 w 2"/>
                <a:gd name="T1" fmla="*/ 0 h 761"/>
                <a:gd name="T2" fmla="*/ 0 w 2"/>
                <a:gd name="T3" fmla="*/ 6802204 h 761"/>
                <a:gd name="T4" fmla="*/ 0 60000 65536"/>
                <a:gd name="T5" fmla="*/ 0 60000 65536"/>
                <a:gd name="T6" fmla="*/ 0 w 2"/>
                <a:gd name="T7" fmla="*/ 0 h 761"/>
                <a:gd name="T8" fmla="*/ 2 w 2"/>
                <a:gd name="T9" fmla="*/ 761 h 761"/>
              </a:gdLst>
              <a:ahLst/>
              <a:cxnLst>
                <a:cxn ang="T4">
                  <a:pos x="T0" y="T1"/>
                </a:cxn>
                <a:cxn ang="T5">
                  <a:pos x="T2" y="T3"/>
                </a:cxn>
              </a:cxnLst>
              <a:rect l="T6" t="T7" r="T8" b="T9"/>
              <a:pathLst>
                <a:path w="2" h="761">
                  <a:moveTo>
                    <a:pt x="2" y="0"/>
                  </a:moveTo>
                  <a:lnTo>
                    <a:pt x="0" y="761"/>
                  </a:lnTo>
                </a:path>
              </a:pathLst>
            </a:custGeom>
            <a:noFill/>
            <a:ln w="19050">
              <a:solidFill>
                <a:schemeClr val="accent2"/>
              </a:solidFill>
              <a:round/>
              <a:headEnd type="triangle" w="sm" len="lg"/>
              <a:tailEnd type="triangle" w="sm" len="lg"/>
            </a:ln>
          </p:spPr>
          <p:txBody>
            <a:bodyPr wrap="none" anchor="ctr"/>
            <a:lstStyle/>
            <a:p>
              <a:endParaRPr lang="zh-CN" altLang="en-US"/>
            </a:p>
          </p:txBody>
        </p:sp>
        <p:sp>
          <p:nvSpPr>
            <p:cNvPr id="49193" name="Text Box 9"/>
            <p:cNvSpPr txBox="1">
              <a:spLocks noChangeArrowheads="1"/>
            </p:cNvSpPr>
            <p:nvPr/>
          </p:nvSpPr>
          <p:spPr bwMode="auto">
            <a:xfrm rot="16200000">
              <a:off x="896" y="1381"/>
              <a:ext cx="132" cy="243"/>
            </a:xfrm>
            <a:prstGeom prst="rect">
              <a:avLst/>
            </a:prstGeom>
            <a:noFill/>
            <a:ln w="9525">
              <a:noFill/>
              <a:miter lim="800000"/>
              <a:headEnd/>
              <a:tailEnd/>
            </a:ln>
          </p:spPr>
          <p:txBody>
            <a:bodyPr wrap="none" anchor="ctr">
              <a:spAutoFit/>
            </a:bodyPr>
            <a:lstStyle/>
            <a:p>
              <a:pPr eaLnBrk="1" hangingPunct="1"/>
              <a:endParaRPr lang="zh-CN" altLang="zh-CN" sz="2000">
                <a:latin typeface="ISOCP" pitchFamily="2" charset="0"/>
              </a:endParaRPr>
            </a:p>
          </p:txBody>
        </p:sp>
      </p:grpSp>
      <p:grpSp>
        <p:nvGrpSpPr>
          <p:cNvPr id="9" name="Group 10"/>
          <p:cNvGrpSpPr>
            <a:grpSpLocks/>
          </p:cNvGrpSpPr>
          <p:nvPr/>
        </p:nvGrpSpPr>
        <p:grpSpPr bwMode="auto">
          <a:xfrm>
            <a:off x="7199314" y="3502025"/>
            <a:ext cx="1512887" cy="647700"/>
            <a:chOff x="1214" y="2052"/>
            <a:chExt cx="838" cy="264"/>
          </a:xfrm>
        </p:grpSpPr>
        <p:sp>
          <p:nvSpPr>
            <p:cNvPr id="49186" name="Line 11"/>
            <p:cNvSpPr>
              <a:spLocks noChangeShapeType="1"/>
            </p:cNvSpPr>
            <p:nvPr/>
          </p:nvSpPr>
          <p:spPr bwMode="auto">
            <a:xfrm>
              <a:off x="1214" y="2052"/>
              <a:ext cx="0" cy="263"/>
            </a:xfrm>
            <a:prstGeom prst="line">
              <a:avLst/>
            </a:prstGeom>
            <a:noFill/>
            <a:ln w="19050">
              <a:solidFill>
                <a:schemeClr val="accent2"/>
              </a:solidFill>
              <a:round/>
              <a:headEnd/>
              <a:tailEnd/>
            </a:ln>
          </p:spPr>
          <p:txBody>
            <a:bodyPr wrap="none" anchor="ctr"/>
            <a:lstStyle/>
            <a:p>
              <a:endParaRPr lang="zh-CN" altLang="en-US"/>
            </a:p>
          </p:txBody>
        </p:sp>
        <p:sp>
          <p:nvSpPr>
            <p:cNvPr id="49187" name="Line 12"/>
            <p:cNvSpPr>
              <a:spLocks noChangeShapeType="1"/>
            </p:cNvSpPr>
            <p:nvPr/>
          </p:nvSpPr>
          <p:spPr bwMode="auto">
            <a:xfrm>
              <a:off x="2052" y="2052"/>
              <a:ext cx="0" cy="264"/>
            </a:xfrm>
            <a:prstGeom prst="line">
              <a:avLst/>
            </a:prstGeom>
            <a:noFill/>
            <a:ln w="19050">
              <a:solidFill>
                <a:schemeClr val="accent2"/>
              </a:solidFill>
              <a:round/>
              <a:headEnd/>
              <a:tailEnd/>
            </a:ln>
          </p:spPr>
          <p:txBody>
            <a:bodyPr wrap="none" anchor="ctr"/>
            <a:lstStyle/>
            <a:p>
              <a:endParaRPr lang="zh-CN" altLang="en-US"/>
            </a:p>
          </p:txBody>
        </p:sp>
        <p:sp>
          <p:nvSpPr>
            <p:cNvPr id="49188" name="Line 13"/>
            <p:cNvSpPr>
              <a:spLocks noChangeShapeType="1"/>
            </p:cNvSpPr>
            <p:nvPr/>
          </p:nvSpPr>
          <p:spPr bwMode="auto">
            <a:xfrm>
              <a:off x="1214" y="2250"/>
              <a:ext cx="838" cy="0"/>
            </a:xfrm>
            <a:prstGeom prst="line">
              <a:avLst/>
            </a:prstGeom>
            <a:noFill/>
            <a:ln w="19050">
              <a:solidFill>
                <a:schemeClr val="accent2"/>
              </a:solidFill>
              <a:round/>
              <a:headEnd type="triangle" w="sm" len="lg"/>
              <a:tailEnd type="triangle" w="sm" len="lg"/>
            </a:ln>
          </p:spPr>
          <p:txBody>
            <a:bodyPr wrap="none" anchor="ctr"/>
            <a:lstStyle/>
            <a:p>
              <a:endParaRPr lang="zh-CN" altLang="en-US"/>
            </a:p>
          </p:txBody>
        </p:sp>
        <p:sp>
          <p:nvSpPr>
            <p:cNvPr id="49189" name="Text Box 14"/>
            <p:cNvSpPr txBox="1">
              <a:spLocks noChangeArrowheads="1"/>
            </p:cNvSpPr>
            <p:nvPr/>
          </p:nvSpPr>
          <p:spPr bwMode="auto">
            <a:xfrm>
              <a:off x="1563" y="2095"/>
              <a:ext cx="176" cy="163"/>
            </a:xfrm>
            <a:prstGeom prst="rect">
              <a:avLst/>
            </a:prstGeom>
            <a:noFill/>
            <a:ln w="9525">
              <a:noFill/>
              <a:miter lim="800000"/>
              <a:headEnd/>
              <a:tailEnd/>
            </a:ln>
          </p:spPr>
          <p:txBody>
            <a:bodyPr wrap="none" anchor="ctr">
              <a:spAutoFit/>
            </a:bodyPr>
            <a:lstStyle/>
            <a:p>
              <a:pPr eaLnBrk="1" hangingPunct="1"/>
              <a:r>
                <a:rPr lang="en-US" altLang="zh-CN" sz="2000" i="1">
                  <a:latin typeface="ISOCPEUR" pitchFamily="34" charset="0"/>
                  <a:sym typeface="Symbol" pitchFamily="18" charset="2"/>
                </a:rPr>
                <a:t></a:t>
              </a:r>
            </a:p>
          </p:txBody>
        </p:sp>
      </p:grpSp>
      <p:grpSp>
        <p:nvGrpSpPr>
          <p:cNvPr id="10" name="Group 25"/>
          <p:cNvGrpSpPr>
            <a:grpSpLocks/>
          </p:cNvGrpSpPr>
          <p:nvPr/>
        </p:nvGrpSpPr>
        <p:grpSpPr bwMode="auto">
          <a:xfrm>
            <a:off x="9350154" y="4572000"/>
            <a:ext cx="697138" cy="971550"/>
            <a:chOff x="2356" y="2653"/>
            <a:chExt cx="266" cy="476"/>
          </a:xfrm>
        </p:grpSpPr>
        <p:sp>
          <p:nvSpPr>
            <p:cNvPr id="49182" name="Text Box 26"/>
            <p:cNvSpPr txBox="1">
              <a:spLocks noChangeArrowheads="1"/>
            </p:cNvSpPr>
            <p:nvPr/>
          </p:nvSpPr>
          <p:spPr bwMode="auto">
            <a:xfrm rot="16200000">
              <a:off x="2394" y="2802"/>
              <a:ext cx="156" cy="153"/>
            </a:xfrm>
            <a:prstGeom prst="rect">
              <a:avLst/>
            </a:prstGeom>
            <a:noFill/>
            <a:ln w="9525">
              <a:noFill/>
              <a:miter lim="800000"/>
              <a:headEnd/>
              <a:tailEnd/>
            </a:ln>
          </p:spPr>
          <p:txBody>
            <a:bodyPr wrap="none" anchor="ctr">
              <a:spAutoFit/>
            </a:bodyPr>
            <a:lstStyle/>
            <a:p>
              <a:pPr eaLnBrk="1" hangingPunct="1"/>
              <a:r>
                <a:rPr lang="en-US" altLang="zh-CN" sz="2000" i="1">
                  <a:latin typeface="ISOCPEUR" pitchFamily="34" charset="0"/>
                  <a:sym typeface="Symbol" pitchFamily="18" charset="2"/>
                </a:rPr>
                <a:t></a:t>
              </a:r>
            </a:p>
          </p:txBody>
        </p:sp>
        <p:sp>
          <p:nvSpPr>
            <p:cNvPr id="49183" name="Line 27"/>
            <p:cNvSpPr>
              <a:spLocks noChangeShapeType="1"/>
            </p:cNvSpPr>
            <p:nvPr/>
          </p:nvSpPr>
          <p:spPr bwMode="auto">
            <a:xfrm>
              <a:off x="2356" y="2668"/>
              <a:ext cx="266" cy="0"/>
            </a:xfrm>
            <a:prstGeom prst="line">
              <a:avLst/>
            </a:prstGeom>
            <a:noFill/>
            <a:ln w="19050">
              <a:solidFill>
                <a:schemeClr val="accent2"/>
              </a:solidFill>
              <a:round/>
              <a:headEnd/>
              <a:tailEnd/>
            </a:ln>
          </p:spPr>
          <p:txBody>
            <a:bodyPr wrap="none" anchor="ctr"/>
            <a:lstStyle/>
            <a:p>
              <a:endParaRPr lang="zh-CN" altLang="en-US"/>
            </a:p>
          </p:txBody>
        </p:sp>
        <p:sp>
          <p:nvSpPr>
            <p:cNvPr id="49184" name="Line 28"/>
            <p:cNvSpPr>
              <a:spLocks noChangeShapeType="1"/>
            </p:cNvSpPr>
            <p:nvPr/>
          </p:nvSpPr>
          <p:spPr bwMode="auto">
            <a:xfrm>
              <a:off x="2368" y="3121"/>
              <a:ext cx="245" cy="0"/>
            </a:xfrm>
            <a:prstGeom prst="line">
              <a:avLst/>
            </a:prstGeom>
            <a:noFill/>
            <a:ln w="19050">
              <a:solidFill>
                <a:schemeClr val="accent2"/>
              </a:solidFill>
              <a:round/>
              <a:headEnd/>
              <a:tailEnd/>
            </a:ln>
          </p:spPr>
          <p:txBody>
            <a:bodyPr wrap="none" anchor="ctr"/>
            <a:lstStyle/>
            <a:p>
              <a:endParaRPr lang="zh-CN" altLang="en-US"/>
            </a:p>
          </p:txBody>
        </p:sp>
        <p:sp>
          <p:nvSpPr>
            <p:cNvPr id="49185" name="Freeform 29"/>
            <p:cNvSpPr>
              <a:spLocks/>
            </p:cNvSpPr>
            <p:nvPr/>
          </p:nvSpPr>
          <p:spPr bwMode="auto">
            <a:xfrm>
              <a:off x="2559" y="2653"/>
              <a:ext cx="2" cy="476"/>
            </a:xfrm>
            <a:custGeom>
              <a:avLst/>
              <a:gdLst>
                <a:gd name="T0" fmla="*/ 0 w 1"/>
                <a:gd name="T1" fmla="*/ 0 h 336"/>
                <a:gd name="T2" fmla="*/ 0 w 1"/>
                <a:gd name="T3" fmla="*/ 2932002 h 336"/>
                <a:gd name="T4" fmla="*/ 0 60000 65536"/>
                <a:gd name="T5" fmla="*/ 0 60000 65536"/>
                <a:gd name="T6" fmla="*/ 0 w 1"/>
                <a:gd name="T7" fmla="*/ 0 h 336"/>
                <a:gd name="T8" fmla="*/ 1 w 1"/>
                <a:gd name="T9" fmla="*/ 336 h 336"/>
              </a:gdLst>
              <a:ahLst/>
              <a:cxnLst>
                <a:cxn ang="T4">
                  <a:pos x="T0" y="T1"/>
                </a:cxn>
                <a:cxn ang="T5">
                  <a:pos x="T2" y="T3"/>
                </a:cxn>
              </a:cxnLst>
              <a:rect l="T6" t="T7" r="T8" b="T9"/>
              <a:pathLst>
                <a:path w="1" h="336">
                  <a:moveTo>
                    <a:pt x="0" y="0"/>
                  </a:moveTo>
                  <a:lnTo>
                    <a:pt x="0" y="336"/>
                  </a:lnTo>
                </a:path>
              </a:pathLst>
            </a:custGeom>
            <a:noFill/>
            <a:ln w="19050">
              <a:solidFill>
                <a:schemeClr val="accent2"/>
              </a:solidFill>
              <a:round/>
              <a:headEnd type="triangle" w="sm" len="lg"/>
              <a:tailEnd type="triangle" w="sm" len="lg"/>
            </a:ln>
          </p:spPr>
          <p:txBody>
            <a:bodyPr wrap="none" anchor="ctr"/>
            <a:lstStyle/>
            <a:p>
              <a:endParaRPr lang="zh-CN" altLang="en-US"/>
            </a:p>
          </p:txBody>
        </p:sp>
      </p:grpSp>
      <p:grpSp>
        <p:nvGrpSpPr>
          <p:cNvPr id="11" name="Group 15"/>
          <p:cNvGrpSpPr>
            <a:grpSpLocks/>
          </p:cNvGrpSpPr>
          <p:nvPr/>
        </p:nvGrpSpPr>
        <p:grpSpPr bwMode="auto">
          <a:xfrm>
            <a:off x="7943851" y="1255013"/>
            <a:ext cx="1439863" cy="1021463"/>
            <a:chOff x="3755" y="637"/>
            <a:chExt cx="737" cy="686"/>
          </a:xfrm>
        </p:grpSpPr>
        <p:sp>
          <p:nvSpPr>
            <p:cNvPr id="49178" name="Line 16"/>
            <p:cNvSpPr>
              <a:spLocks noChangeShapeType="1"/>
            </p:cNvSpPr>
            <p:nvPr/>
          </p:nvSpPr>
          <p:spPr bwMode="auto">
            <a:xfrm flipV="1">
              <a:off x="3759" y="816"/>
              <a:ext cx="0" cy="200"/>
            </a:xfrm>
            <a:prstGeom prst="line">
              <a:avLst/>
            </a:prstGeom>
            <a:noFill/>
            <a:ln w="19050">
              <a:solidFill>
                <a:srgbClr val="FF0000"/>
              </a:solidFill>
              <a:round/>
              <a:headEnd/>
              <a:tailEnd/>
            </a:ln>
          </p:spPr>
          <p:txBody>
            <a:bodyPr wrap="none" anchor="ctr"/>
            <a:lstStyle/>
            <a:p>
              <a:endParaRPr lang="zh-CN" altLang="en-US"/>
            </a:p>
          </p:txBody>
        </p:sp>
        <p:sp>
          <p:nvSpPr>
            <p:cNvPr id="49179" name="Line 17"/>
            <p:cNvSpPr>
              <a:spLocks noChangeShapeType="1"/>
            </p:cNvSpPr>
            <p:nvPr/>
          </p:nvSpPr>
          <p:spPr bwMode="auto">
            <a:xfrm flipV="1">
              <a:off x="4491" y="816"/>
              <a:ext cx="0" cy="507"/>
            </a:xfrm>
            <a:prstGeom prst="line">
              <a:avLst/>
            </a:prstGeom>
            <a:noFill/>
            <a:ln w="19050">
              <a:solidFill>
                <a:srgbClr val="FF0000"/>
              </a:solidFill>
              <a:round/>
              <a:headEnd/>
              <a:tailEnd/>
            </a:ln>
          </p:spPr>
          <p:txBody>
            <a:bodyPr wrap="none" anchor="ctr"/>
            <a:lstStyle/>
            <a:p>
              <a:endParaRPr lang="zh-CN" altLang="en-US"/>
            </a:p>
          </p:txBody>
        </p:sp>
        <p:sp>
          <p:nvSpPr>
            <p:cNvPr id="49180" name="Line 18"/>
            <p:cNvSpPr>
              <a:spLocks noChangeShapeType="1"/>
            </p:cNvSpPr>
            <p:nvPr/>
          </p:nvSpPr>
          <p:spPr bwMode="auto">
            <a:xfrm>
              <a:off x="3755" y="912"/>
              <a:ext cx="737" cy="0"/>
            </a:xfrm>
            <a:prstGeom prst="line">
              <a:avLst/>
            </a:prstGeom>
            <a:noFill/>
            <a:ln w="19050">
              <a:solidFill>
                <a:srgbClr val="FF0000"/>
              </a:solidFill>
              <a:round/>
              <a:headEnd type="triangle" w="sm" len="lg"/>
              <a:tailEnd type="triangle" w="sm" len="lg"/>
            </a:ln>
          </p:spPr>
          <p:txBody>
            <a:bodyPr wrap="none" anchor="ctr"/>
            <a:lstStyle/>
            <a:p>
              <a:endParaRPr lang="zh-CN" altLang="en-US"/>
            </a:p>
          </p:txBody>
        </p:sp>
        <p:sp>
          <p:nvSpPr>
            <p:cNvPr id="49181" name="Text Box 19"/>
            <p:cNvSpPr txBox="1">
              <a:spLocks noChangeArrowheads="1"/>
            </p:cNvSpPr>
            <p:nvPr/>
          </p:nvSpPr>
          <p:spPr bwMode="auto">
            <a:xfrm>
              <a:off x="4045" y="637"/>
              <a:ext cx="95" cy="269"/>
            </a:xfrm>
            <a:prstGeom prst="rect">
              <a:avLst/>
            </a:prstGeom>
            <a:noFill/>
            <a:ln w="9525">
              <a:noFill/>
              <a:miter lim="800000"/>
              <a:headEnd/>
              <a:tailEnd/>
            </a:ln>
          </p:spPr>
          <p:txBody>
            <a:bodyPr wrap="none" anchor="ctr">
              <a:spAutoFit/>
            </a:bodyPr>
            <a:lstStyle/>
            <a:p>
              <a:pPr eaLnBrk="1" hangingPunct="1"/>
              <a:endParaRPr lang="zh-CN" altLang="zh-CN" sz="2000">
                <a:solidFill>
                  <a:srgbClr val="FF3399"/>
                </a:solidFill>
                <a:latin typeface="ISOCP" pitchFamily="2" charset="0"/>
              </a:endParaRPr>
            </a:p>
          </p:txBody>
        </p:sp>
      </p:grpSp>
      <p:grpSp>
        <p:nvGrpSpPr>
          <p:cNvPr id="12" name="Group 20"/>
          <p:cNvGrpSpPr>
            <a:grpSpLocks/>
          </p:cNvGrpSpPr>
          <p:nvPr/>
        </p:nvGrpSpPr>
        <p:grpSpPr bwMode="auto">
          <a:xfrm>
            <a:off x="8701088" y="2719389"/>
            <a:ext cx="1135062" cy="788987"/>
            <a:chOff x="4043" y="1541"/>
            <a:chExt cx="755" cy="533"/>
          </a:xfrm>
        </p:grpSpPr>
        <p:sp>
          <p:nvSpPr>
            <p:cNvPr id="49174" name="Line 21"/>
            <p:cNvSpPr>
              <a:spLocks noChangeShapeType="1"/>
            </p:cNvSpPr>
            <p:nvPr/>
          </p:nvSpPr>
          <p:spPr bwMode="auto">
            <a:xfrm>
              <a:off x="4511" y="1549"/>
              <a:ext cx="287" cy="0"/>
            </a:xfrm>
            <a:prstGeom prst="line">
              <a:avLst/>
            </a:prstGeom>
            <a:noFill/>
            <a:ln w="19050">
              <a:solidFill>
                <a:srgbClr val="FF0000"/>
              </a:solidFill>
              <a:round/>
              <a:headEnd/>
              <a:tailEnd/>
            </a:ln>
          </p:spPr>
          <p:txBody>
            <a:bodyPr wrap="none" anchor="ctr"/>
            <a:lstStyle/>
            <a:p>
              <a:endParaRPr lang="zh-CN" altLang="en-US"/>
            </a:p>
          </p:txBody>
        </p:sp>
        <p:sp>
          <p:nvSpPr>
            <p:cNvPr id="49175" name="Line 22"/>
            <p:cNvSpPr>
              <a:spLocks noChangeShapeType="1"/>
            </p:cNvSpPr>
            <p:nvPr/>
          </p:nvSpPr>
          <p:spPr bwMode="auto">
            <a:xfrm>
              <a:off x="4043" y="2059"/>
              <a:ext cx="754" cy="11"/>
            </a:xfrm>
            <a:prstGeom prst="line">
              <a:avLst/>
            </a:prstGeom>
            <a:noFill/>
            <a:ln w="19050">
              <a:solidFill>
                <a:srgbClr val="FF0000"/>
              </a:solidFill>
              <a:round/>
              <a:headEnd/>
              <a:tailEnd/>
            </a:ln>
          </p:spPr>
          <p:txBody>
            <a:bodyPr wrap="none" anchor="ctr"/>
            <a:lstStyle/>
            <a:p>
              <a:endParaRPr lang="zh-CN" altLang="en-US"/>
            </a:p>
          </p:txBody>
        </p:sp>
        <p:sp>
          <p:nvSpPr>
            <p:cNvPr id="49176" name="Freeform 23"/>
            <p:cNvSpPr>
              <a:spLocks/>
            </p:cNvSpPr>
            <p:nvPr/>
          </p:nvSpPr>
          <p:spPr bwMode="auto">
            <a:xfrm>
              <a:off x="4705" y="1541"/>
              <a:ext cx="1" cy="533"/>
            </a:xfrm>
            <a:custGeom>
              <a:avLst/>
              <a:gdLst>
                <a:gd name="T0" fmla="*/ 1 w 1"/>
                <a:gd name="T1" fmla="*/ 0 h 561"/>
                <a:gd name="T2" fmla="*/ 0 w 1"/>
                <a:gd name="T3" fmla="*/ 481 h 561"/>
                <a:gd name="T4" fmla="*/ 0 60000 65536"/>
                <a:gd name="T5" fmla="*/ 0 60000 65536"/>
                <a:gd name="T6" fmla="*/ 0 w 1"/>
                <a:gd name="T7" fmla="*/ 0 h 561"/>
                <a:gd name="T8" fmla="*/ 1 w 1"/>
                <a:gd name="T9" fmla="*/ 561 h 561"/>
              </a:gdLst>
              <a:ahLst/>
              <a:cxnLst>
                <a:cxn ang="T4">
                  <a:pos x="T0" y="T1"/>
                </a:cxn>
                <a:cxn ang="T5">
                  <a:pos x="T2" y="T3"/>
                </a:cxn>
              </a:cxnLst>
              <a:rect l="T6" t="T7" r="T8" b="T9"/>
              <a:pathLst>
                <a:path w="1" h="561">
                  <a:moveTo>
                    <a:pt x="1" y="0"/>
                  </a:moveTo>
                  <a:lnTo>
                    <a:pt x="0" y="561"/>
                  </a:lnTo>
                </a:path>
              </a:pathLst>
            </a:custGeom>
            <a:noFill/>
            <a:ln w="19050">
              <a:solidFill>
                <a:srgbClr val="FF0000"/>
              </a:solidFill>
              <a:round/>
              <a:headEnd type="triangle" w="sm" len="lg"/>
              <a:tailEnd type="triangle" w="sm" len="lg"/>
            </a:ln>
          </p:spPr>
          <p:txBody>
            <a:bodyPr wrap="none" anchor="ctr"/>
            <a:lstStyle/>
            <a:p>
              <a:endParaRPr lang="zh-CN" altLang="en-US"/>
            </a:p>
          </p:txBody>
        </p:sp>
        <p:sp>
          <p:nvSpPr>
            <p:cNvPr id="49177" name="Text Box 24"/>
            <p:cNvSpPr txBox="1">
              <a:spLocks noChangeArrowheads="1"/>
            </p:cNvSpPr>
            <p:nvPr/>
          </p:nvSpPr>
          <p:spPr bwMode="auto">
            <a:xfrm rot="16200000">
              <a:off x="4570" y="1672"/>
              <a:ext cx="125" cy="266"/>
            </a:xfrm>
            <a:prstGeom prst="rect">
              <a:avLst/>
            </a:prstGeom>
            <a:noFill/>
            <a:ln w="9525">
              <a:noFill/>
              <a:miter lim="800000"/>
              <a:headEnd/>
              <a:tailEnd/>
            </a:ln>
          </p:spPr>
          <p:txBody>
            <a:bodyPr wrap="none" anchor="ctr">
              <a:spAutoFit/>
            </a:bodyPr>
            <a:lstStyle/>
            <a:p>
              <a:pPr eaLnBrk="1" hangingPunct="1"/>
              <a:endParaRPr lang="zh-CN" altLang="zh-CN" sz="2000">
                <a:solidFill>
                  <a:srgbClr val="FF0000"/>
                </a:solidFill>
                <a:latin typeface="ISOCP" pitchFamily="2"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righ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9" presetClass="entr" presetSubtype="10" fill="hold" grpId="0" nodeType="clickEffect">
                                  <p:stCondLst>
                                    <p:cond delay="0"/>
                                  </p:stCondLst>
                                  <p:childTnLst>
                                    <p:set>
                                      <p:cBhvr>
                                        <p:cTn id="36" dur="1" fill="hold">
                                          <p:stCondLst>
                                            <p:cond delay="0"/>
                                          </p:stCondLst>
                                        </p:cTn>
                                        <p:tgtEl>
                                          <p:spTgt spid="126"/>
                                        </p:tgtEl>
                                        <p:attrNameLst>
                                          <p:attrName>style.visibility</p:attrName>
                                        </p:attrNameLst>
                                      </p:cBhvr>
                                      <p:to>
                                        <p:strVal val="visible"/>
                                      </p:to>
                                    </p:set>
                                    <p:anim calcmode="lin" valueType="num">
                                      <p:cBhvr>
                                        <p:cTn id="37" dur="5000" fill="hold"/>
                                        <p:tgtEl>
                                          <p:spTgt spid="126"/>
                                        </p:tgtEl>
                                        <p:attrNameLst>
                                          <p:attrName>ppt_w</p:attrName>
                                        </p:attrNameLst>
                                      </p:cBhvr>
                                      <p:tavLst>
                                        <p:tav tm="0" fmla="#ppt_w*sin(2.5*pi*$)">
                                          <p:val>
                                            <p:fltVal val="0"/>
                                          </p:val>
                                        </p:tav>
                                        <p:tav tm="100000">
                                          <p:val>
                                            <p:fltVal val="1"/>
                                          </p:val>
                                        </p:tav>
                                      </p:tavLst>
                                    </p:anim>
                                    <p:anim calcmode="lin" valueType="num">
                                      <p:cBhvr>
                                        <p:cTn id="38" dur="5000" fill="hold"/>
                                        <p:tgtEl>
                                          <p:spTgt spid="126"/>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9" presetClass="entr" presetSubtype="10" fill="hold" grpId="0" nodeType="clickEffect">
                                  <p:stCondLst>
                                    <p:cond delay="0"/>
                                  </p:stCondLst>
                                  <p:childTnLst>
                                    <p:set>
                                      <p:cBhvr>
                                        <p:cTn id="42" dur="1" fill="hold">
                                          <p:stCondLst>
                                            <p:cond delay="0"/>
                                          </p:stCondLst>
                                        </p:cTn>
                                        <p:tgtEl>
                                          <p:spTgt spid="127"/>
                                        </p:tgtEl>
                                        <p:attrNameLst>
                                          <p:attrName>style.visibility</p:attrName>
                                        </p:attrNameLst>
                                      </p:cBhvr>
                                      <p:to>
                                        <p:strVal val="visible"/>
                                      </p:to>
                                    </p:set>
                                    <p:anim calcmode="lin" valueType="num">
                                      <p:cBhvr>
                                        <p:cTn id="43" dur="5000" fill="hold"/>
                                        <p:tgtEl>
                                          <p:spTgt spid="127"/>
                                        </p:tgtEl>
                                        <p:attrNameLst>
                                          <p:attrName>ppt_w</p:attrName>
                                        </p:attrNameLst>
                                      </p:cBhvr>
                                      <p:tavLst>
                                        <p:tav tm="0" fmla="#ppt_w*sin(2.5*pi*$)">
                                          <p:val>
                                            <p:fltVal val="0"/>
                                          </p:val>
                                        </p:tav>
                                        <p:tav tm="100000">
                                          <p:val>
                                            <p:fltVal val="1"/>
                                          </p:val>
                                        </p:tav>
                                      </p:tavLst>
                                    </p:anim>
                                    <p:anim calcmode="lin" valueType="num">
                                      <p:cBhvr>
                                        <p:cTn id="44" dur="5000" fill="hold"/>
                                        <p:tgtEl>
                                          <p:spTgt spid="127"/>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9" presetClass="entr" presetSubtype="10" fill="hold" grpId="0" nodeType="clickEffect">
                                  <p:stCondLst>
                                    <p:cond delay="0"/>
                                  </p:stCondLst>
                                  <p:childTnLst>
                                    <p:set>
                                      <p:cBhvr>
                                        <p:cTn id="48" dur="1" fill="hold">
                                          <p:stCondLst>
                                            <p:cond delay="0"/>
                                          </p:stCondLst>
                                        </p:cTn>
                                        <p:tgtEl>
                                          <p:spTgt spid="128"/>
                                        </p:tgtEl>
                                        <p:attrNameLst>
                                          <p:attrName>style.visibility</p:attrName>
                                        </p:attrNameLst>
                                      </p:cBhvr>
                                      <p:to>
                                        <p:strVal val="visible"/>
                                      </p:to>
                                    </p:set>
                                    <p:anim calcmode="lin" valueType="num">
                                      <p:cBhvr>
                                        <p:cTn id="49" dur="5000" fill="hold"/>
                                        <p:tgtEl>
                                          <p:spTgt spid="128"/>
                                        </p:tgtEl>
                                        <p:attrNameLst>
                                          <p:attrName>ppt_w</p:attrName>
                                        </p:attrNameLst>
                                      </p:cBhvr>
                                      <p:tavLst>
                                        <p:tav tm="0" fmla="#ppt_w*sin(2.5*pi*$)">
                                          <p:val>
                                            <p:fltVal val="0"/>
                                          </p:val>
                                        </p:tav>
                                        <p:tav tm="100000">
                                          <p:val>
                                            <p:fltVal val="1"/>
                                          </p:val>
                                        </p:tav>
                                      </p:tavLst>
                                    </p:anim>
                                    <p:anim calcmode="lin" valueType="num">
                                      <p:cBhvr>
                                        <p:cTn id="50" dur="5000" fill="hold"/>
                                        <p:tgtEl>
                                          <p:spTgt spid="128"/>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left)">
                                      <p:cBhvr>
                                        <p:cTn id="67" dur="500"/>
                                        <p:tgtEl>
                                          <p:spTgt spid="1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wipe(down)">
                                      <p:cBhvr>
                                        <p:cTn id="72" dur="500"/>
                                        <p:tgtEl>
                                          <p:spTgt spid="11"/>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216094"/>
                                        </p:tgtEl>
                                        <p:attrNameLst>
                                          <p:attrName>style.visibility</p:attrName>
                                        </p:attrNameLst>
                                      </p:cBhvr>
                                      <p:to>
                                        <p:strVal val="visible"/>
                                      </p:to>
                                    </p:set>
                                    <p:anim calcmode="lin" valueType="num">
                                      <p:cBhvr additive="base">
                                        <p:cTn id="77" dur="500" fill="hold"/>
                                        <p:tgtEl>
                                          <p:spTgt spid="216094"/>
                                        </p:tgtEl>
                                        <p:attrNameLst>
                                          <p:attrName>ppt_x</p:attrName>
                                        </p:attrNameLst>
                                      </p:cBhvr>
                                      <p:tavLst>
                                        <p:tav tm="0">
                                          <p:val>
                                            <p:strVal val="#ppt_x"/>
                                          </p:val>
                                        </p:tav>
                                        <p:tav tm="100000">
                                          <p:val>
                                            <p:strVal val="#ppt_x"/>
                                          </p:val>
                                        </p:tav>
                                      </p:tavLst>
                                    </p:anim>
                                    <p:anim calcmode="lin" valueType="num">
                                      <p:cBhvr additive="base">
                                        <p:cTn id="78" dur="500" fill="hold"/>
                                        <p:tgtEl>
                                          <p:spTgt spid="216094"/>
                                        </p:tgtEl>
                                        <p:attrNameLst>
                                          <p:attrName>ppt_y</p:attrName>
                                        </p:attrNameLst>
                                      </p:cBhvr>
                                      <p:tavLst>
                                        <p:tav tm="0">
                                          <p:val>
                                            <p:strVal val="1+#ppt_h/2"/>
                                          </p:val>
                                        </p:tav>
                                        <p:tav tm="100000">
                                          <p:val>
                                            <p:strVal val="#ppt_y"/>
                                          </p:val>
                                        </p:tav>
                                      </p:tavLst>
                                    </p:anim>
                                  </p:childTnLst>
                                </p:cTn>
                              </p:par>
                            </p:childTnLst>
                          </p:cTn>
                        </p:par>
                        <p:par>
                          <p:cTn id="79" fill="hold">
                            <p:stCondLst>
                              <p:cond delay="500"/>
                            </p:stCondLst>
                            <p:childTnLst>
                              <p:par>
                                <p:cTn id="80" presetID="2" presetClass="entr" presetSubtype="4" fill="hold" grpId="0" nodeType="afterEffect">
                                  <p:stCondLst>
                                    <p:cond delay="0"/>
                                  </p:stCondLst>
                                  <p:childTnLst>
                                    <p:set>
                                      <p:cBhvr>
                                        <p:cTn id="81" dur="1" fill="hold">
                                          <p:stCondLst>
                                            <p:cond delay="0"/>
                                          </p:stCondLst>
                                        </p:cTn>
                                        <p:tgtEl>
                                          <p:spTgt spid="216095"/>
                                        </p:tgtEl>
                                        <p:attrNameLst>
                                          <p:attrName>style.visibility</p:attrName>
                                        </p:attrNameLst>
                                      </p:cBhvr>
                                      <p:to>
                                        <p:strVal val="visible"/>
                                      </p:to>
                                    </p:set>
                                    <p:anim calcmode="lin" valueType="num">
                                      <p:cBhvr additive="base">
                                        <p:cTn id="82" dur="500" fill="hold"/>
                                        <p:tgtEl>
                                          <p:spTgt spid="216095"/>
                                        </p:tgtEl>
                                        <p:attrNameLst>
                                          <p:attrName>ppt_x</p:attrName>
                                        </p:attrNameLst>
                                      </p:cBhvr>
                                      <p:tavLst>
                                        <p:tav tm="0">
                                          <p:val>
                                            <p:strVal val="#ppt_x"/>
                                          </p:val>
                                        </p:tav>
                                        <p:tav tm="100000">
                                          <p:val>
                                            <p:strVal val="#ppt_x"/>
                                          </p:val>
                                        </p:tav>
                                      </p:tavLst>
                                    </p:anim>
                                    <p:anim calcmode="lin" valueType="num">
                                      <p:cBhvr additive="base">
                                        <p:cTn id="83" dur="500" fill="hold"/>
                                        <p:tgtEl>
                                          <p:spTgt spid="2160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94" grpId="0" animBg="1"/>
      <p:bldP spid="216095" grpId="0" animBg="1"/>
      <p:bldP spid="126" grpId="0" autoUpdateAnimBg="0"/>
      <p:bldP spid="127" grpId="0" autoUpdateAnimBg="0"/>
      <p:bldP spid="128"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2671763" y="393701"/>
            <a:ext cx="5695950" cy="684213"/>
          </a:xfrm>
          <a:solidFill>
            <a:srgbClr val="FFFFFF"/>
          </a:solidFill>
        </p:spPr>
        <p:txBody>
          <a:bodyPr/>
          <a:lstStyle/>
          <a:p>
            <a:pPr>
              <a:defRPr/>
            </a:pPr>
            <a:r>
              <a:rPr lang="zh-CN" altLang="en-US" sz="3600" b="1" dirty="0">
                <a:effectLst>
                  <a:outerShdw blurRad="38100" dist="38100" dir="2700000" algn="tl">
                    <a:srgbClr val="000000">
                      <a:alpha val="43137"/>
                    </a:srgbClr>
                  </a:outerShdw>
                </a:effectLst>
              </a:rPr>
              <a:t>利用布尔运算创建实体</a:t>
            </a:r>
          </a:p>
        </p:txBody>
      </p:sp>
      <p:sp>
        <p:nvSpPr>
          <p:cNvPr id="50179" name="Rectangle 4"/>
          <p:cNvSpPr>
            <a:spLocks noChangeArrowheads="1"/>
          </p:cNvSpPr>
          <p:nvPr/>
        </p:nvSpPr>
        <p:spPr bwMode="auto">
          <a:xfrm>
            <a:off x="1970088" y="1603375"/>
            <a:ext cx="4248150" cy="503238"/>
          </a:xfrm>
          <a:prstGeom prst="rect">
            <a:avLst/>
          </a:prstGeom>
          <a:solidFill>
            <a:srgbClr val="CCFFFF"/>
          </a:solidFill>
          <a:ln w="9525" algn="ctr">
            <a:noFill/>
            <a:miter lim="800000"/>
            <a:headEnd/>
            <a:tailEnd/>
          </a:ln>
        </p:spPr>
        <p:txBody>
          <a:bodyPr wrap="none" anchor="ctr"/>
          <a:lstStyle/>
          <a:p>
            <a:pPr eaLnBrk="1" hangingPunct="1"/>
            <a:r>
              <a:rPr lang="zh-CN" altLang="en-US" sz="3200"/>
              <a:t>利用剖切命令创建立体</a:t>
            </a:r>
            <a:r>
              <a:rPr lang="zh-CN" altLang="en-US"/>
              <a:t> </a:t>
            </a:r>
          </a:p>
        </p:txBody>
      </p:sp>
      <p:pic>
        <p:nvPicPr>
          <p:cNvPr id="137221" name="Picture 5" descr="14-87a"/>
          <p:cNvPicPr>
            <a:picLocks noChangeAspect="1" noChangeArrowheads="1"/>
          </p:cNvPicPr>
          <p:nvPr/>
        </p:nvPicPr>
        <p:blipFill>
          <a:blip r:embed="rId2"/>
          <a:srcRect/>
          <a:stretch>
            <a:fillRect/>
          </a:stretch>
        </p:blipFill>
        <p:spPr bwMode="auto">
          <a:xfrm>
            <a:off x="2006601" y="2470151"/>
            <a:ext cx="1787525" cy="1806575"/>
          </a:xfrm>
          <a:prstGeom prst="rect">
            <a:avLst/>
          </a:prstGeom>
          <a:noFill/>
          <a:ln w="9525">
            <a:noFill/>
            <a:miter lim="800000"/>
            <a:headEnd/>
            <a:tailEnd/>
          </a:ln>
        </p:spPr>
      </p:pic>
      <p:pic>
        <p:nvPicPr>
          <p:cNvPr id="137222" name="Picture 6" descr="14-87c"/>
          <p:cNvPicPr>
            <a:picLocks noChangeAspect="1" noChangeArrowheads="1"/>
          </p:cNvPicPr>
          <p:nvPr/>
        </p:nvPicPr>
        <p:blipFill>
          <a:blip r:embed="rId3"/>
          <a:srcRect/>
          <a:stretch>
            <a:fillRect/>
          </a:stretch>
        </p:blipFill>
        <p:spPr bwMode="auto">
          <a:xfrm>
            <a:off x="4159250" y="2581276"/>
            <a:ext cx="1930400" cy="1831975"/>
          </a:xfrm>
          <a:prstGeom prst="rect">
            <a:avLst/>
          </a:prstGeom>
          <a:noFill/>
          <a:ln w="9525">
            <a:noFill/>
            <a:miter lim="800000"/>
            <a:headEnd/>
            <a:tailEnd/>
          </a:ln>
        </p:spPr>
      </p:pic>
      <p:sp>
        <p:nvSpPr>
          <p:cNvPr id="137223" name="Rectangle 7"/>
          <p:cNvSpPr>
            <a:spLocks noChangeArrowheads="1"/>
          </p:cNvSpPr>
          <p:nvPr/>
        </p:nvSpPr>
        <p:spPr bwMode="auto">
          <a:xfrm>
            <a:off x="1970088" y="1603375"/>
            <a:ext cx="4248150" cy="503238"/>
          </a:xfrm>
          <a:prstGeom prst="rect">
            <a:avLst/>
          </a:prstGeom>
          <a:solidFill>
            <a:srgbClr val="CCFFFF"/>
          </a:solidFill>
          <a:ln w="9525" algn="ctr">
            <a:noFill/>
            <a:miter lim="800000"/>
            <a:headEnd/>
            <a:tailEnd/>
          </a:ln>
        </p:spPr>
        <p:txBody>
          <a:bodyPr wrap="none" anchor="ctr"/>
          <a:lstStyle/>
          <a:p>
            <a:pPr eaLnBrk="1" hangingPunct="1"/>
            <a:r>
              <a:rPr lang="zh-CN" altLang="en-US"/>
              <a:t> </a:t>
            </a:r>
            <a:r>
              <a:rPr lang="zh-CN" altLang="en-US" sz="3200"/>
              <a:t>用并集构建复合体</a:t>
            </a:r>
            <a:r>
              <a:rPr lang="zh-CN" altLang="en-US"/>
              <a:t> </a:t>
            </a:r>
          </a:p>
        </p:txBody>
      </p:sp>
      <p:pic>
        <p:nvPicPr>
          <p:cNvPr id="137224" name="Picture 8" descr="14-88"/>
          <p:cNvPicPr>
            <a:picLocks noChangeAspect="1" noChangeArrowheads="1"/>
          </p:cNvPicPr>
          <p:nvPr/>
        </p:nvPicPr>
        <p:blipFill>
          <a:blip r:embed="rId4"/>
          <a:srcRect/>
          <a:stretch>
            <a:fillRect/>
          </a:stretch>
        </p:blipFill>
        <p:spPr bwMode="auto">
          <a:xfrm>
            <a:off x="6242050" y="2178050"/>
            <a:ext cx="1930400" cy="2039938"/>
          </a:xfrm>
          <a:prstGeom prst="rect">
            <a:avLst/>
          </a:prstGeom>
          <a:noFill/>
          <a:ln w="9525">
            <a:noFill/>
            <a:miter lim="800000"/>
            <a:headEnd/>
            <a:tailEnd/>
          </a:ln>
        </p:spPr>
      </p:pic>
      <p:pic>
        <p:nvPicPr>
          <p:cNvPr id="137225" name="Picture 9" descr="14-88c"/>
          <p:cNvPicPr>
            <a:picLocks noChangeAspect="1" noChangeArrowheads="1"/>
          </p:cNvPicPr>
          <p:nvPr/>
        </p:nvPicPr>
        <p:blipFill>
          <a:blip r:embed="rId5"/>
          <a:srcRect/>
          <a:stretch>
            <a:fillRect/>
          </a:stretch>
        </p:blipFill>
        <p:spPr bwMode="auto">
          <a:xfrm>
            <a:off x="8325149" y="2085779"/>
            <a:ext cx="1983320" cy="2046016"/>
          </a:xfrm>
          <a:prstGeom prst="rect">
            <a:avLst/>
          </a:prstGeom>
          <a:noFill/>
          <a:ln>
            <a:noFill/>
          </a:ln>
          <a:effectLst>
            <a:softEdge rad="0"/>
          </a:effectLst>
        </p:spPr>
      </p:pic>
      <p:sp>
        <p:nvSpPr>
          <p:cNvPr id="137226" name="Rectangle 10"/>
          <p:cNvSpPr>
            <a:spLocks noChangeArrowheads="1"/>
          </p:cNvSpPr>
          <p:nvPr/>
        </p:nvSpPr>
        <p:spPr bwMode="auto">
          <a:xfrm>
            <a:off x="1957388" y="1603375"/>
            <a:ext cx="4248150" cy="503238"/>
          </a:xfrm>
          <a:prstGeom prst="rect">
            <a:avLst/>
          </a:prstGeom>
          <a:solidFill>
            <a:srgbClr val="CCFFFF"/>
          </a:solidFill>
          <a:ln w="9525" algn="ctr">
            <a:noFill/>
            <a:miter lim="800000"/>
            <a:headEnd/>
            <a:tailEnd/>
          </a:ln>
        </p:spPr>
        <p:txBody>
          <a:bodyPr wrap="none" anchor="ctr"/>
          <a:lstStyle/>
          <a:p>
            <a:pPr eaLnBrk="1" hangingPunct="1"/>
            <a:r>
              <a:rPr lang="zh-CN" altLang="en-US" sz="3200"/>
              <a:t>用差集构建复合体</a:t>
            </a:r>
            <a:r>
              <a:rPr lang="zh-CN" altLang="en-US"/>
              <a:t> </a:t>
            </a:r>
          </a:p>
        </p:txBody>
      </p:sp>
      <p:pic>
        <p:nvPicPr>
          <p:cNvPr id="137227" name="Picture 11" descr="14-89a"/>
          <p:cNvPicPr>
            <a:picLocks noChangeAspect="1" noChangeArrowheads="1"/>
          </p:cNvPicPr>
          <p:nvPr/>
        </p:nvPicPr>
        <p:blipFill>
          <a:blip r:embed="rId6"/>
          <a:srcRect/>
          <a:stretch>
            <a:fillRect/>
          </a:stretch>
        </p:blipFill>
        <p:spPr bwMode="auto">
          <a:xfrm>
            <a:off x="6251575" y="4784725"/>
            <a:ext cx="1716088" cy="1917700"/>
          </a:xfrm>
          <a:prstGeom prst="rect">
            <a:avLst/>
          </a:prstGeom>
          <a:noFill/>
          <a:ln w="9525">
            <a:noFill/>
            <a:miter lim="800000"/>
            <a:headEnd/>
            <a:tailEnd/>
          </a:ln>
        </p:spPr>
      </p:pic>
      <p:pic>
        <p:nvPicPr>
          <p:cNvPr id="137228" name="Picture 12" descr="14-89c"/>
          <p:cNvPicPr>
            <a:picLocks noChangeAspect="1" noChangeArrowheads="1"/>
          </p:cNvPicPr>
          <p:nvPr/>
        </p:nvPicPr>
        <p:blipFill>
          <a:blip r:embed="rId7"/>
          <a:srcRect/>
          <a:stretch>
            <a:fillRect/>
          </a:stretch>
        </p:blipFill>
        <p:spPr bwMode="auto">
          <a:xfrm>
            <a:off x="8172451" y="4627564"/>
            <a:ext cx="2136775" cy="2230437"/>
          </a:xfrm>
          <a:prstGeom prst="rect">
            <a:avLst/>
          </a:prstGeom>
          <a:noFill/>
          <a:ln w="9525">
            <a:noFill/>
            <a:miter lim="800000"/>
            <a:headEnd/>
            <a:tailEnd/>
          </a:ln>
        </p:spPr>
      </p:pic>
      <p:sp>
        <p:nvSpPr>
          <p:cNvPr id="137229" name="Rectangle 13"/>
          <p:cNvSpPr>
            <a:spLocks noChangeArrowheads="1"/>
          </p:cNvSpPr>
          <p:nvPr/>
        </p:nvSpPr>
        <p:spPr bwMode="auto">
          <a:xfrm>
            <a:off x="2006600" y="1603375"/>
            <a:ext cx="4248150" cy="503238"/>
          </a:xfrm>
          <a:prstGeom prst="rect">
            <a:avLst/>
          </a:prstGeom>
          <a:solidFill>
            <a:srgbClr val="CCFFFF"/>
          </a:solidFill>
          <a:ln w="9525" algn="ctr">
            <a:noFill/>
            <a:miter lim="800000"/>
            <a:headEnd/>
            <a:tailEnd/>
          </a:ln>
        </p:spPr>
        <p:txBody>
          <a:bodyPr wrap="none" anchor="ctr"/>
          <a:lstStyle/>
          <a:p>
            <a:pPr eaLnBrk="1" hangingPunct="1"/>
            <a:r>
              <a:rPr lang="zh-CN" altLang="en-US" sz="3200" dirty="0"/>
              <a:t>用交集构建复合体</a:t>
            </a:r>
            <a:r>
              <a:rPr lang="zh-CN" altLang="en-US" dirty="0"/>
              <a:t> </a:t>
            </a:r>
          </a:p>
        </p:txBody>
      </p:sp>
      <p:pic>
        <p:nvPicPr>
          <p:cNvPr id="137230" name="Picture 14" descr="14-90a"/>
          <p:cNvPicPr>
            <a:picLocks noChangeAspect="1" noChangeArrowheads="1"/>
          </p:cNvPicPr>
          <p:nvPr/>
        </p:nvPicPr>
        <p:blipFill>
          <a:blip r:embed="rId8"/>
          <a:srcRect/>
          <a:stretch>
            <a:fillRect/>
          </a:stretch>
        </p:blipFill>
        <p:spPr bwMode="auto">
          <a:xfrm>
            <a:off x="1947863" y="4641851"/>
            <a:ext cx="2112962" cy="2068513"/>
          </a:xfrm>
          <a:prstGeom prst="rect">
            <a:avLst/>
          </a:prstGeom>
          <a:noFill/>
          <a:ln w="9525">
            <a:noFill/>
            <a:miter lim="800000"/>
            <a:headEnd/>
            <a:tailEnd/>
          </a:ln>
        </p:spPr>
      </p:pic>
      <p:pic>
        <p:nvPicPr>
          <p:cNvPr id="137231" name="Picture 15" descr="14-90c"/>
          <p:cNvPicPr>
            <a:picLocks noChangeAspect="1" noChangeArrowheads="1"/>
          </p:cNvPicPr>
          <p:nvPr/>
        </p:nvPicPr>
        <p:blipFill>
          <a:blip r:embed="rId9"/>
          <a:srcRect/>
          <a:stretch>
            <a:fillRect/>
          </a:stretch>
        </p:blipFill>
        <p:spPr bwMode="auto">
          <a:xfrm>
            <a:off x="4189413" y="4824413"/>
            <a:ext cx="1790700" cy="19621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7221"/>
                                        </p:tgtEl>
                                        <p:attrNameLst>
                                          <p:attrName>style.visibility</p:attrName>
                                        </p:attrNameLst>
                                      </p:cBhvr>
                                      <p:to>
                                        <p:strVal val="visible"/>
                                      </p:to>
                                    </p:set>
                                    <p:animEffect transition="in" filter="wipe(up)">
                                      <p:cBhvr>
                                        <p:cTn id="7" dur="500"/>
                                        <p:tgtEl>
                                          <p:spTgt spid="1372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37222"/>
                                        </p:tgtEl>
                                        <p:attrNameLst>
                                          <p:attrName>style.visibility</p:attrName>
                                        </p:attrNameLst>
                                      </p:cBhvr>
                                      <p:to>
                                        <p:strVal val="visible"/>
                                      </p:to>
                                    </p:set>
                                    <p:animEffect transition="in" filter="box(out)">
                                      <p:cBhvr>
                                        <p:cTn id="12" dur="500"/>
                                        <p:tgtEl>
                                          <p:spTgt spid="1372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7223"/>
                                        </p:tgtEl>
                                        <p:attrNameLst>
                                          <p:attrName>style.visibility</p:attrName>
                                        </p:attrNameLst>
                                      </p:cBhvr>
                                      <p:to>
                                        <p:strVal val="visible"/>
                                      </p:to>
                                    </p:set>
                                    <p:animEffect transition="in" filter="wipe(left)">
                                      <p:cBhvr>
                                        <p:cTn id="17" dur="500"/>
                                        <p:tgtEl>
                                          <p:spTgt spid="1372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37224"/>
                                        </p:tgtEl>
                                        <p:attrNameLst>
                                          <p:attrName>style.visibility</p:attrName>
                                        </p:attrNameLst>
                                      </p:cBhvr>
                                      <p:to>
                                        <p:strVal val="visible"/>
                                      </p:to>
                                    </p:set>
                                    <p:animEffect transition="in" filter="box(in)">
                                      <p:cBhvr>
                                        <p:cTn id="22" dur="500"/>
                                        <p:tgtEl>
                                          <p:spTgt spid="1372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37225"/>
                                        </p:tgtEl>
                                        <p:attrNameLst>
                                          <p:attrName>style.visibility</p:attrName>
                                        </p:attrNameLst>
                                      </p:cBhvr>
                                      <p:to>
                                        <p:strVal val="visible"/>
                                      </p:to>
                                    </p:set>
                                    <p:animEffect transition="in" filter="box(in)">
                                      <p:cBhvr>
                                        <p:cTn id="27" dur="500"/>
                                        <p:tgtEl>
                                          <p:spTgt spid="1372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7226">
                                            <p:bg/>
                                          </p:spTgt>
                                        </p:tgtEl>
                                        <p:attrNameLst>
                                          <p:attrName>style.visibility</p:attrName>
                                        </p:attrNameLst>
                                      </p:cBhvr>
                                      <p:to>
                                        <p:strVal val="visible"/>
                                      </p:to>
                                    </p:set>
                                    <p:animEffect transition="in" filter="wipe(left)">
                                      <p:cBhvr>
                                        <p:cTn id="32" dur="500"/>
                                        <p:tgtEl>
                                          <p:spTgt spid="137226">
                                            <p:bg/>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37226">
                                            <p:txEl>
                                              <p:pRg st="0" end="0"/>
                                            </p:txEl>
                                          </p:spTgt>
                                        </p:tgtEl>
                                        <p:attrNameLst>
                                          <p:attrName>style.visibility</p:attrName>
                                        </p:attrNameLst>
                                      </p:cBhvr>
                                      <p:to>
                                        <p:strVal val="visible"/>
                                      </p:to>
                                    </p:set>
                                    <p:animEffect transition="in" filter="wipe(left)">
                                      <p:cBhvr>
                                        <p:cTn id="35" dur="500"/>
                                        <p:tgtEl>
                                          <p:spTgt spid="137226">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37226">
                                            <p:txEl>
                                              <p:pRg st="0" end="0"/>
                                            </p:txEl>
                                          </p:spTgt>
                                        </p:tgtEl>
                                        <p:attrNameLst>
                                          <p:attrName>style.visibility</p:attrName>
                                        </p:attrNameLst>
                                      </p:cBhvr>
                                      <p:to>
                                        <p:strVal val="visible"/>
                                      </p:to>
                                    </p:set>
                                    <p:animEffect transition="in" filter="wipe(left)">
                                      <p:cBhvr>
                                        <p:cTn id="40" dur="1000"/>
                                        <p:tgtEl>
                                          <p:spTgt spid="137226">
                                            <p:txEl>
                                              <p:pRg st="0" end="0"/>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2" fill="hold" nodeType="clickEffect">
                                  <p:stCondLst>
                                    <p:cond delay="0"/>
                                  </p:stCondLst>
                                  <p:childTnLst>
                                    <p:set>
                                      <p:cBhvr>
                                        <p:cTn id="44" dur="1" fill="hold">
                                          <p:stCondLst>
                                            <p:cond delay="0"/>
                                          </p:stCondLst>
                                        </p:cTn>
                                        <p:tgtEl>
                                          <p:spTgt spid="137227"/>
                                        </p:tgtEl>
                                        <p:attrNameLst>
                                          <p:attrName>style.visibility</p:attrName>
                                        </p:attrNameLst>
                                      </p:cBhvr>
                                      <p:to>
                                        <p:strVal val="visible"/>
                                      </p:to>
                                    </p:set>
                                    <p:animEffect transition="in" filter="wipe(right)">
                                      <p:cBhvr>
                                        <p:cTn id="45" dur="500"/>
                                        <p:tgtEl>
                                          <p:spTgt spid="13722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nodeType="clickEffect">
                                  <p:stCondLst>
                                    <p:cond delay="0"/>
                                  </p:stCondLst>
                                  <p:childTnLst>
                                    <p:set>
                                      <p:cBhvr>
                                        <p:cTn id="49" dur="1" fill="hold">
                                          <p:stCondLst>
                                            <p:cond delay="0"/>
                                          </p:stCondLst>
                                        </p:cTn>
                                        <p:tgtEl>
                                          <p:spTgt spid="137228"/>
                                        </p:tgtEl>
                                        <p:attrNameLst>
                                          <p:attrName>style.visibility</p:attrName>
                                        </p:attrNameLst>
                                      </p:cBhvr>
                                      <p:to>
                                        <p:strVal val="visible"/>
                                      </p:to>
                                    </p:set>
                                    <p:animEffect transition="in" filter="box(in)">
                                      <p:cBhvr>
                                        <p:cTn id="50" dur="500"/>
                                        <p:tgtEl>
                                          <p:spTgt spid="13722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37229">
                                            <p:bg/>
                                          </p:spTgt>
                                        </p:tgtEl>
                                        <p:attrNameLst>
                                          <p:attrName>style.visibility</p:attrName>
                                        </p:attrNameLst>
                                      </p:cBhvr>
                                      <p:to>
                                        <p:strVal val="visible"/>
                                      </p:to>
                                    </p:set>
                                    <p:animEffect transition="in" filter="wipe(left)">
                                      <p:cBhvr>
                                        <p:cTn id="55" dur="500"/>
                                        <p:tgtEl>
                                          <p:spTgt spid="137229">
                                            <p:bg/>
                                          </p:spTgt>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37229">
                                            <p:txEl>
                                              <p:pRg st="0" end="0"/>
                                            </p:txEl>
                                          </p:spTgt>
                                        </p:tgtEl>
                                        <p:attrNameLst>
                                          <p:attrName>style.visibility</p:attrName>
                                        </p:attrNameLst>
                                      </p:cBhvr>
                                      <p:to>
                                        <p:strVal val="visible"/>
                                      </p:to>
                                    </p:set>
                                    <p:animEffect transition="in" filter="wipe(left)">
                                      <p:cBhvr>
                                        <p:cTn id="58" dur="500"/>
                                        <p:tgtEl>
                                          <p:spTgt spid="137229">
                                            <p:txEl>
                                              <p:pRg st="0" end="0"/>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37229">
                                            <p:txEl>
                                              <p:pRg st="0" end="0"/>
                                            </p:txEl>
                                          </p:spTgt>
                                        </p:tgtEl>
                                        <p:attrNameLst>
                                          <p:attrName>style.visibility</p:attrName>
                                        </p:attrNameLst>
                                      </p:cBhvr>
                                      <p:to>
                                        <p:strVal val="visible"/>
                                      </p:to>
                                    </p:set>
                                    <p:animEffect transition="in" filter="wipe(left)">
                                      <p:cBhvr>
                                        <p:cTn id="63" dur="1000"/>
                                        <p:tgtEl>
                                          <p:spTgt spid="137229">
                                            <p:txEl>
                                              <p:pRg st="0" end="0"/>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nodeType="clickEffect">
                                  <p:stCondLst>
                                    <p:cond delay="0"/>
                                  </p:stCondLst>
                                  <p:childTnLst>
                                    <p:set>
                                      <p:cBhvr>
                                        <p:cTn id="67" dur="1" fill="hold">
                                          <p:stCondLst>
                                            <p:cond delay="0"/>
                                          </p:stCondLst>
                                        </p:cTn>
                                        <p:tgtEl>
                                          <p:spTgt spid="137230"/>
                                        </p:tgtEl>
                                        <p:attrNameLst>
                                          <p:attrName>style.visibility</p:attrName>
                                        </p:attrNameLst>
                                      </p:cBhvr>
                                      <p:to>
                                        <p:strVal val="visible"/>
                                      </p:to>
                                    </p:set>
                                    <p:animEffect transition="in" filter="wipe(down)">
                                      <p:cBhvr>
                                        <p:cTn id="68" dur="500"/>
                                        <p:tgtEl>
                                          <p:spTgt spid="137230"/>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4" presetClass="entr" presetSubtype="16" fill="hold" nodeType="clickEffect">
                                  <p:stCondLst>
                                    <p:cond delay="0"/>
                                  </p:stCondLst>
                                  <p:childTnLst>
                                    <p:set>
                                      <p:cBhvr>
                                        <p:cTn id="72" dur="1" fill="hold">
                                          <p:stCondLst>
                                            <p:cond delay="0"/>
                                          </p:stCondLst>
                                        </p:cTn>
                                        <p:tgtEl>
                                          <p:spTgt spid="137231"/>
                                        </p:tgtEl>
                                        <p:attrNameLst>
                                          <p:attrName>style.visibility</p:attrName>
                                        </p:attrNameLst>
                                      </p:cBhvr>
                                      <p:to>
                                        <p:strVal val="visible"/>
                                      </p:to>
                                    </p:set>
                                    <p:animEffect transition="in" filter="box(in)">
                                      <p:cBhvr>
                                        <p:cTn id="73" dur="500"/>
                                        <p:tgtEl>
                                          <p:spTgt spid="137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3" grpId="0" animBg="1"/>
      <p:bldP spid="137226" grpId="0" build="allAtOnce" animBg="1"/>
      <p:bldP spid="137229" grpId="0" build="allAtOnce"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图片 1"/>
          <p:cNvPicPr>
            <a:picLocks noChangeAspect="1"/>
          </p:cNvPicPr>
          <p:nvPr/>
        </p:nvPicPr>
        <p:blipFill>
          <a:blip r:embed="rId2"/>
          <a:srcRect/>
          <a:stretch>
            <a:fillRect/>
          </a:stretch>
        </p:blipFill>
        <p:spPr bwMode="auto">
          <a:xfrm>
            <a:off x="1524001" y="1450976"/>
            <a:ext cx="9001125" cy="5407025"/>
          </a:xfrm>
          <a:prstGeom prst="rect">
            <a:avLst/>
          </a:prstGeom>
          <a:noFill/>
          <a:ln w="9525">
            <a:noFill/>
            <a:miter lim="800000"/>
            <a:headEnd/>
            <a:tailEnd/>
          </a:ln>
        </p:spPr>
      </p:pic>
      <p:sp>
        <p:nvSpPr>
          <p:cNvPr id="4" name="Text Box 2"/>
          <p:cNvSpPr txBox="1">
            <a:spLocks noChangeArrowheads="1"/>
          </p:cNvSpPr>
          <p:nvPr/>
        </p:nvSpPr>
        <p:spPr bwMode="auto">
          <a:xfrm>
            <a:off x="3611564" y="256889"/>
            <a:ext cx="4649787" cy="584775"/>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38100">
            <a:solidFill>
              <a:schemeClr val="bg1"/>
            </a:solidFill>
            <a:miter lim="800000"/>
            <a:headEnd/>
            <a:tailEnd/>
          </a:ln>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defRPr/>
            </a:pPr>
            <a:r>
              <a:rPr lang="zh-CN" altLang="en-US" b="1" dirty="0">
                <a:effectLst>
                  <a:outerShdw blurRad="38100" dist="38100" dir="2700000" algn="tl">
                    <a:srgbClr val="000000">
                      <a:alpha val="43137"/>
                    </a:srgbClr>
                  </a:outerShdw>
                </a:effectLst>
                <a:latin typeface="Arial" panose="020B0604020202020204" pitchFamily="34" charset="0"/>
              </a:rPr>
              <a:t>相贯投影 总 结</a:t>
            </a:r>
            <a:r>
              <a:rPr lang="zh-CN" altLang="en-US" b="1" dirty="0">
                <a:solidFill>
                  <a:srgbClr val="FF3300"/>
                </a:solidFill>
                <a:effectLst>
                  <a:outerShdw blurRad="38100" dist="38100" dir="2700000" algn="tl">
                    <a:srgbClr val="000000">
                      <a:alpha val="43137"/>
                    </a:srgbClr>
                  </a:outerShdw>
                </a:effectLst>
                <a:latin typeface="Arial" panose="020B0604020202020204" pitchFamily="34" charset="0"/>
              </a:rPr>
              <a:t> </a:t>
            </a:r>
            <a:endParaRPr lang="zh-CN" altLang="en-US" b="1" dirty="0">
              <a:solidFill>
                <a:srgbClr val="FF3300"/>
              </a:solidFill>
              <a:effectLst>
                <a:outerShdw blurRad="38100" dist="38100" dir="2700000" algn="tl">
                  <a:srgbClr val="000000">
                    <a:alpha val="43137"/>
                  </a:srgbClr>
                </a:outerShdw>
              </a:effectLst>
              <a:latin typeface="Arial" panose="020B0604020202020204" pitchFamily="34" charset="0"/>
              <a:sym typeface="Monotype Sorts" pitchFamily="2" charset="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4040326" y="475676"/>
            <a:ext cx="3877985" cy="584775"/>
          </a:xfrm>
          <a:prstGeom prst="rect">
            <a:avLst/>
          </a:prstGeom>
          <a:noFill/>
          <a:ln w="38100">
            <a:noFill/>
            <a:miter lim="800000"/>
            <a:headEnd/>
            <a:tailEnd/>
          </a:ln>
        </p:spPr>
        <p:txBody>
          <a:bodyPr wrap="none" anchor="ctr">
            <a:spAutoFit/>
          </a:bodyPr>
          <a:lstStyle/>
          <a:p>
            <a:pPr eaLnBrk="1" hangingPunct="1"/>
            <a:r>
              <a:rPr lang="zh-CN" altLang="en-US" sz="3200" b="1" dirty="0">
                <a:solidFill>
                  <a:srgbClr val="FF0000"/>
                </a:solidFill>
                <a:latin typeface="+mn-ea"/>
                <a:ea typeface="+mn-ea"/>
              </a:rPr>
              <a:t>平面体与圆柱体相贯</a:t>
            </a:r>
          </a:p>
        </p:txBody>
      </p:sp>
      <p:sp>
        <p:nvSpPr>
          <p:cNvPr id="169000" name="Text Box 40"/>
          <p:cNvSpPr txBox="1">
            <a:spLocks noChangeArrowheads="1"/>
          </p:cNvSpPr>
          <p:nvPr/>
        </p:nvSpPr>
        <p:spPr bwMode="auto">
          <a:xfrm>
            <a:off x="1933575" y="1533526"/>
            <a:ext cx="3030538" cy="519113"/>
          </a:xfrm>
          <a:prstGeom prst="rect">
            <a:avLst/>
          </a:prstGeom>
          <a:noFill/>
          <a:ln w="38100">
            <a:noFill/>
            <a:miter lim="800000"/>
            <a:headEnd/>
            <a:tailEnd/>
          </a:ln>
        </p:spPr>
        <p:txBody>
          <a:bodyPr wrap="none" anchor="ctr">
            <a:spAutoFit/>
          </a:bodyPr>
          <a:lstStyle/>
          <a:p>
            <a:pPr eaLnBrk="1" hangingPunct="1"/>
            <a:r>
              <a:rPr lang="en-US" altLang="zh-CN" sz="2800"/>
              <a:t>★</a:t>
            </a:r>
            <a:r>
              <a:rPr lang="zh-CN" altLang="en-US" sz="2800"/>
              <a:t>相贯线的产生：</a:t>
            </a:r>
          </a:p>
        </p:txBody>
      </p:sp>
      <p:sp>
        <p:nvSpPr>
          <p:cNvPr id="169001" name="Text Box 41"/>
          <p:cNvSpPr txBox="1">
            <a:spLocks noChangeArrowheads="1"/>
          </p:cNvSpPr>
          <p:nvPr/>
        </p:nvSpPr>
        <p:spPr bwMode="auto">
          <a:xfrm>
            <a:off x="1874838" y="3460284"/>
            <a:ext cx="3416320" cy="523220"/>
          </a:xfrm>
          <a:prstGeom prst="rect">
            <a:avLst/>
          </a:prstGeom>
          <a:noFill/>
          <a:ln w="38100">
            <a:noFill/>
            <a:miter lim="800000"/>
            <a:headEnd/>
            <a:tailEnd/>
          </a:ln>
        </p:spPr>
        <p:txBody>
          <a:bodyPr wrap="none" anchor="ctr">
            <a:spAutoFit/>
          </a:bodyPr>
          <a:lstStyle/>
          <a:p>
            <a:pPr eaLnBrk="1" hangingPunct="1"/>
            <a:r>
              <a:rPr lang="en-US" altLang="zh-CN" sz="2800"/>
              <a:t>★</a:t>
            </a:r>
            <a:r>
              <a:rPr lang="zh-CN" altLang="en-US" sz="2800"/>
              <a:t>求相贯线的方法：</a:t>
            </a:r>
          </a:p>
        </p:txBody>
      </p:sp>
      <p:sp>
        <p:nvSpPr>
          <p:cNvPr id="169002" name="Text Box 42"/>
          <p:cNvSpPr txBox="1">
            <a:spLocks noChangeArrowheads="1"/>
          </p:cNvSpPr>
          <p:nvPr/>
        </p:nvSpPr>
        <p:spPr bwMode="auto">
          <a:xfrm>
            <a:off x="1889126" y="4614397"/>
            <a:ext cx="4134465" cy="523220"/>
          </a:xfrm>
          <a:prstGeom prst="rect">
            <a:avLst/>
          </a:prstGeom>
          <a:noFill/>
          <a:ln w="38100">
            <a:noFill/>
            <a:miter lim="800000"/>
            <a:headEnd/>
            <a:tailEnd/>
          </a:ln>
        </p:spPr>
        <p:txBody>
          <a:bodyPr wrap="none" anchor="ctr">
            <a:spAutoFit/>
          </a:bodyPr>
          <a:lstStyle/>
          <a:p>
            <a:pPr eaLnBrk="1" hangingPunct="1"/>
            <a:r>
              <a:rPr lang="en-US" altLang="zh-CN" sz="2800"/>
              <a:t>★</a:t>
            </a:r>
            <a:r>
              <a:rPr lang="zh-CN" altLang="en-US" sz="2800"/>
              <a:t>相贯线的形状及投影：</a:t>
            </a:r>
          </a:p>
        </p:txBody>
      </p:sp>
      <p:sp>
        <p:nvSpPr>
          <p:cNvPr id="169003" name="Text Box 43"/>
          <p:cNvSpPr txBox="1">
            <a:spLocks noChangeArrowheads="1"/>
          </p:cNvSpPr>
          <p:nvPr/>
        </p:nvSpPr>
        <p:spPr bwMode="auto">
          <a:xfrm>
            <a:off x="1955801" y="2154238"/>
            <a:ext cx="3122613" cy="1200150"/>
          </a:xfrm>
          <a:prstGeom prst="rect">
            <a:avLst/>
          </a:prstGeom>
          <a:noFill/>
          <a:ln w="38100">
            <a:noFill/>
            <a:miter lim="800000"/>
            <a:headEnd/>
            <a:tailEnd/>
          </a:ln>
        </p:spPr>
        <p:txBody>
          <a:bodyPr anchor="ctr">
            <a:spAutoFit/>
          </a:bodyPr>
          <a:lstStyle/>
          <a:p>
            <a:pPr eaLnBrk="1" hangingPunct="1"/>
            <a:r>
              <a:rPr lang="zh-CN" altLang="en-US" sz="2400"/>
              <a:t>外表面与外表面相交外表面与内表面相交内表面与内表面相交</a:t>
            </a:r>
          </a:p>
        </p:txBody>
      </p:sp>
      <p:sp>
        <p:nvSpPr>
          <p:cNvPr id="169004" name="Text Box 44"/>
          <p:cNvSpPr txBox="1">
            <a:spLocks noChangeArrowheads="1"/>
          </p:cNvSpPr>
          <p:nvPr/>
        </p:nvSpPr>
        <p:spPr bwMode="auto">
          <a:xfrm>
            <a:off x="2135188" y="4041775"/>
            <a:ext cx="8043862" cy="522288"/>
          </a:xfrm>
          <a:prstGeom prst="rect">
            <a:avLst/>
          </a:prstGeom>
          <a:noFill/>
          <a:ln w="38100">
            <a:noFill/>
            <a:miter lim="800000"/>
            <a:headEnd/>
            <a:tailEnd/>
          </a:ln>
        </p:spPr>
        <p:txBody>
          <a:bodyPr anchor="ctr">
            <a:spAutoFit/>
          </a:bodyPr>
          <a:lstStyle/>
          <a:p>
            <a:pPr eaLnBrk="1" hangingPunct="1"/>
            <a:r>
              <a:rPr lang="zh-CN" altLang="en-US" sz="2800"/>
              <a:t>求平面体的</a:t>
            </a:r>
            <a:r>
              <a:rPr lang="zh-CN" altLang="en-US" sz="2800">
                <a:solidFill>
                  <a:srgbClr val="FF0000"/>
                </a:solidFill>
              </a:rPr>
              <a:t>棱面与圆柱面的截交线</a:t>
            </a:r>
            <a:r>
              <a:rPr lang="zh-CN" altLang="en-US"/>
              <a:t>，</a:t>
            </a:r>
            <a:r>
              <a:rPr lang="zh-CN" altLang="en-US" sz="2800"/>
              <a:t>依次连接起来。</a:t>
            </a:r>
            <a:endParaRPr lang="zh-CN" altLang="en-US"/>
          </a:p>
        </p:txBody>
      </p:sp>
      <p:sp>
        <p:nvSpPr>
          <p:cNvPr id="169005" name="Text Box 45"/>
          <p:cNvSpPr txBox="1">
            <a:spLocks noChangeArrowheads="1"/>
          </p:cNvSpPr>
          <p:nvPr/>
        </p:nvSpPr>
        <p:spPr bwMode="auto">
          <a:xfrm>
            <a:off x="2276475" y="5102225"/>
            <a:ext cx="7907338" cy="1435100"/>
          </a:xfrm>
          <a:prstGeom prst="rect">
            <a:avLst/>
          </a:prstGeom>
          <a:noFill/>
          <a:ln w="38100">
            <a:noFill/>
            <a:miter lim="800000"/>
            <a:headEnd/>
            <a:tailEnd/>
          </a:ln>
        </p:spPr>
        <p:txBody>
          <a:bodyPr anchor="ctr">
            <a:spAutoFit/>
          </a:bodyPr>
          <a:lstStyle/>
          <a:p>
            <a:pPr eaLnBrk="1" hangingPunct="1">
              <a:lnSpc>
                <a:spcPct val="105000"/>
              </a:lnSpc>
            </a:pPr>
            <a:r>
              <a:rPr lang="en-US" altLang="zh-CN" sz="2800"/>
              <a:t>    </a:t>
            </a:r>
            <a:r>
              <a:rPr lang="zh-CN" altLang="en-US" sz="2800"/>
              <a:t>相贯线为</a:t>
            </a:r>
            <a:r>
              <a:rPr lang="zh-CN" altLang="en-US" sz="2800">
                <a:solidFill>
                  <a:srgbClr val="FF0000"/>
                </a:solidFill>
              </a:rPr>
              <a:t>封闭的空间折线</a:t>
            </a:r>
            <a:r>
              <a:rPr lang="zh-CN" altLang="en-US" sz="2800"/>
              <a:t>。相贯线在非积聚性投影上总是</a:t>
            </a:r>
            <a:r>
              <a:rPr lang="zh-CN" altLang="en-US" sz="2800">
                <a:solidFill>
                  <a:srgbClr val="FF0000"/>
                </a:solidFill>
              </a:rPr>
              <a:t>向被穿的圆柱体里面弯折</a:t>
            </a:r>
            <a:r>
              <a:rPr lang="zh-CN" altLang="en-US" sz="2800"/>
              <a:t>，而且在两体</a:t>
            </a:r>
            <a:r>
              <a:rPr lang="zh-CN" altLang="en-US" sz="2800">
                <a:solidFill>
                  <a:srgbClr val="FF0000"/>
                </a:solidFill>
              </a:rPr>
              <a:t>相交区域内一般不应有圆柱体轮廓线的投影</a:t>
            </a:r>
            <a:r>
              <a:rPr lang="zh-CN" altLang="en-US" sz="2800"/>
              <a:t>。</a:t>
            </a:r>
          </a:p>
        </p:txBody>
      </p:sp>
      <p:pic>
        <p:nvPicPr>
          <p:cNvPr id="84" name="Picture 10"/>
          <p:cNvPicPr>
            <a:picLocks noChangeAspect="1" noChangeArrowheads="1"/>
          </p:cNvPicPr>
          <p:nvPr/>
        </p:nvPicPr>
        <p:blipFill>
          <a:blip r:embed="rId3"/>
          <a:srcRect l="13788" t="44212" r="62601" b="19502"/>
          <a:stretch>
            <a:fillRect/>
          </a:stretch>
        </p:blipFill>
        <p:spPr bwMode="auto">
          <a:xfrm>
            <a:off x="5087938" y="1598614"/>
            <a:ext cx="1782762" cy="2054225"/>
          </a:xfrm>
          <a:prstGeom prst="rect">
            <a:avLst/>
          </a:prstGeom>
          <a:noFill/>
          <a:ln w="28575" algn="ctr">
            <a:noFill/>
            <a:miter lim="800000"/>
            <a:headEnd/>
            <a:tailEnd/>
          </a:ln>
        </p:spPr>
      </p:pic>
      <p:pic>
        <p:nvPicPr>
          <p:cNvPr id="85" name="Picture 11"/>
          <p:cNvPicPr>
            <a:picLocks noChangeAspect="1" noChangeArrowheads="1"/>
          </p:cNvPicPr>
          <p:nvPr/>
        </p:nvPicPr>
        <p:blipFill>
          <a:blip r:embed="rId3"/>
          <a:srcRect l="39381" t="44194" r="38962" b="19502"/>
          <a:stretch>
            <a:fillRect/>
          </a:stretch>
        </p:blipFill>
        <p:spPr bwMode="auto">
          <a:xfrm>
            <a:off x="6816725" y="1598613"/>
            <a:ext cx="1817688" cy="2284412"/>
          </a:xfrm>
          <a:prstGeom prst="rect">
            <a:avLst/>
          </a:prstGeom>
          <a:noFill/>
          <a:ln w="28575" algn="ctr">
            <a:noFill/>
            <a:miter lim="800000"/>
            <a:headEnd/>
            <a:tailEnd/>
          </a:ln>
        </p:spPr>
      </p:pic>
      <p:pic>
        <p:nvPicPr>
          <p:cNvPr id="86" name="Picture 12"/>
          <p:cNvPicPr>
            <a:picLocks noChangeAspect="1" noChangeArrowheads="1"/>
          </p:cNvPicPr>
          <p:nvPr/>
        </p:nvPicPr>
        <p:blipFill>
          <a:blip r:embed="rId3"/>
          <a:srcRect l="63672" t="45544" r="12067" b="19502"/>
          <a:stretch>
            <a:fillRect/>
          </a:stretch>
        </p:blipFill>
        <p:spPr bwMode="auto">
          <a:xfrm>
            <a:off x="8616950" y="1706563"/>
            <a:ext cx="2014538" cy="2176462"/>
          </a:xfrm>
          <a:prstGeom prst="rect">
            <a:avLst/>
          </a:prstGeom>
          <a:noFill/>
          <a:ln w="28575" algn="ctr">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9000"/>
                                        </p:tgtEl>
                                        <p:attrNameLst>
                                          <p:attrName>style.visibility</p:attrName>
                                        </p:attrNameLst>
                                      </p:cBhvr>
                                      <p:to>
                                        <p:strVal val="visible"/>
                                      </p:to>
                                    </p:set>
                                    <p:anim calcmode="lin" valueType="num">
                                      <p:cBhvr additive="base">
                                        <p:cTn id="7" dur="500" fill="hold"/>
                                        <p:tgtEl>
                                          <p:spTgt spid="169000"/>
                                        </p:tgtEl>
                                        <p:attrNameLst>
                                          <p:attrName>ppt_x</p:attrName>
                                        </p:attrNameLst>
                                      </p:cBhvr>
                                      <p:tavLst>
                                        <p:tav tm="0">
                                          <p:val>
                                            <p:strVal val="0-#ppt_w/2"/>
                                          </p:val>
                                        </p:tav>
                                        <p:tav tm="100000">
                                          <p:val>
                                            <p:strVal val="#ppt_x"/>
                                          </p:val>
                                        </p:tav>
                                      </p:tavLst>
                                    </p:anim>
                                    <p:anim calcmode="lin" valueType="num">
                                      <p:cBhvr additive="base">
                                        <p:cTn id="8" dur="500" fill="hold"/>
                                        <p:tgtEl>
                                          <p:spTgt spid="16900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69003"/>
                                        </p:tgtEl>
                                        <p:attrNameLst>
                                          <p:attrName>style.visibility</p:attrName>
                                        </p:attrNameLst>
                                      </p:cBhvr>
                                      <p:to>
                                        <p:strVal val="visible"/>
                                      </p:to>
                                    </p:set>
                                    <p:animEffect transition="in" filter="strips(downRight)">
                                      <p:cBhvr>
                                        <p:cTn id="13" dur="500"/>
                                        <p:tgtEl>
                                          <p:spTgt spid="16900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84"/>
                                        </p:tgtEl>
                                        <p:attrNameLst>
                                          <p:attrName>style.visibility</p:attrName>
                                        </p:attrNameLst>
                                      </p:cBhvr>
                                      <p:to>
                                        <p:strVal val="visible"/>
                                      </p:to>
                                    </p:set>
                                    <p:animEffect transition="in" filter="wipe(up)">
                                      <p:cBhvr>
                                        <p:cTn id="18" dur="500"/>
                                        <p:tgtEl>
                                          <p:spTgt spid="84"/>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85"/>
                                        </p:tgtEl>
                                        <p:attrNameLst>
                                          <p:attrName>style.visibility</p:attrName>
                                        </p:attrNameLst>
                                      </p:cBhvr>
                                      <p:to>
                                        <p:strVal val="visible"/>
                                      </p:to>
                                    </p:set>
                                    <p:animEffect transition="in" filter="box(in)">
                                      <p:cBhvr>
                                        <p:cTn id="23" dur="500"/>
                                        <p:tgtEl>
                                          <p:spTgt spid="8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86"/>
                                        </p:tgtEl>
                                        <p:attrNameLst>
                                          <p:attrName>style.visibility</p:attrName>
                                        </p:attrNameLst>
                                      </p:cBhvr>
                                      <p:to>
                                        <p:strVal val="visible"/>
                                      </p:to>
                                    </p:set>
                                    <p:animEffect transition="in" filter="box(in)">
                                      <p:cBhvr>
                                        <p:cTn id="28" dur="500"/>
                                        <p:tgtEl>
                                          <p:spTgt spid="8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69001"/>
                                        </p:tgtEl>
                                        <p:attrNameLst>
                                          <p:attrName>style.visibility</p:attrName>
                                        </p:attrNameLst>
                                      </p:cBhvr>
                                      <p:to>
                                        <p:strVal val="visible"/>
                                      </p:to>
                                    </p:set>
                                    <p:anim calcmode="lin" valueType="num">
                                      <p:cBhvr additive="base">
                                        <p:cTn id="33" dur="500" fill="hold"/>
                                        <p:tgtEl>
                                          <p:spTgt spid="169001"/>
                                        </p:tgtEl>
                                        <p:attrNameLst>
                                          <p:attrName>ppt_x</p:attrName>
                                        </p:attrNameLst>
                                      </p:cBhvr>
                                      <p:tavLst>
                                        <p:tav tm="0">
                                          <p:val>
                                            <p:strVal val="0-#ppt_w/2"/>
                                          </p:val>
                                        </p:tav>
                                        <p:tav tm="100000">
                                          <p:val>
                                            <p:strVal val="#ppt_x"/>
                                          </p:val>
                                        </p:tav>
                                      </p:tavLst>
                                    </p:anim>
                                    <p:anim calcmode="lin" valueType="num">
                                      <p:cBhvr additive="base">
                                        <p:cTn id="34" dur="500" fill="hold"/>
                                        <p:tgtEl>
                                          <p:spTgt spid="169001"/>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169004"/>
                                        </p:tgtEl>
                                        <p:attrNameLst>
                                          <p:attrName>style.visibility</p:attrName>
                                        </p:attrNameLst>
                                      </p:cBhvr>
                                      <p:to>
                                        <p:strVal val="visible"/>
                                      </p:to>
                                    </p:set>
                                    <p:animEffect transition="in" filter="strips(downRight)">
                                      <p:cBhvr>
                                        <p:cTn id="39" dur="500"/>
                                        <p:tgtEl>
                                          <p:spTgt spid="16900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69002"/>
                                        </p:tgtEl>
                                        <p:attrNameLst>
                                          <p:attrName>style.visibility</p:attrName>
                                        </p:attrNameLst>
                                      </p:cBhvr>
                                      <p:to>
                                        <p:strVal val="visible"/>
                                      </p:to>
                                    </p:set>
                                    <p:anim calcmode="lin" valueType="num">
                                      <p:cBhvr additive="base">
                                        <p:cTn id="44" dur="500" fill="hold"/>
                                        <p:tgtEl>
                                          <p:spTgt spid="169002"/>
                                        </p:tgtEl>
                                        <p:attrNameLst>
                                          <p:attrName>ppt_x</p:attrName>
                                        </p:attrNameLst>
                                      </p:cBhvr>
                                      <p:tavLst>
                                        <p:tav tm="0">
                                          <p:val>
                                            <p:strVal val="0-#ppt_w/2"/>
                                          </p:val>
                                        </p:tav>
                                        <p:tav tm="100000">
                                          <p:val>
                                            <p:strVal val="#ppt_x"/>
                                          </p:val>
                                        </p:tav>
                                      </p:tavLst>
                                    </p:anim>
                                    <p:anim calcmode="lin" valueType="num">
                                      <p:cBhvr additive="base">
                                        <p:cTn id="45" dur="500" fill="hold"/>
                                        <p:tgtEl>
                                          <p:spTgt spid="169002"/>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8" presetClass="entr" presetSubtype="6" fill="hold" grpId="0" nodeType="clickEffect">
                                  <p:stCondLst>
                                    <p:cond delay="0"/>
                                  </p:stCondLst>
                                  <p:childTnLst>
                                    <p:set>
                                      <p:cBhvr>
                                        <p:cTn id="49" dur="1" fill="hold">
                                          <p:stCondLst>
                                            <p:cond delay="0"/>
                                          </p:stCondLst>
                                        </p:cTn>
                                        <p:tgtEl>
                                          <p:spTgt spid="169005"/>
                                        </p:tgtEl>
                                        <p:attrNameLst>
                                          <p:attrName>style.visibility</p:attrName>
                                        </p:attrNameLst>
                                      </p:cBhvr>
                                      <p:to>
                                        <p:strVal val="visible"/>
                                      </p:to>
                                    </p:set>
                                    <p:animEffect transition="in" filter="strips(downRight)">
                                      <p:cBhvr>
                                        <p:cTn id="50" dur="500"/>
                                        <p:tgtEl>
                                          <p:spTgt spid="169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000" grpId="0" autoUpdateAnimBg="0"/>
      <p:bldP spid="169001" grpId="0" autoUpdateAnimBg="0"/>
      <p:bldP spid="169002" grpId="0" autoUpdateAnimBg="0"/>
      <p:bldP spid="169003" grpId="0" autoUpdateAnimBg="0"/>
      <p:bldP spid="169004" grpId="0" autoUpdateAnimBg="0"/>
      <p:bldP spid="169005"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40"/>
          <p:cNvSpPr txBox="1">
            <a:spLocks noChangeArrowheads="1"/>
          </p:cNvSpPr>
          <p:nvPr/>
        </p:nvSpPr>
        <p:spPr bwMode="auto">
          <a:xfrm>
            <a:off x="4584700" y="232569"/>
            <a:ext cx="2641600" cy="579437"/>
          </a:xfrm>
          <a:prstGeom prst="rect">
            <a:avLst/>
          </a:prstGeom>
          <a:noFill/>
          <a:ln w="38100">
            <a:noFill/>
            <a:miter lim="800000"/>
            <a:headEnd/>
            <a:tailEnd/>
          </a:ln>
        </p:spPr>
        <p:txBody>
          <a:bodyPr wrap="none" anchor="ctr">
            <a:spAutoFit/>
          </a:bodyPr>
          <a:lstStyle/>
          <a:p>
            <a:pPr eaLnBrk="1" hangingPunct="1"/>
            <a:r>
              <a:rPr lang="zh-CN" altLang="en-US" sz="3200" dirty="0">
                <a:solidFill>
                  <a:srgbClr val="FF0000"/>
                </a:solidFill>
                <a:latin typeface="黑体" panose="02010609060101010101" pitchFamily="49" charset="-122"/>
                <a:ea typeface="黑体" panose="02010609060101010101" pitchFamily="49" charset="-122"/>
              </a:rPr>
              <a:t>两圆柱体相贯</a:t>
            </a:r>
          </a:p>
        </p:txBody>
      </p:sp>
      <p:sp>
        <p:nvSpPr>
          <p:cNvPr id="171049" name="Text Box 41"/>
          <p:cNvSpPr txBox="1">
            <a:spLocks noChangeArrowheads="1"/>
          </p:cNvSpPr>
          <p:nvPr/>
        </p:nvSpPr>
        <p:spPr bwMode="auto">
          <a:xfrm>
            <a:off x="1202363" y="1186888"/>
            <a:ext cx="3155950" cy="579438"/>
          </a:xfrm>
          <a:prstGeom prst="rect">
            <a:avLst/>
          </a:prstGeom>
          <a:noFill/>
          <a:ln w="38100">
            <a:noFill/>
            <a:miter lim="800000"/>
            <a:headEnd/>
            <a:tailEnd/>
          </a:ln>
        </p:spPr>
        <p:txBody>
          <a:bodyPr wrap="none" anchor="ctr">
            <a:spAutoFit/>
          </a:bodyPr>
          <a:lstStyle/>
          <a:p>
            <a:pPr eaLnBrk="1" hangingPunct="1"/>
            <a:r>
              <a:rPr lang="en-US" altLang="zh-CN" sz="3200" dirty="0">
                <a:latin typeface="Times New Roman" pitchFamily="18" charset="0"/>
              </a:rPr>
              <a:t>★</a:t>
            </a:r>
            <a:r>
              <a:rPr lang="zh-CN" altLang="en-US" sz="2800" dirty="0">
                <a:latin typeface="Times New Roman" pitchFamily="18" charset="0"/>
              </a:rPr>
              <a:t>相贯线的产生</a:t>
            </a:r>
            <a:r>
              <a:rPr lang="zh-CN" altLang="en-US" sz="3200" dirty="0">
                <a:latin typeface="Times New Roman" pitchFamily="18" charset="0"/>
              </a:rPr>
              <a:t>：</a:t>
            </a:r>
          </a:p>
        </p:txBody>
      </p:sp>
      <p:sp>
        <p:nvSpPr>
          <p:cNvPr id="171050" name="Text Box 42"/>
          <p:cNvSpPr txBox="1">
            <a:spLocks noChangeArrowheads="1"/>
          </p:cNvSpPr>
          <p:nvPr/>
        </p:nvSpPr>
        <p:spPr bwMode="auto">
          <a:xfrm>
            <a:off x="1202363" y="2785580"/>
            <a:ext cx="3413125" cy="519113"/>
          </a:xfrm>
          <a:prstGeom prst="rect">
            <a:avLst/>
          </a:prstGeom>
          <a:noFill/>
          <a:ln w="38100">
            <a:noFill/>
            <a:miter lim="800000"/>
            <a:headEnd/>
            <a:tailEnd/>
          </a:ln>
        </p:spPr>
        <p:txBody>
          <a:bodyPr wrap="none" anchor="ctr">
            <a:spAutoFit/>
          </a:bodyPr>
          <a:lstStyle/>
          <a:p>
            <a:pPr eaLnBrk="1" hangingPunct="1"/>
            <a:r>
              <a:rPr lang="en-US" altLang="zh-CN" sz="2800" dirty="0">
                <a:latin typeface="Times New Roman" pitchFamily="18" charset="0"/>
              </a:rPr>
              <a:t>★</a:t>
            </a:r>
            <a:r>
              <a:rPr lang="zh-CN" altLang="en-US" sz="2800" dirty="0">
                <a:latin typeface="Times New Roman" pitchFamily="18" charset="0"/>
              </a:rPr>
              <a:t>求相贯线的方法：</a:t>
            </a:r>
          </a:p>
        </p:txBody>
      </p:sp>
      <p:sp>
        <p:nvSpPr>
          <p:cNvPr id="171051" name="Text Box 43"/>
          <p:cNvSpPr txBox="1">
            <a:spLocks noChangeArrowheads="1"/>
          </p:cNvSpPr>
          <p:nvPr/>
        </p:nvSpPr>
        <p:spPr bwMode="auto">
          <a:xfrm>
            <a:off x="1202363" y="4219852"/>
            <a:ext cx="4130675" cy="519112"/>
          </a:xfrm>
          <a:prstGeom prst="rect">
            <a:avLst/>
          </a:prstGeom>
          <a:noFill/>
          <a:ln w="38100">
            <a:noFill/>
            <a:miter lim="800000"/>
            <a:headEnd/>
            <a:tailEnd/>
          </a:ln>
        </p:spPr>
        <p:txBody>
          <a:bodyPr wrap="none" anchor="ctr">
            <a:spAutoFit/>
          </a:bodyPr>
          <a:lstStyle/>
          <a:p>
            <a:pPr eaLnBrk="1" hangingPunct="1"/>
            <a:r>
              <a:rPr lang="en-US" altLang="zh-CN" sz="2800" dirty="0">
                <a:latin typeface="Times New Roman" pitchFamily="18" charset="0"/>
              </a:rPr>
              <a:t>★</a:t>
            </a:r>
            <a:r>
              <a:rPr lang="zh-CN" altLang="en-US" sz="2800" dirty="0">
                <a:latin typeface="Times New Roman" pitchFamily="18" charset="0"/>
              </a:rPr>
              <a:t>相贯线的形状及投影：</a:t>
            </a:r>
          </a:p>
        </p:txBody>
      </p:sp>
      <p:sp>
        <p:nvSpPr>
          <p:cNvPr id="171052" name="Text Box 44"/>
          <p:cNvSpPr txBox="1">
            <a:spLocks noChangeArrowheads="1"/>
          </p:cNvSpPr>
          <p:nvPr/>
        </p:nvSpPr>
        <p:spPr bwMode="auto">
          <a:xfrm>
            <a:off x="1595500" y="1758940"/>
            <a:ext cx="5630800" cy="954107"/>
          </a:xfrm>
          <a:prstGeom prst="rect">
            <a:avLst/>
          </a:prstGeom>
          <a:noFill/>
          <a:ln w="38100">
            <a:noFill/>
            <a:miter lim="800000"/>
            <a:headEnd/>
            <a:tailEnd/>
          </a:ln>
        </p:spPr>
        <p:txBody>
          <a:bodyPr wrap="square" anchor="ctr">
            <a:spAutoFit/>
          </a:bodyPr>
          <a:lstStyle/>
          <a:p>
            <a:pPr eaLnBrk="1" hangingPunct="1"/>
            <a:r>
              <a:rPr lang="zh-CN" altLang="en-US" sz="2800" dirty="0">
                <a:solidFill>
                  <a:srgbClr val="FF0000"/>
                </a:solidFill>
                <a:latin typeface="Times New Roman" pitchFamily="18" charset="0"/>
              </a:rPr>
              <a:t>外表面与外表面</a:t>
            </a:r>
            <a:r>
              <a:rPr lang="zh-CN" altLang="en-US" sz="2800" dirty="0">
                <a:latin typeface="Times New Roman" pitchFamily="18" charset="0"/>
              </a:rPr>
              <a:t>相交，</a:t>
            </a:r>
            <a:r>
              <a:rPr lang="zh-CN" altLang="en-US" sz="2800" dirty="0">
                <a:solidFill>
                  <a:srgbClr val="FF0000"/>
                </a:solidFill>
                <a:latin typeface="Times New Roman" pitchFamily="18" charset="0"/>
              </a:rPr>
              <a:t>外表面与内表面</a:t>
            </a:r>
            <a:r>
              <a:rPr lang="zh-CN" altLang="en-US" sz="2800" dirty="0">
                <a:latin typeface="Times New Roman" pitchFamily="18" charset="0"/>
              </a:rPr>
              <a:t>相交，</a:t>
            </a:r>
            <a:r>
              <a:rPr lang="zh-CN" altLang="en-US" sz="2800" dirty="0">
                <a:solidFill>
                  <a:srgbClr val="FF0000"/>
                </a:solidFill>
                <a:latin typeface="Times New Roman" pitchFamily="18" charset="0"/>
              </a:rPr>
              <a:t>内表面与内表面</a:t>
            </a:r>
            <a:r>
              <a:rPr lang="zh-CN" altLang="en-US" sz="2800" dirty="0">
                <a:latin typeface="Times New Roman" pitchFamily="18" charset="0"/>
              </a:rPr>
              <a:t>相交。</a:t>
            </a:r>
          </a:p>
        </p:txBody>
      </p:sp>
      <p:sp>
        <p:nvSpPr>
          <p:cNvPr id="171053" name="Text Box 45"/>
          <p:cNvSpPr txBox="1">
            <a:spLocks noChangeArrowheads="1"/>
          </p:cNvSpPr>
          <p:nvPr/>
        </p:nvSpPr>
        <p:spPr bwMode="auto">
          <a:xfrm>
            <a:off x="1595500" y="3324226"/>
            <a:ext cx="5816539" cy="860425"/>
          </a:xfrm>
          <a:prstGeom prst="rect">
            <a:avLst/>
          </a:prstGeom>
          <a:noFill/>
          <a:ln w="38100">
            <a:noFill/>
            <a:miter lim="800000"/>
            <a:headEnd/>
            <a:tailEnd/>
          </a:ln>
        </p:spPr>
        <p:txBody>
          <a:bodyPr wrap="square" anchor="ctr">
            <a:spAutoFit/>
          </a:bodyPr>
          <a:lstStyle/>
          <a:p>
            <a:pPr eaLnBrk="1" hangingPunct="1">
              <a:lnSpc>
                <a:spcPct val="90000"/>
              </a:lnSpc>
            </a:pPr>
            <a:r>
              <a:rPr lang="zh-CN" altLang="en-US" sz="2800" dirty="0"/>
              <a:t>常用的方法是</a:t>
            </a:r>
            <a:r>
              <a:rPr lang="zh-CN" altLang="en-US" sz="2800" dirty="0">
                <a:solidFill>
                  <a:srgbClr val="FF0000"/>
                </a:solidFill>
              </a:rPr>
              <a:t>利用积聚性表面取点</a:t>
            </a:r>
            <a:r>
              <a:rPr lang="zh-CN" altLang="en-US" sz="2800" dirty="0"/>
              <a:t>，也可用</a:t>
            </a:r>
            <a:r>
              <a:rPr lang="zh-CN" altLang="en-US" sz="2800" dirty="0">
                <a:solidFill>
                  <a:srgbClr val="FF0000"/>
                </a:solidFill>
              </a:rPr>
              <a:t>辅助平面法</a:t>
            </a:r>
            <a:r>
              <a:rPr lang="zh-CN" altLang="en-US" sz="2800" dirty="0"/>
              <a:t>。</a:t>
            </a:r>
          </a:p>
        </p:txBody>
      </p:sp>
      <p:sp>
        <p:nvSpPr>
          <p:cNvPr id="171054" name="Text Box 46"/>
          <p:cNvSpPr txBox="1">
            <a:spLocks noChangeArrowheads="1"/>
          </p:cNvSpPr>
          <p:nvPr/>
        </p:nvSpPr>
        <p:spPr bwMode="auto">
          <a:xfrm>
            <a:off x="1595501" y="4706938"/>
            <a:ext cx="8969314" cy="2032000"/>
          </a:xfrm>
          <a:prstGeom prst="rect">
            <a:avLst/>
          </a:prstGeom>
          <a:noFill/>
          <a:ln w="38100">
            <a:noFill/>
            <a:miter lim="800000"/>
            <a:headEnd/>
            <a:tailEnd/>
          </a:ln>
        </p:spPr>
        <p:txBody>
          <a:bodyPr wrap="square" anchor="ctr">
            <a:spAutoFit/>
          </a:bodyPr>
          <a:lstStyle/>
          <a:p>
            <a:pPr eaLnBrk="1" hangingPunct="1">
              <a:lnSpc>
                <a:spcPct val="90000"/>
              </a:lnSpc>
            </a:pPr>
            <a:r>
              <a:rPr lang="en-US" altLang="zh-CN" sz="2800" dirty="0"/>
              <a:t>    </a:t>
            </a:r>
            <a:r>
              <a:rPr lang="zh-CN" altLang="en-US" sz="2800" dirty="0"/>
              <a:t>相贯线为</a:t>
            </a:r>
            <a:r>
              <a:rPr lang="zh-CN" altLang="en-US" sz="2800" dirty="0">
                <a:solidFill>
                  <a:srgbClr val="FF0000"/>
                </a:solidFill>
              </a:rPr>
              <a:t>光滑封闭的空间曲线</a:t>
            </a:r>
            <a:r>
              <a:rPr lang="zh-CN" altLang="en-US" sz="2800" dirty="0"/>
              <a:t>。当两圆柱正交，小圆柱穿大圆柱时，相贯线在非积聚性投影上总是</a:t>
            </a:r>
            <a:r>
              <a:rPr lang="zh-CN" altLang="en-US" sz="2800" dirty="0">
                <a:solidFill>
                  <a:srgbClr val="FF0000"/>
                </a:solidFill>
              </a:rPr>
              <a:t>向大圆柱里弯曲</a:t>
            </a:r>
            <a:r>
              <a:rPr lang="zh-CN" altLang="en-US" sz="2800" dirty="0">
                <a:solidFill>
                  <a:schemeClr val="tx2"/>
                </a:solidFill>
              </a:rPr>
              <a:t>，</a:t>
            </a:r>
            <a:r>
              <a:rPr lang="zh-CN" altLang="en-US" sz="2800" dirty="0"/>
              <a:t>当</a:t>
            </a:r>
            <a:r>
              <a:rPr lang="zh-CN" altLang="en-US" sz="2800" dirty="0">
                <a:solidFill>
                  <a:srgbClr val="FF0000"/>
                </a:solidFill>
              </a:rPr>
              <a:t>两圆柱直径相等</a:t>
            </a:r>
            <a:r>
              <a:rPr lang="zh-CN" altLang="en-US" sz="2800" dirty="0"/>
              <a:t>时，相贯线在空间为两个椭圆，其</a:t>
            </a:r>
            <a:r>
              <a:rPr lang="zh-CN" altLang="en-US" sz="2800" dirty="0">
                <a:solidFill>
                  <a:srgbClr val="FF0000"/>
                </a:solidFill>
              </a:rPr>
              <a:t>投影变为直线</a:t>
            </a:r>
            <a:r>
              <a:rPr lang="zh-CN" altLang="en-US" sz="2800" dirty="0"/>
              <a:t>。</a:t>
            </a:r>
          </a:p>
          <a:p>
            <a:pPr eaLnBrk="1" hangingPunct="1">
              <a:lnSpc>
                <a:spcPct val="90000"/>
              </a:lnSpc>
            </a:pPr>
            <a:r>
              <a:rPr lang="zh-CN" altLang="en-US" sz="2800" dirty="0"/>
              <a:t>    在两体</a:t>
            </a:r>
            <a:r>
              <a:rPr lang="zh-CN" altLang="en-US" sz="2800" dirty="0">
                <a:solidFill>
                  <a:srgbClr val="FF0000"/>
                </a:solidFill>
              </a:rPr>
              <a:t>相交区域内一般不应有圆柱体轮廓线的投影</a:t>
            </a:r>
            <a:r>
              <a:rPr lang="zh-CN" altLang="en-US" sz="2800" dirty="0"/>
              <a:t>。</a:t>
            </a:r>
          </a:p>
        </p:txBody>
      </p:sp>
      <p:pic>
        <p:nvPicPr>
          <p:cNvPr id="47" name="图片 46"/>
          <p:cNvPicPr>
            <a:picLocks noChangeAspect="1"/>
          </p:cNvPicPr>
          <p:nvPr/>
        </p:nvPicPr>
        <p:blipFill>
          <a:blip r:embed="rId2"/>
          <a:srcRect/>
          <a:stretch>
            <a:fillRect/>
          </a:stretch>
        </p:blipFill>
        <p:spPr bwMode="auto">
          <a:xfrm>
            <a:off x="7407275" y="1477963"/>
            <a:ext cx="2794000" cy="2646362"/>
          </a:xfrm>
          <a:prstGeom prst="rect">
            <a:avLst/>
          </a:prstGeom>
          <a:noFill/>
          <a:ln w="9525">
            <a:noFill/>
            <a:miter lim="800000"/>
            <a:headEnd/>
            <a:tailEnd/>
          </a:ln>
        </p:spPr>
      </p:pic>
      <p:pic>
        <p:nvPicPr>
          <p:cNvPr id="48" name="图片 47"/>
          <p:cNvPicPr>
            <a:picLocks noChangeAspect="1"/>
          </p:cNvPicPr>
          <p:nvPr/>
        </p:nvPicPr>
        <p:blipFill>
          <a:blip r:embed="rId3"/>
          <a:srcRect/>
          <a:stretch>
            <a:fillRect/>
          </a:stretch>
        </p:blipFill>
        <p:spPr bwMode="auto">
          <a:xfrm>
            <a:off x="7451726" y="1524001"/>
            <a:ext cx="2625725" cy="2468563"/>
          </a:xfrm>
          <a:prstGeom prst="rect">
            <a:avLst/>
          </a:prstGeom>
          <a:noFill/>
          <a:ln w="9525">
            <a:noFill/>
            <a:miter lim="800000"/>
            <a:headEnd/>
            <a:tailEnd/>
          </a:ln>
        </p:spPr>
      </p:pic>
      <p:pic>
        <p:nvPicPr>
          <p:cNvPr id="49" name="图片 48"/>
          <p:cNvPicPr>
            <a:picLocks noChangeAspect="1"/>
          </p:cNvPicPr>
          <p:nvPr/>
        </p:nvPicPr>
        <p:blipFill>
          <a:blip r:embed="rId4"/>
          <a:srcRect/>
          <a:stretch>
            <a:fillRect/>
          </a:stretch>
        </p:blipFill>
        <p:spPr bwMode="auto">
          <a:xfrm>
            <a:off x="7451725" y="1592263"/>
            <a:ext cx="2706688" cy="2532062"/>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1049"/>
                                        </p:tgtEl>
                                        <p:attrNameLst>
                                          <p:attrName>style.visibility</p:attrName>
                                        </p:attrNameLst>
                                      </p:cBhvr>
                                      <p:to>
                                        <p:strVal val="visible"/>
                                      </p:to>
                                    </p:set>
                                    <p:anim calcmode="lin" valueType="num">
                                      <p:cBhvr additive="base">
                                        <p:cTn id="7" dur="500" fill="hold"/>
                                        <p:tgtEl>
                                          <p:spTgt spid="171049"/>
                                        </p:tgtEl>
                                        <p:attrNameLst>
                                          <p:attrName>ppt_x</p:attrName>
                                        </p:attrNameLst>
                                      </p:cBhvr>
                                      <p:tavLst>
                                        <p:tav tm="0">
                                          <p:val>
                                            <p:strVal val="0-#ppt_w/2"/>
                                          </p:val>
                                        </p:tav>
                                        <p:tav tm="100000">
                                          <p:val>
                                            <p:strVal val="#ppt_x"/>
                                          </p:val>
                                        </p:tav>
                                      </p:tavLst>
                                    </p:anim>
                                    <p:anim calcmode="lin" valueType="num">
                                      <p:cBhvr additive="base">
                                        <p:cTn id="8" dur="500" fill="hold"/>
                                        <p:tgtEl>
                                          <p:spTgt spid="17104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71052"/>
                                        </p:tgtEl>
                                        <p:attrNameLst>
                                          <p:attrName>style.visibility</p:attrName>
                                        </p:attrNameLst>
                                      </p:cBhvr>
                                      <p:to>
                                        <p:strVal val="visible"/>
                                      </p:to>
                                    </p:set>
                                    <p:animEffect transition="in" filter="strips(downRight)">
                                      <p:cBhvr>
                                        <p:cTn id="13" dur="500"/>
                                        <p:tgtEl>
                                          <p:spTgt spid="171052"/>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nodeType="click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barn(outVertical)">
                                      <p:cBhvr>
                                        <p:cTn id="18" dur="500"/>
                                        <p:tgtEl>
                                          <p:spTgt spid="47"/>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randombar(horizontal)">
                                      <p:cBhvr>
                                        <p:cTn id="23" dur="500"/>
                                        <p:tgtEl>
                                          <p:spTgt spid="4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wipe(up)">
                                      <p:cBhvr>
                                        <p:cTn id="28" dur="500"/>
                                        <p:tgtEl>
                                          <p:spTgt spid="4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71050"/>
                                        </p:tgtEl>
                                        <p:attrNameLst>
                                          <p:attrName>style.visibility</p:attrName>
                                        </p:attrNameLst>
                                      </p:cBhvr>
                                      <p:to>
                                        <p:strVal val="visible"/>
                                      </p:to>
                                    </p:set>
                                    <p:anim calcmode="lin" valueType="num">
                                      <p:cBhvr additive="base">
                                        <p:cTn id="33" dur="500" fill="hold"/>
                                        <p:tgtEl>
                                          <p:spTgt spid="171050"/>
                                        </p:tgtEl>
                                        <p:attrNameLst>
                                          <p:attrName>ppt_x</p:attrName>
                                        </p:attrNameLst>
                                      </p:cBhvr>
                                      <p:tavLst>
                                        <p:tav tm="0">
                                          <p:val>
                                            <p:strVal val="0-#ppt_w/2"/>
                                          </p:val>
                                        </p:tav>
                                        <p:tav tm="100000">
                                          <p:val>
                                            <p:strVal val="#ppt_x"/>
                                          </p:val>
                                        </p:tav>
                                      </p:tavLst>
                                    </p:anim>
                                    <p:anim calcmode="lin" valueType="num">
                                      <p:cBhvr additive="base">
                                        <p:cTn id="34" dur="500" fill="hold"/>
                                        <p:tgtEl>
                                          <p:spTgt spid="171050"/>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171053"/>
                                        </p:tgtEl>
                                        <p:attrNameLst>
                                          <p:attrName>style.visibility</p:attrName>
                                        </p:attrNameLst>
                                      </p:cBhvr>
                                      <p:to>
                                        <p:strVal val="visible"/>
                                      </p:to>
                                    </p:set>
                                    <p:animEffect transition="in" filter="strips(downRight)">
                                      <p:cBhvr>
                                        <p:cTn id="39" dur="500"/>
                                        <p:tgtEl>
                                          <p:spTgt spid="17105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71051"/>
                                        </p:tgtEl>
                                        <p:attrNameLst>
                                          <p:attrName>style.visibility</p:attrName>
                                        </p:attrNameLst>
                                      </p:cBhvr>
                                      <p:to>
                                        <p:strVal val="visible"/>
                                      </p:to>
                                    </p:set>
                                    <p:anim calcmode="lin" valueType="num">
                                      <p:cBhvr additive="base">
                                        <p:cTn id="44" dur="500" fill="hold"/>
                                        <p:tgtEl>
                                          <p:spTgt spid="171051"/>
                                        </p:tgtEl>
                                        <p:attrNameLst>
                                          <p:attrName>ppt_x</p:attrName>
                                        </p:attrNameLst>
                                      </p:cBhvr>
                                      <p:tavLst>
                                        <p:tav tm="0">
                                          <p:val>
                                            <p:strVal val="0-#ppt_w/2"/>
                                          </p:val>
                                        </p:tav>
                                        <p:tav tm="100000">
                                          <p:val>
                                            <p:strVal val="#ppt_x"/>
                                          </p:val>
                                        </p:tav>
                                      </p:tavLst>
                                    </p:anim>
                                    <p:anim calcmode="lin" valueType="num">
                                      <p:cBhvr additive="base">
                                        <p:cTn id="45" dur="500" fill="hold"/>
                                        <p:tgtEl>
                                          <p:spTgt spid="171051"/>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8" presetClass="entr" presetSubtype="6" fill="hold" grpId="0" nodeType="clickEffect">
                                  <p:stCondLst>
                                    <p:cond delay="0"/>
                                  </p:stCondLst>
                                  <p:childTnLst>
                                    <p:set>
                                      <p:cBhvr>
                                        <p:cTn id="49" dur="1" fill="hold">
                                          <p:stCondLst>
                                            <p:cond delay="0"/>
                                          </p:stCondLst>
                                        </p:cTn>
                                        <p:tgtEl>
                                          <p:spTgt spid="171054"/>
                                        </p:tgtEl>
                                        <p:attrNameLst>
                                          <p:attrName>style.visibility</p:attrName>
                                        </p:attrNameLst>
                                      </p:cBhvr>
                                      <p:to>
                                        <p:strVal val="visible"/>
                                      </p:to>
                                    </p:set>
                                    <p:animEffect transition="in" filter="strips(downRight)">
                                      <p:cBhvr>
                                        <p:cTn id="50" dur="500"/>
                                        <p:tgtEl>
                                          <p:spTgt spid="171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49" grpId="0" autoUpdateAnimBg="0"/>
      <p:bldP spid="171050" grpId="0" autoUpdateAnimBg="0"/>
      <p:bldP spid="171051" grpId="0" autoUpdateAnimBg="0"/>
      <p:bldP spid="171052" grpId="0" autoUpdateAnimBg="0"/>
      <p:bldP spid="171053" grpId="0" autoUpdateAnimBg="0"/>
      <p:bldP spid="171054"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图片 1"/>
          <p:cNvPicPr>
            <a:picLocks noChangeAspect="1"/>
          </p:cNvPicPr>
          <p:nvPr/>
        </p:nvPicPr>
        <p:blipFill>
          <a:blip r:embed="rId2"/>
          <a:srcRect/>
          <a:stretch>
            <a:fillRect/>
          </a:stretch>
        </p:blipFill>
        <p:spPr bwMode="auto">
          <a:xfrm>
            <a:off x="1703313" y="1575594"/>
            <a:ext cx="5761038" cy="4838700"/>
          </a:xfrm>
          <a:prstGeom prst="rect">
            <a:avLst/>
          </a:prstGeom>
          <a:noFill/>
          <a:ln w="9525">
            <a:noFill/>
            <a:miter lim="800000"/>
            <a:headEnd/>
            <a:tailEnd/>
          </a:ln>
        </p:spPr>
      </p:pic>
      <p:sp>
        <p:nvSpPr>
          <p:cNvPr id="57347" name="Text Box 43"/>
          <p:cNvSpPr txBox="1">
            <a:spLocks noChangeArrowheads="1"/>
          </p:cNvSpPr>
          <p:nvPr/>
        </p:nvSpPr>
        <p:spPr bwMode="auto">
          <a:xfrm>
            <a:off x="4583832" y="443706"/>
            <a:ext cx="1822450" cy="579437"/>
          </a:xfrm>
          <a:prstGeom prst="rect">
            <a:avLst/>
          </a:prstGeom>
          <a:noFill/>
          <a:ln w="38100">
            <a:noFill/>
            <a:miter lim="800000"/>
            <a:headEnd/>
            <a:tailEnd/>
          </a:ln>
        </p:spPr>
        <p:txBody>
          <a:bodyPr wrap="none" anchor="ctr">
            <a:spAutoFit/>
          </a:bodyPr>
          <a:lstStyle/>
          <a:p>
            <a:pPr eaLnBrk="1" hangingPunct="1"/>
            <a:r>
              <a:rPr lang="zh-CN" altLang="en-US" sz="3200" b="1" dirty="0">
                <a:solidFill>
                  <a:srgbClr val="FF0000"/>
                </a:solidFill>
                <a:latin typeface="黑体" panose="02010609060101010101" pitchFamily="49" charset="-122"/>
                <a:ea typeface="黑体" panose="02010609060101010101" pitchFamily="49" charset="-122"/>
              </a:rPr>
              <a:t>多体相贯</a:t>
            </a:r>
          </a:p>
        </p:txBody>
      </p:sp>
      <p:sp>
        <p:nvSpPr>
          <p:cNvPr id="172076" name="Text Box 44"/>
          <p:cNvSpPr txBox="1">
            <a:spLocks noChangeArrowheads="1"/>
          </p:cNvSpPr>
          <p:nvPr/>
        </p:nvSpPr>
        <p:spPr bwMode="auto">
          <a:xfrm>
            <a:off x="8012682" y="3058089"/>
            <a:ext cx="3483918" cy="2246769"/>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noFill/>
          </a:ln>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defRPr/>
            </a:pPr>
            <a:r>
              <a:rPr lang="zh-CN" altLang="en-US" sz="2800" dirty="0">
                <a:solidFill>
                  <a:srgbClr val="FF0000"/>
                </a:solidFill>
                <a:latin typeface="+mn-ea"/>
                <a:ea typeface="+mn-ea"/>
              </a:rPr>
              <a:t>每个局部都是两体相贯</a:t>
            </a:r>
            <a:r>
              <a:rPr lang="zh-CN" altLang="en-US" sz="2800" dirty="0">
                <a:latin typeface="+mn-ea"/>
                <a:ea typeface="+mn-ea"/>
              </a:rPr>
              <a:t>，首先分析它是由哪些基本体组成的，然后</a:t>
            </a:r>
            <a:r>
              <a:rPr lang="zh-CN" altLang="en-US" sz="2800" dirty="0">
                <a:solidFill>
                  <a:srgbClr val="FF0000"/>
                </a:solidFill>
                <a:latin typeface="+mn-ea"/>
                <a:ea typeface="+mn-ea"/>
              </a:rPr>
              <a:t>两两进行相贯线的分析与作图</a:t>
            </a:r>
            <a:r>
              <a:rPr lang="zh-CN" altLang="en-US" sz="2800" dirty="0">
                <a:latin typeface="+mn-ea"/>
                <a:ea typeface="+mn-ea"/>
              </a:rPr>
              <a:t>。</a:t>
            </a:r>
          </a:p>
        </p:txBody>
      </p:sp>
      <p:pic>
        <p:nvPicPr>
          <p:cNvPr id="57349" name="图片 2"/>
          <p:cNvPicPr>
            <a:picLocks noChangeAspect="1"/>
          </p:cNvPicPr>
          <p:nvPr/>
        </p:nvPicPr>
        <p:blipFill>
          <a:blip r:embed="rId3"/>
          <a:srcRect/>
          <a:stretch>
            <a:fillRect/>
          </a:stretch>
        </p:blipFill>
        <p:spPr bwMode="auto">
          <a:xfrm>
            <a:off x="4714081" y="3715543"/>
            <a:ext cx="2763838" cy="3133725"/>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2076"/>
                                        </p:tgtEl>
                                        <p:attrNameLst>
                                          <p:attrName>style.visibility</p:attrName>
                                        </p:attrNameLst>
                                      </p:cBhvr>
                                      <p:to>
                                        <p:strVal val="visible"/>
                                      </p:to>
                                    </p:set>
                                    <p:anim calcmode="lin" valueType="num">
                                      <p:cBhvr additive="base">
                                        <p:cTn id="7" dur="500" fill="hold"/>
                                        <p:tgtEl>
                                          <p:spTgt spid="172076"/>
                                        </p:tgtEl>
                                        <p:attrNameLst>
                                          <p:attrName>ppt_x</p:attrName>
                                        </p:attrNameLst>
                                      </p:cBhvr>
                                      <p:tavLst>
                                        <p:tav tm="0">
                                          <p:val>
                                            <p:strVal val="#ppt_x"/>
                                          </p:val>
                                        </p:tav>
                                        <p:tav tm="100000">
                                          <p:val>
                                            <p:strVal val="#ppt_x"/>
                                          </p:val>
                                        </p:tav>
                                      </p:tavLst>
                                    </p:anim>
                                    <p:anim calcmode="lin" valueType="num">
                                      <p:cBhvr additive="base">
                                        <p:cTn id="8" dur="500" fill="hold"/>
                                        <p:tgtEl>
                                          <p:spTgt spid="1720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76" grpId="0" animBg="1"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12ee944aba1d1975c3a9bcb974aceb4b1935"/>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1_Office 主题">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rotWithShape="0">
          <a:gsLst>
            <a:gs pos="0">
              <a:srgbClr val="DDEBCF"/>
            </a:gs>
            <a:gs pos="50000">
              <a:srgbClr val="9CB86E"/>
            </a:gs>
            <a:gs pos="100000">
              <a:srgbClr val="156B13"/>
            </a:gs>
          </a:gsLst>
          <a:lin ang="5400000"/>
        </a:gradFill>
        <a:ln w="9525">
          <a:noFill/>
          <a:miter lim="800000"/>
          <a:headEnd/>
          <a:tailEnd/>
        </a:ln>
      </a:spPr>
      <a:bodyPr anchor="ctr"/>
      <a:lstStyle>
        <a:defPPr>
          <a:defRPr sz="3600" dirty="0">
            <a:solidFill>
              <a:schemeClr val="tx2"/>
            </a:solidFill>
            <a:latin typeface="宋体" pitchFamily="2" charset="-122"/>
          </a:defRPr>
        </a:defPPr>
      </a:lstStyle>
    </a:spDef>
    <a:txDef>
      <a:spPr/>
      <a:bodyPr anchor="ctr">
        <a:spAutoFit/>
      </a:bodyPr>
      <a:lstStyle>
        <a:defPPr algn="ctr" fontAlgn="auto">
          <a:spcAft>
            <a:spcPts val="0"/>
          </a:spcAft>
          <a:defRPr kumimoji="0" sz="4400" b="1" dirty="0">
            <a:solidFill>
              <a:schemeClr val="tx2"/>
            </a:solidFill>
            <a:latin typeface="黑体" pitchFamily="2" charset="-122"/>
            <a:ea typeface="黑体" pitchFamily="2" charset="-122"/>
            <a:cs typeface="+mj-cs"/>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4457</TotalTime>
  <Words>2229</Words>
  <Application>Microsoft Office PowerPoint</Application>
  <PresentationFormat>宽屏</PresentationFormat>
  <Paragraphs>253</Paragraphs>
  <Slides>40</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40</vt:i4>
      </vt:variant>
    </vt:vector>
  </HeadingPairs>
  <TitlesOfParts>
    <vt:vector size="51" baseType="lpstr">
      <vt:lpstr>黑体</vt:lpstr>
      <vt:lpstr>华文行楷</vt:lpstr>
      <vt:lpstr>宋体</vt:lpstr>
      <vt:lpstr>Microsoft Yahei</vt:lpstr>
      <vt:lpstr>Arial</vt:lpstr>
      <vt:lpstr>Calibri</vt:lpstr>
      <vt:lpstr>ISOCP</vt:lpstr>
      <vt:lpstr>ISOCPEUR</vt:lpstr>
      <vt:lpstr>Symbol</vt:lpstr>
      <vt:lpstr>Times New Roman</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利用布尔运算创建实体</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相贯</dc:title>
  <dc:creator>穆浩志</dc:creator>
  <cp:keywords>天津理工</cp:keywords>
  <cp:lastModifiedBy>Lenovo</cp:lastModifiedBy>
  <cp:revision>345</cp:revision>
  <dcterms:created xsi:type="dcterms:W3CDTF">2014-03-20T09:34:50Z</dcterms:created>
  <dcterms:modified xsi:type="dcterms:W3CDTF">2020-05-19T06:13:02Z</dcterms:modified>
</cp:coreProperties>
</file>
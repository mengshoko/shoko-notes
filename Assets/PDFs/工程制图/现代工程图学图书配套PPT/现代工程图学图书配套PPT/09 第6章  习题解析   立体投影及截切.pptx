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7"/>
  </p:notesMasterIdLst>
  <p:handoutMasterIdLst>
    <p:handoutMasterId r:id="rId8"/>
  </p:handoutMasterIdLst>
  <p:sldIdLst>
    <p:sldId id="489" r:id="rId2"/>
    <p:sldId id="490" r:id="rId3"/>
    <p:sldId id="491" r:id="rId4"/>
    <p:sldId id="492" r:id="rId5"/>
    <p:sldId id="493" r:id="rId6"/>
  </p:sldIdLst>
  <p:sldSz cx="12192000" cy="6858000"/>
  <p:notesSz cx="6858000" cy="9144000"/>
  <p:custDataLst>
    <p:tags r:id="rId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YfqlAQ7k5y/mM/kyrQU3Mw==" hashData="T6YSKC4Vt0FCMqg2j0MpTZ7+7Gk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0066"/>
    <a:srgbClr val="CC66FF"/>
    <a:srgbClr val="FF33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746" autoAdjust="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604" y="-7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FEA17DC-4A3B-4647-8B5A-6C556C330C54}" type="datetimeFigureOut">
              <a:rPr lang="zh-CN" altLang="en-US"/>
              <a:pPr>
                <a:defRPr/>
              </a:pPr>
              <a:t>2020/5/19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7BBFC1AD-B478-4725-91A7-B9D5FE4498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98456C3-9B26-4B3B-9860-C5B93267BE27}" type="datetimeFigureOut">
              <a:rPr lang="zh-CN" altLang="en-US"/>
              <a:pPr>
                <a:defRPr/>
              </a:pPr>
              <a:t>2020/5/19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48B8311-09A0-4ED3-ADA1-1DCAF6BCA9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459B144-D8C6-4503-8E2D-4A298BA141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B0C51E7-3C43-4196-9CB9-F00F8D7306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A6AE11B-3824-4660-83FE-27B16F6021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D152874-5280-4144-93DE-26013F1F61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EF6D4DF-C66B-498A-87F3-827A50628D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E82F154-F920-4E7C-A929-D34943F9AE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2E96F27-643E-4DDE-AF6A-62259B2712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41238B0-EAEF-45E0-954E-5DC85960CD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614AA31-9A29-4E39-B4CC-C36463EEE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DC061681-C3A0-4D8B-A42E-E90148CBE8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6F0F0CB-B8E3-46E1-8920-E1AB9CF40A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CF8400BE-C054-4CEE-ACF9-344B727D2F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A086E34-6741-4502-B559-B4C2056D42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3C37712-AF7A-4F13-9296-7337422FD4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41C1ECD-8C8D-4962-BD2A-4AF8E50A19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CB4D1B5B-E514-4F12-B0F5-CCEF0AAA45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035D2F7-1F04-41E8-B1B2-5A7A52D473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74DA690-3EC5-4686-8C80-32A250E0FF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29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2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3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4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2" name="TextBox 11"/>
          <p:cNvSpPr txBox="1"/>
          <p:nvPr userDrawn="1"/>
        </p:nvSpPr>
        <p:spPr bwMode="auto">
          <a:xfrm>
            <a:off x="10002308" y="1028700"/>
            <a:ext cx="1949449" cy="4000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Symbol" panose="05050102010706020507" pitchFamily="18" charset="2"/>
              <a:buNone/>
              <a:defRPr/>
            </a:pPr>
            <a:r>
              <a:rPr lang="zh-CN" altLang="en-US" sz="2000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  <a:sym typeface="Symbol" panose="05050102010706020507" pitchFamily="18" charset="2"/>
              </a:rPr>
              <a:t>主讲 ：穆浩志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DDBF4C-987C-475E-9F01-1B41A335C1A7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71" y="4689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98" r:id="rId1"/>
    <p:sldLayoutId id="2147484499" r:id="rId2"/>
    <p:sldLayoutId id="2147484500" r:id="rId3"/>
    <p:sldLayoutId id="2147484501" r:id="rId4"/>
    <p:sldLayoutId id="2147484502" r:id="rId5"/>
    <p:sldLayoutId id="2147484503" r:id="rId6"/>
    <p:sldLayoutId id="2147484504" r:id="rId7"/>
    <p:sldLayoutId id="2147484505" r:id="rId8"/>
    <p:sldLayoutId id="2147484506" r:id="rId9"/>
    <p:sldLayoutId id="2147484507" r:id="rId10"/>
    <p:sldLayoutId id="2147484508" r:id="rId11"/>
    <p:sldLayoutId id="2147484509" r:id="rId12"/>
    <p:sldLayoutId id="2147484510" r:id="rId13"/>
    <p:sldLayoutId id="2147484511" r:id="rId14"/>
    <p:sldLayoutId id="2147484512" r:id="rId15"/>
    <p:sldLayoutId id="2147484513" r:id="rId16"/>
    <p:sldLayoutId id="2147484514" r:id="rId17"/>
    <p:sldLayoutId id="214748451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343472" y="1340768"/>
            <a:ext cx="4918633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本讲内容习题集</a:t>
            </a:r>
            <a:r>
              <a:rPr kumimoji="1" lang="en-US" altLang="zh-CN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6-1</a:t>
            </a:r>
            <a:endParaRPr kumimoji="1" lang="zh-CN" alt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882857" y="361909"/>
            <a:ext cx="6170697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几何体截切 习题解析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9D5E101-CE53-48E1-844E-5F19980C6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004395"/>
              </p:ext>
            </p:extLst>
          </p:nvPr>
        </p:nvGraphicFramePr>
        <p:xfrm>
          <a:off x="1487488" y="2205038"/>
          <a:ext cx="7983537" cy="374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AutoCAD Drawing" r:id="rId3" imgW="11410920" imgH="5353200" progId="AutoCAD.Drawing.19">
                  <p:embed/>
                </p:oleObj>
              </mc:Choice>
              <mc:Fallback>
                <p:oleObj name="AutoCAD Drawing" r:id="rId3" imgW="11410920" imgH="5353200" progId="AutoCAD.Drawing.1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7488" y="2205038"/>
                        <a:ext cx="7983537" cy="3744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F31DC5C0-2341-4211-AA0C-4175F617B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064" y="2654042"/>
            <a:ext cx="2619048" cy="32952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3A7408-AF0E-49B2-BB5A-E23ACBBBC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287211"/>
              </p:ext>
            </p:extLst>
          </p:nvPr>
        </p:nvGraphicFramePr>
        <p:xfrm>
          <a:off x="1199456" y="1592796"/>
          <a:ext cx="8499475" cy="398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AutoCAD Drawing" r:id="rId3" imgW="11410920" imgH="5353200" progId="AutoCAD.Drawing.19">
                  <p:embed/>
                </p:oleObj>
              </mc:Choice>
              <mc:Fallback>
                <p:oleObj name="AutoCAD Drawing" r:id="rId3" imgW="11410920" imgH="5353200" progId="AutoCAD.Drawing.1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9456" y="1592796"/>
                        <a:ext cx="8499475" cy="398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4CBE266A-D2CE-48E4-A57D-FEAFF4C91D29}"/>
              </a:ext>
            </a:extLst>
          </p:cNvPr>
          <p:cNvSpPr txBox="1">
            <a:spLocks noChangeArrowheads="1"/>
          </p:cNvSpPr>
          <p:nvPr/>
        </p:nvSpPr>
        <p:spPr>
          <a:xfrm>
            <a:off x="2882857" y="361909"/>
            <a:ext cx="6170697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几何体截切 习题解析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4F18D32-71B8-403A-84D8-44F1E73B4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499004"/>
              </p:ext>
            </p:extLst>
          </p:nvPr>
        </p:nvGraphicFramePr>
        <p:xfrm>
          <a:off x="1113033" y="1664804"/>
          <a:ext cx="8597781" cy="4032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AutoCAD Drawing" r:id="rId3" imgW="11410920" imgH="5353200" progId="AutoCAD.Drawing.19">
                  <p:embed/>
                </p:oleObj>
              </mc:Choice>
              <mc:Fallback>
                <p:oleObj name="AutoCAD Drawing" r:id="rId3" imgW="11410920" imgH="5353200" progId="AutoCAD.Drawing.1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3033" y="1664804"/>
                        <a:ext cx="8597781" cy="4032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4B1FCC43-2EB7-40BE-9C79-14C7EB00C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6060" y="2527284"/>
            <a:ext cx="3589160" cy="317651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3027098-7727-4C26-B41C-CF4BD61CA202}"/>
              </a:ext>
            </a:extLst>
          </p:cNvPr>
          <p:cNvSpPr txBox="1">
            <a:spLocks noChangeArrowheads="1"/>
          </p:cNvSpPr>
          <p:nvPr/>
        </p:nvSpPr>
        <p:spPr>
          <a:xfrm>
            <a:off x="2882857" y="361909"/>
            <a:ext cx="6170697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几何体截切 习题解析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9B020E6-A724-4960-87D1-F0F32A4B3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39478"/>
              </p:ext>
            </p:extLst>
          </p:nvPr>
        </p:nvGraphicFramePr>
        <p:xfrm>
          <a:off x="407368" y="1153914"/>
          <a:ext cx="8981612" cy="4212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AutoCAD Drawing" r:id="rId3" imgW="11410920" imgH="5353200" progId="AutoCAD.Drawing.19">
                  <p:embed/>
                </p:oleObj>
              </mc:Choice>
              <mc:Fallback>
                <p:oleObj name="AutoCAD Drawing" r:id="rId3" imgW="11410920" imgH="5353200" progId="AutoCAD.Drawing.19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368" y="1153914"/>
                        <a:ext cx="8981612" cy="4212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B9C7EEF-28E4-49C6-AC27-4BAE26A7D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068" y="2420888"/>
            <a:ext cx="4068452" cy="3705804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EF7710D-D336-40BA-A76E-39F6A8596816}"/>
              </a:ext>
            </a:extLst>
          </p:cNvPr>
          <p:cNvSpPr txBox="1">
            <a:spLocks noChangeArrowheads="1"/>
          </p:cNvSpPr>
          <p:nvPr/>
        </p:nvSpPr>
        <p:spPr>
          <a:xfrm>
            <a:off x="2882857" y="361909"/>
            <a:ext cx="6170697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几何体截切 习题解析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16213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C78C30-935B-4D9F-B38A-F50088E0913E}"/>
              </a:ext>
            </a:extLst>
          </p:cNvPr>
          <p:cNvSpPr txBox="1">
            <a:spLocks noChangeArrowheads="1"/>
          </p:cNvSpPr>
          <p:nvPr/>
        </p:nvSpPr>
        <p:spPr>
          <a:xfrm>
            <a:off x="2882857" y="361909"/>
            <a:ext cx="6170697" cy="693747"/>
          </a:xfrm>
          <a:prstGeom prst="rect">
            <a:avLst/>
          </a:prstGeom>
          <a:gradFill>
            <a:gsLst>
              <a:gs pos="0">
                <a:srgbClr val="FBEAC7">
                  <a:alpha val="63000"/>
                </a:srgbClr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1"/>
          </a:gradFill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几何体截切 习题解析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915197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6afe8c07ff7a8b16bd5e2c77b29deec14272884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marL="457200" indent="-457200" eaLnBrk="1" hangingPunct="1">
          <a:buFont typeface="Symbol" panose="05050102010706020507" pitchFamily="18" charset="2"/>
          <a:buChar char="·"/>
          <a:defRPr sz="3200" dirty="0" smtClean="0">
            <a:sym typeface="Symbol" panose="05050102010706020507" pitchFamily="18" charset="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4531</TotalTime>
  <Words>34</Words>
  <Application>Microsoft Office PowerPoint</Application>
  <PresentationFormat>宽屏</PresentationFormat>
  <Paragraphs>8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黑体</vt:lpstr>
      <vt:lpstr>隶书</vt:lpstr>
      <vt:lpstr>宋体</vt:lpstr>
      <vt:lpstr>Arial</vt:lpstr>
      <vt:lpstr>Calibri</vt:lpstr>
      <vt:lpstr>Symbol</vt:lpstr>
      <vt:lpstr>1_Office 主题</vt:lpstr>
      <vt:lpstr>AutoCAD Drawing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立体截切</dc:title>
  <dc:creator>穆浩志</dc:creator>
  <cp:keywords>天津理工大学</cp:keywords>
  <cp:lastModifiedBy>Lenovo</cp:lastModifiedBy>
  <cp:revision>295</cp:revision>
  <dcterms:created xsi:type="dcterms:W3CDTF">2014-03-20T09:34:50Z</dcterms:created>
  <dcterms:modified xsi:type="dcterms:W3CDTF">2020-05-19T06:13:35Z</dcterms:modified>
</cp:coreProperties>
</file>